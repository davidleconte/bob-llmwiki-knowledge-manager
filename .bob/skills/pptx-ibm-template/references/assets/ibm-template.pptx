
<file path=[Content_Types].xml><?xml version="1.0" encoding="utf-8"?>
<Types xmlns="http://schemas.openxmlformats.org/package/2006/content-types">
  <Default Extension="emf" ContentType="image/x-emf"/>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autoCompressPictures="0">
  <p:sldMasterIdLst>
    <p:sldMasterId id="2147483962" r:id="rId1"/>
  </p:sldMasterIdLst>
  <p:notesMasterIdLst>
    <p:notesMasterId r:id="rId96"/>
  </p:notesMasterIdLst>
  <p:handoutMasterIdLst>
    <p:handoutMasterId r:id="rId97"/>
  </p:handoutMasterIdLst>
  <p:sldIdLst>
    <p:sldId id="404" r:id="rId2"/>
    <p:sldId id="499" r:id="rId3"/>
    <p:sldId id="496" r:id="rId4"/>
    <p:sldId id="2142532840" r:id="rId5"/>
    <p:sldId id="2142532841" r:id="rId6"/>
    <p:sldId id="2142532842" r:id="rId7"/>
    <p:sldId id="2142532846" r:id="rId8"/>
    <p:sldId id="2142532839" r:id="rId9"/>
    <p:sldId id="2142532850" r:id="rId10"/>
    <p:sldId id="2142532851" r:id="rId11"/>
    <p:sldId id="398" r:id="rId12"/>
    <p:sldId id="2142532849" r:id="rId13"/>
    <p:sldId id="2142532915" r:id="rId14"/>
    <p:sldId id="2142532852" r:id="rId15"/>
    <p:sldId id="532" r:id="rId16"/>
    <p:sldId id="523" r:id="rId17"/>
    <p:sldId id="2142532895" r:id="rId18"/>
    <p:sldId id="2142532878" r:id="rId19"/>
    <p:sldId id="434" r:id="rId20"/>
    <p:sldId id="2142532882" r:id="rId21"/>
    <p:sldId id="2142532880" r:id="rId22"/>
    <p:sldId id="2142532883" r:id="rId23"/>
    <p:sldId id="2142532885" r:id="rId24"/>
    <p:sldId id="2142532909" r:id="rId25"/>
    <p:sldId id="2142532887" r:id="rId26"/>
    <p:sldId id="2142532924" r:id="rId27"/>
    <p:sldId id="2142532925" r:id="rId28"/>
    <p:sldId id="2142532903" r:id="rId29"/>
    <p:sldId id="2142532904" r:id="rId30"/>
    <p:sldId id="473" r:id="rId31"/>
    <p:sldId id="519" r:id="rId32"/>
    <p:sldId id="477" r:id="rId33"/>
    <p:sldId id="511" r:id="rId34"/>
    <p:sldId id="2142532918" r:id="rId35"/>
    <p:sldId id="552" r:id="rId36"/>
    <p:sldId id="2142532907" r:id="rId37"/>
    <p:sldId id="417" r:id="rId38"/>
    <p:sldId id="540" r:id="rId39"/>
    <p:sldId id="2142532863" r:id="rId40"/>
    <p:sldId id="2142532905" r:id="rId41"/>
    <p:sldId id="2142532866" r:id="rId42"/>
    <p:sldId id="2142532867" r:id="rId43"/>
    <p:sldId id="2142532870" r:id="rId44"/>
    <p:sldId id="2142532911" r:id="rId45"/>
    <p:sldId id="2142532912" r:id="rId46"/>
    <p:sldId id="2142532910" r:id="rId47"/>
    <p:sldId id="2142532860" r:id="rId48"/>
    <p:sldId id="509" r:id="rId49"/>
    <p:sldId id="2142532865" r:id="rId50"/>
    <p:sldId id="546" r:id="rId51"/>
    <p:sldId id="480" r:id="rId52"/>
    <p:sldId id="517" r:id="rId53"/>
    <p:sldId id="507" r:id="rId54"/>
    <p:sldId id="2142532859" r:id="rId55"/>
    <p:sldId id="440" r:id="rId56"/>
    <p:sldId id="516" r:id="rId57"/>
    <p:sldId id="544" r:id="rId58"/>
    <p:sldId id="522" r:id="rId59"/>
    <p:sldId id="2142532908" r:id="rId60"/>
    <p:sldId id="2142532926" r:id="rId61"/>
    <p:sldId id="501" r:id="rId62"/>
    <p:sldId id="411" r:id="rId63"/>
    <p:sldId id="2142532854" r:id="rId64"/>
    <p:sldId id="2142532873" r:id="rId65"/>
    <p:sldId id="2142532871" r:id="rId66"/>
    <p:sldId id="2142532872" r:id="rId67"/>
    <p:sldId id="2142532874" r:id="rId68"/>
    <p:sldId id="2142532828" r:id="rId69"/>
    <p:sldId id="2142532916" r:id="rId70"/>
    <p:sldId id="2142532920" r:id="rId71"/>
    <p:sldId id="482" r:id="rId72"/>
    <p:sldId id="2142532900" r:id="rId73"/>
    <p:sldId id="2142532856" r:id="rId74"/>
    <p:sldId id="2142532857" r:id="rId75"/>
    <p:sldId id="2142532858" r:id="rId76"/>
    <p:sldId id="2142532891" r:id="rId77"/>
    <p:sldId id="2142532922" r:id="rId78"/>
    <p:sldId id="2142532921" r:id="rId79"/>
    <p:sldId id="2142532855" r:id="rId80"/>
    <p:sldId id="484" r:id="rId81"/>
    <p:sldId id="2142532830" r:id="rId82"/>
    <p:sldId id="514" r:id="rId83"/>
    <p:sldId id="550" r:id="rId84"/>
    <p:sldId id="2142532825" r:id="rId85"/>
    <p:sldId id="2142532827" r:id="rId86"/>
    <p:sldId id="2142532826" r:id="rId87"/>
    <p:sldId id="420" r:id="rId88"/>
    <p:sldId id="410" r:id="rId89"/>
    <p:sldId id="2142532821" r:id="rId90"/>
    <p:sldId id="465" r:id="rId91"/>
    <p:sldId id="525" r:id="rId92"/>
    <p:sldId id="526" r:id="rId93"/>
    <p:sldId id="437" r:id="rId94"/>
    <p:sldId id="2142532868" r:id="rId95"/>
  </p:sldIdLst>
  <p:sldSz cx="24387175" cy="13716000"/>
  <p:notesSz cx="6858000" cy="9144000"/>
  <p:embeddedFontLst>
    <p:embeddedFont>
      <p:font typeface="IBM Plex Sans" panose="020B0503050203000203" pitchFamily="34" charset="0"/>
      <p:regular r:id="rId98"/>
      <p:bold r:id="rId99"/>
      <p:italic r:id="rId100"/>
      <p:boldItalic r:id="rId101"/>
    </p:embeddedFont>
    <p:embeddedFont>
      <p:font typeface="IBM Plex Sans ExtLt" panose="020B0303050203000203" pitchFamily="34" charset="0"/>
      <p:regular r:id="rId102"/>
      <p:italic r:id="rId103"/>
    </p:embeddedFont>
    <p:embeddedFont>
      <p:font typeface="IBM Plex Sans Light" panose="020B0403050203000203" pitchFamily="34" charset="0"/>
      <p:regular r:id="rId104"/>
      <p:italic r:id="rId105"/>
    </p:embeddedFont>
    <p:embeddedFont>
      <p:font typeface="IBM Plex Sans Medm" panose="020B0503050203000203" pitchFamily="34" charset="0"/>
      <p:regular r:id="rId106"/>
      <p:italic r:id="rId107"/>
    </p:embeddedFont>
    <p:embeddedFont>
      <p:font typeface="IBM Plex Sans SmBld" panose="020B0503050203000203" pitchFamily="34" charset="0"/>
      <p:regular r:id="rId108"/>
      <p:bold r:id="rId109"/>
      <p:italic r:id="rId110"/>
      <p:boldItalic r:id="rId111"/>
    </p:embeddedFont>
    <p:embeddedFont>
      <p:font typeface="IBMPlexSans-Light" panose="020B0503050203000203" pitchFamily="34" charset="0"/>
      <p:regular r:id="rId112"/>
    </p:embeddedFont>
  </p:embeddedFontLst>
  <p:defaultTextStyle>
    <a:defPPr>
      <a:defRPr lang="en-US"/>
    </a:defPPr>
    <a:lvl1pPr marL="0" algn="l" defTabSz="1829379" rtl="0" eaLnBrk="1" latinLnBrk="0" hangingPunct="1">
      <a:defRPr sz="3600" kern="1200">
        <a:solidFill>
          <a:schemeClr val="tx1"/>
        </a:solidFill>
        <a:latin typeface="+mn-lt"/>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7240C83-B322-10D6-062F-819233246F17}" name="Diana Stanciulescu" initials="DS" userId="S::diana.stanciulescu@ro.ibm.com::8457c4d8-b183-4fb8-9506-2337bdfae6b8" providerId="AD"/>
  <p188:author id="{471F5894-9527-7E5F-AE6F-3881B44FA2B8}" name="Gabriel Barbu" initials="" userId="S::gabriel.barbu@ibm.com::3d0c1c4c-23d9-4258-9226-f99453c12930"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Zachary Anderson" initials="ZA" lastIdx="26" clrIdx="0">
    <p:extLst>
      <p:ext uri="{19B8F6BF-5375-455C-9EA6-DF929625EA0E}">
        <p15:presenceInfo xmlns:p15="http://schemas.microsoft.com/office/powerpoint/2012/main" userId="S::zanderson@vsapartners.com::b6da4b55-2f36-4779-ba8b-606d779a32e3" providerId="AD"/>
      </p:ext>
    </p:extLst>
  </p:cmAuthor>
  <p:cmAuthor id="2" name="Liz Sadler" initials="LS" lastIdx="36" clrIdx="1">
    <p:extLst>
      <p:ext uri="{19B8F6BF-5375-455C-9EA6-DF929625EA0E}">
        <p15:presenceInfo xmlns:p15="http://schemas.microsoft.com/office/powerpoint/2012/main" userId="Liz Sadler"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7586"/>
    <p:restoredTop sz="96327"/>
  </p:normalViewPr>
  <p:slideViewPr>
    <p:cSldViewPr snapToGrid="0" snapToObjects="1">
      <p:cViewPr varScale="1">
        <p:scale>
          <a:sx n="51" d="100"/>
          <a:sy n="51" d="100"/>
        </p:scale>
        <p:origin x="968" y="240"/>
      </p:cViewPr>
      <p:guideLst/>
    </p:cSldViewPr>
  </p:slideViewPr>
  <p:outlineViewPr>
    <p:cViewPr>
      <p:scale>
        <a:sx n="33" d="100"/>
        <a:sy n="33" d="100"/>
      </p:scale>
      <p:origin x="-56" y="0"/>
    </p:cViewPr>
  </p:outlineViewPr>
  <p:notesTextViewPr>
    <p:cViewPr>
      <p:scale>
        <a:sx n="1" d="1"/>
        <a:sy n="1" d="1"/>
      </p:scale>
      <p:origin x="0" y="0"/>
    </p:cViewPr>
  </p:notesTextViewPr>
  <p:sorterViewPr>
    <p:cViewPr>
      <p:scale>
        <a:sx n="66" d="100"/>
        <a:sy n="66" d="100"/>
      </p:scale>
      <p:origin x="0" y="0"/>
    </p:cViewPr>
  </p:sorterViewPr>
  <p:notesViewPr>
    <p:cSldViewPr snapToGrid="0" snapToObjects="1">
      <p:cViewPr varScale="1">
        <p:scale>
          <a:sx n="97" d="100"/>
          <a:sy n="97" d="100"/>
        </p:scale>
        <p:origin x="4328" y="200"/>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tableStyles" Target="tableStyles.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font" Target="fonts/font15.fntdata"/><Relationship Id="rId16" Type="http://schemas.openxmlformats.org/officeDocument/2006/relationships/slide" Target="slides/slide15.xml"/><Relationship Id="rId107" Type="http://schemas.openxmlformats.org/officeDocument/2006/relationships/font" Target="fonts/font10.fntdata"/><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font" Target="fonts/font5.fntdata"/><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commentAuthors" Target="commentAuthors.xml"/><Relationship Id="rId118" Type="http://schemas.microsoft.com/office/2018/10/relationships/authors" Target="authors.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font" Target="fonts/font6.fntdata"/><Relationship Id="rId108" Type="http://schemas.openxmlformats.org/officeDocument/2006/relationships/font" Target="fonts/font11.fntdata"/><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font" Target="fonts/font2.fntdata"/><Relationship Id="rId101"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font" Target="fonts/font12.fntdata"/><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handoutMaster" Target="handoutMasters/handoutMaster1.xml"/><Relationship Id="rId104" Type="http://schemas.openxmlformats.org/officeDocument/2006/relationships/font" Target="fonts/font7.fntdata"/><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font" Target="fonts/font13.fntdata"/><Relationship Id="rId115" Type="http://schemas.openxmlformats.org/officeDocument/2006/relationships/viewProps" Target="view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font" Target="fonts/font3.fntdata"/><Relationship Id="rId105" Type="http://schemas.openxmlformats.org/officeDocument/2006/relationships/font" Target="fonts/font8.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font" Target="fonts/font1.fntdata"/><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font" Target="fonts/font14.fntdata"/><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font" Target="fonts/font9.fntdata"/></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6.xml"/><Relationship Id="rId1" Type="http://schemas.microsoft.com/office/2011/relationships/chartStyle" Target="style6.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6.7931034482758626E-2"/>
          <c:y val="3.351849519611369E-2"/>
          <c:w val="0.91942528735632179"/>
          <c:h val="0.88659033421509104"/>
        </c:manualLayout>
      </c:layout>
      <c:lineChart>
        <c:grouping val="standard"/>
        <c:varyColors val="0"/>
        <c:ser>
          <c:idx val="0"/>
          <c:order val="0"/>
          <c:tx>
            <c:strRef>
              <c:f>Sheet1!$B$1</c:f>
              <c:strCache>
                <c:ptCount val="1"/>
                <c:pt idx="0">
                  <c:v>Series 1</c:v>
                </c:pt>
              </c:strCache>
            </c:strRef>
          </c:tx>
          <c:spPr>
            <a:ln w="28575" cap="rnd">
              <a:solidFill>
                <a:schemeClr val="accent1"/>
              </a:solidFill>
              <a:round/>
            </a:ln>
            <a:effectLst/>
          </c:spPr>
          <c:marker>
            <c:symbol val="none"/>
          </c:marker>
          <c:cat>
            <c:numRef>
              <c:f>Sheet1!$A$2:$A$12</c:f>
              <c:numCache>
                <c:formatCode>General</c:formatCode>
                <c:ptCount val="11"/>
                <c:pt idx="0">
                  <c:v>2016</c:v>
                </c:pt>
                <c:pt idx="10">
                  <c:v>2026</c:v>
                </c:pt>
              </c:numCache>
            </c:numRef>
          </c:cat>
          <c:val>
            <c:numRef>
              <c:f>Sheet1!$B$2:$B$12</c:f>
              <c:numCache>
                <c:formatCode>General</c:formatCode>
                <c:ptCount val="11"/>
                <c:pt idx="0">
                  <c:v>5</c:v>
                </c:pt>
                <c:pt idx="1">
                  <c:v>6</c:v>
                </c:pt>
                <c:pt idx="2">
                  <c:v>7</c:v>
                </c:pt>
                <c:pt idx="3">
                  <c:v>8</c:v>
                </c:pt>
                <c:pt idx="4">
                  <c:v>10</c:v>
                </c:pt>
                <c:pt idx="5">
                  <c:v>11.5</c:v>
                </c:pt>
                <c:pt idx="6">
                  <c:v>12</c:v>
                </c:pt>
                <c:pt idx="7">
                  <c:v>12.5</c:v>
                </c:pt>
                <c:pt idx="8">
                  <c:v>14</c:v>
                </c:pt>
                <c:pt idx="9">
                  <c:v>16</c:v>
                </c:pt>
                <c:pt idx="10">
                  <c:v>34</c:v>
                </c:pt>
              </c:numCache>
            </c:numRef>
          </c:val>
          <c:smooth val="0"/>
          <c:extLst>
            <c:ext xmlns:c16="http://schemas.microsoft.com/office/drawing/2014/chart" uri="{C3380CC4-5D6E-409C-BE32-E72D297353CC}">
              <c16:uniqueId val="{00000000-0286-BE40-84BC-AE11DD401668}"/>
            </c:ext>
          </c:extLst>
        </c:ser>
        <c:ser>
          <c:idx val="1"/>
          <c:order val="1"/>
          <c:tx>
            <c:strRef>
              <c:f>Sheet1!$C$1</c:f>
              <c:strCache>
                <c:ptCount val="1"/>
                <c:pt idx="0">
                  <c:v>Column1</c:v>
                </c:pt>
              </c:strCache>
            </c:strRef>
          </c:tx>
          <c:spPr>
            <a:ln w="28575" cap="rnd">
              <a:solidFill>
                <a:schemeClr val="accent2"/>
              </a:solidFill>
              <a:round/>
            </a:ln>
            <a:effectLst/>
          </c:spPr>
          <c:marker>
            <c:symbol val="none"/>
          </c:marker>
          <c:cat>
            <c:numRef>
              <c:f>Sheet1!$A$2:$A$12</c:f>
              <c:numCache>
                <c:formatCode>General</c:formatCode>
                <c:ptCount val="11"/>
                <c:pt idx="0">
                  <c:v>2016</c:v>
                </c:pt>
                <c:pt idx="10">
                  <c:v>2026</c:v>
                </c:pt>
              </c:numCache>
            </c:numRef>
          </c:cat>
          <c:val>
            <c:numRef>
              <c:f>Sheet1!$C$2:$C$12</c:f>
              <c:numCache>
                <c:formatCode>General</c:formatCode>
                <c:ptCount val="11"/>
              </c:numCache>
            </c:numRef>
          </c:val>
          <c:smooth val="0"/>
          <c:extLst>
            <c:ext xmlns:c16="http://schemas.microsoft.com/office/drawing/2014/chart" uri="{C3380CC4-5D6E-409C-BE32-E72D297353CC}">
              <c16:uniqueId val="{00000001-0286-BE40-84BC-AE11DD401668}"/>
            </c:ext>
          </c:extLst>
        </c:ser>
        <c:ser>
          <c:idx val="2"/>
          <c:order val="2"/>
          <c:tx>
            <c:strRef>
              <c:f>Sheet1!$D$1</c:f>
              <c:strCache>
                <c:ptCount val="1"/>
                <c:pt idx="0">
                  <c:v>Column2</c:v>
                </c:pt>
              </c:strCache>
            </c:strRef>
          </c:tx>
          <c:spPr>
            <a:ln w="28575" cap="rnd">
              <a:solidFill>
                <a:schemeClr val="accent3"/>
              </a:solidFill>
              <a:round/>
            </a:ln>
            <a:effectLst/>
          </c:spPr>
          <c:marker>
            <c:symbol val="none"/>
          </c:marker>
          <c:cat>
            <c:numRef>
              <c:f>Sheet1!$A$2:$A$12</c:f>
              <c:numCache>
                <c:formatCode>General</c:formatCode>
                <c:ptCount val="11"/>
                <c:pt idx="0">
                  <c:v>2016</c:v>
                </c:pt>
                <c:pt idx="10">
                  <c:v>2026</c:v>
                </c:pt>
              </c:numCache>
            </c:numRef>
          </c:cat>
          <c:val>
            <c:numRef>
              <c:f>Sheet1!$D$2:$D$12</c:f>
              <c:numCache>
                <c:formatCode>General</c:formatCode>
                <c:ptCount val="11"/>
              </c:numCache>
            </c:numRef>
          </c:val>
          <c:smooth val="0"/>
          <c:extLst>
            <c:ext xmlns:c16="http://schemas.microsoft.com/office/drawing/2014/chart" uri="{C3380CC4-5D6E-409C-BE32-E72D297353CC}">
              <c16:uniqueId val="{00000002-0286-BE40-84BC-AE11DD401668}"/>
            </c:ext>
          </c:extLst>
        </c:ser>
        <c:ser>
          <c:idx val="3"/>
          <c:order val="3"/>
          <c:tx>
            <c:strRef>
              <c:f>Sheet1!$E$1</c:f>
              <c:strCache>
                <c:ptCount val="1"/>
                <c:pt idx="0">
                  <c:v>Column3</c:v>
                </c:pt>
              </c:strCache>
            </c:strRef>
          </c:tx>
          <c:spPr>
            <a:ln w="28575" cap="rnd">
              <a:solidFill>
                <a:schemeClr val="accent4"/>
              </a:solidFill>
              <a:round/>
            </a:ln>
            <a:effectLst/>
          </c:spPr>
          <c:marker>
            <c:symbol val="none"/>
          </c:marker>
          <c:cat>
            <c:numRef>
              <c:f>Sheet1!$A$2:$A$12</c:f>
              <c:numCache>
                <c:formatCode>General</c:formatCode>
                <c:ptCount val="11"/>
                <c:pt idx="0">
                  <c:v>2016</c:v>
                </c:pt>
                <c:pt idx="10">
                  <c:v>2026</c:v>
                </c:pt>
              </c:numCache>
            </c:numRef>
          </c:cat>
          <c:val>
            <c:numRef>
              <c:f>Sheet1!$E$2:$E$12</c:f>
              <c:numCache>
                <c:formatCode>General</c:formatCode>
                <c:ptCount val="11"/>
              </c:numCache>
            </c:numRef>
          </c:val>
          <c:smooth val="0"/>
          <c:extLst>
            <c:ext xmlns:c16="http://schemas.microsoft.com/office/drawing/2014/chart" uri="{C3380CC4-5D6E-409C-BE32-E72D297353CC}">
              <c16:uniqueId val="{00000003-0286-BE40-84BC-AE11DD401668}"/>
            </c:ext>
          </c:extLst>
        </c:ser>
        <c:ser>
          <c:idx val="4"/>
          <c:order val="4"/>
          <c:tx>
            <c:strRef>
              <c:f>Sheet1!$F$1</c:f>
              <c:strCache>
                <c:ptCount val="1"/>
                <c:pt idx="0">
                  <c:v>Column4</c:v>
                </c:pt>
              </c:strCache>
            </c:strRef>
          </c:tx>
          <c:spPr>
            <a:ln w="28575" cap="rnd">
              <a:solidFill>
                <a:schemeClr val="accent5"/>
              </a:solidFill>
              <a:round/>
            </a:ln>
            <a:effectLst/>
          </c:spPr>
          <c:marker>
            <c:symbol val="none"/>
          </c:marker>
          <c:cat>
            <c:numRef>
              <c:f>Sheet1!$A$2:$A$12</c:f>
              <c:numCache>
                <c:formatCode>General</c:formatCode>
                <c:ptCount val="11"/>
                <c:pt idx="0">
                  <c:v>2016</c:v>
                </c:pt>
                <c:pt idx="10">
                  <c:v>2026</c:v>
                </c:pt>
              </c:numCache>
            </c:numRef>
          </c:cat>
          <c:val>
            <c:numRef>
              <c:f>Sheet1!$F$2:$F$12</c:f>
              <c:numCache>
                <c:formatCode>General</c:formatCode>
                <c:ptCount val="11"/>
              </c:numCache>
            </c:numRef>
          </c:val>
          <c:smooth val="0"/>
          <c:extLst>
            <c:ext xmlns:c16="http://schemas.microsoft.com/office/drawing/2014/chart" uri="{C3380CC4-5D6E-409C-BE32-E72D297353CC}">
              <c16:uniqueId val="{00000004-0286-BE40-84BC-AE11DD401668}"/>
            </c:ext>
          </c:extLst>
        </c:ser>
        <c:dLbls>
          <c:showLegendKey val="0"/>
          <c:showVal val="0"/>
          <c:showCatName val="0"/>
          <c:showSerName val="0"/>
          <c:showPercent val="0"/>
          <c:showBubbleSize val="0"/>
        </c:dLbls>
        <c:smooth val="0"/>
        <c:axId val="1271108959"/>
        <c:axId val="1271530799"/>
      </c:lineChart>
      <c:catAx>
        <c:axId val="1271108959"/>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2400" b="0" i="0" u="none" strike="noStrike" kern="1200" baseline="0">
                <a:solidFill>
                  <a:schemeClr val="tx1"/>
                </a:solidFill>
                <a:latin typeface="+mn-lt"/>
                <a:ea typeface="+mn-ea"/>
                <a:cs typeface="+mn-cs"/>
              </a:defRPr>
            </a:pPr>
            <a:endParaRPr lang="en-RO"/>
          </a:p>
        </c:txPr>
        <c:crossAx val="1271530799"/>
        <c:crosses val="autoZero"/>
        <c:auto val="1"/>
        <c:lblAlgn val="ctr"/>
        <c:lblOffset val="100"/>
        <c:noMultiLvlLbl val="0"/>
      </c:catAx>
      <c:valAx>
        <c:axId val="1271530799"/>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2400" b="0" i="0" u="none" strike="noStrike" kern="1200" baseline="0">
                <a:solidFill>
                  <a:schemeClr val="tx1"/>
                </a:solidFill>
                <a:latin typeface="+mn-lt"/>
                <a:ea typeface="+mn-ea"/>
                <a:cs typeface="+mn-cs"/>
              </a:defRPr>
            </a:pPr>
            <a:endParaRPr lang="en-RO"/>
          </a:p>
        </c:txPr>
        <c:crossAx val="1271108959"/>
        <c:crosses val="autoZero"/>
        <c:crossBetween val="between"/>
        <c:majorUnit val="10"/>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RO"/>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384558156498367"/>
          <c:y val="0.35041067984683028"/>
          <c:w val="0.53444259737788491"/>
          <c:h val="0.55744039138028878"/>
        </c:manualLayout>
      </c:layout>
      <c:doughnutChart>
        <c:varyColors val="1"/>
        <c:ser>
          <c:idx val="0"/>
          <c:order val="0"/>
          <c:tx>
            <c:strRef>
              <c:f>Sheet1!$B$1</c:f>
              <c:strCache>
                <c:ptCount val="1"/>
                <c:pt idx="0">
                  <c:v>Sales</c:v>
                </c:pt>
              </c:strCache>
            </c:strRef>
          </c:tx>
          <c:spPr>
            <a:ln>
              <a:solidFill>
                <a:schemeClr val="bg1"/>
              </a:solidFill>
            </a:ln>
          </c:spPr>
          <c:dPt>
            <c:idx val="0"/>
            <c:bubble3D val="0"/>
            <c:spPr>
              <a:solidFill>
                <a:schemeClr val="accent1"/>
              </a:solidFill>
              <a:ln w="12700">
                <a:solidFill>
                  <a:schemeClr val="bg1"/>
                </a:solidFill>
              </a:ln>
              <a:effectLst/>
            </c:spPr>
            <c:extLst>
              <c:ext xmlns:c16="http://schemas.microsoft.com/office/drawing/2014/chart" uri="{C3380CC4-5D6E-409C-BE32-E72D297353CC}">
                <c16:uniqueId val="{00000001-8F7C-9F41-8BE5-58084EEA74AC}"/>
              </c:ext>
            </c:extLst>
          </c:dPt>
          <c:dPt>
            <c:idx val="1"/>
            <c:bubble3D val="0"/>
            <c:spPr>
              <a:solidFill>
                <a:srgbClr val="E0E0E0"/>
              </a:solidFill>
              <a:ln w="12700">
                <a:solidFill>
                  <a:schemeClr val="bg1"/>
                </a:solidFill>
              </a:ln>
              <a:effectLst/>
            </c:spPr>
            <c:extLst>
              <c:ext xmlns:c16="http://schemas.microsoft.com/office/drawing/2014/chart" uri="{C3380CC4-5D6E-409C-BE32-E72D297353CC}">
                <c16:uniqueId val="{00000003-8F7C-9F41-8BE5-58084EEA74AC}"/>
              </c:ext>
            </c:extLst>
          </c:dPt>
          <c:dPt>
            <c:idx val="2"/>
            <c:bubble3D val="0"/>
            <c:spPr>
              <a:solidFill>
                <a:srgbClr val="BAE6FF"/>
              </a:solidFill>
              <a:ln w="19050">
                <a:solidFill>
                  <a:srgbClr val="1192E8"/>
                </a:solidFill>
              </a:ln>
              <a:effectLst/>
            </c:spPr>
            <c:extLst>
              <c:ext xmlns:c16="http://schemas.microsoft.com/office/drawing/2014/chart" uri="{C3380CC4-5D6E-409C-BE32-E72D297353CC}">
                <c16:uniqueId val="{00000005-8F7C-9F41-8BE5-58084EEA74AC}"/>
              </c:ext>
            </c:extLst>
          </c:dPt>
          <c:dPt>
            <c:idx val="3"/>
            <c:bubble3D val="0"/>
            <c:spPr>
              <a:solidFill>
                <a:srgbClr val="9EF0F0"/>
              </a:solidFill>
              <a:ln w="19050">
                <a:solidFill>
                  <a:srgbClr val="009D9A"/>
                </a:solidFill>
              </a:ln>
              <a:effectLst/>
            </c:spPr>
            <c:extLst>
              <c:ext xmlns:c16="http://schemas.microsoft.com/office/drawing/2014/chart" uri="{C3380CC4-5D6E-409C-BE32-E72D297353CC}">
                <c16:uniqueId val="{00000007-8F7C-9F41-8BE5-58084EEA74AC}"/>
              </c:ext>
            </c:extLst>
          </c:dPt>
          <c:dPt>
            <c:idx val="4"/>
            <c:bubble3D val="0"/>
            <c:spPr>
              <a:solidFill>
                <a:srgbClr val="FFD6E8"/>
              </a:solidFill>
              <a:ln w="19050">
                <a:solidFill>
                  <a:srgbClr val="EE5396"/>
                </a:solidFill>
              </a:ln>
              <a:effectLst/>
            </c:spPr>
            <c:extLst>
              <c:ext xmlns:c16="http://schemas.microsoft.com/office/drawing/2014/chart" uri="{C3380CC4-5D6E-409C-BE32-E72D297353CC}">
                <c16:uniqueId val="{00000009-8F7C-9F41-8BE5-58084EEA74AC}"/>
              </c:ext>
            </c:extLst>
          </c:dPt>
          <c:dPt>
            <c:idx val="5"/>
            <c:bubble3D val="0"/>
            <c:spPr>
              <a:solidFill>
                <a:srgbClr val="FFD7D9"/>
              </a:solidFill>
              <a:ln w="19050">
                <a:solidFill>
                  <a:srgbClr val="FA4D56"/>
                </a:solidFill>
              </a:ln>
              <a:effectLst/>
            </c:spPr>
            <c:extLst>
              <c:ext xmlns:c16="http://schemas.microsoft.com/office/drawing/2014/chart" uri="{C3380CC4-5D6E-409C-BE32-E72D297353CC}">
                <c16:uniqueId val="{0000000B-8F7C-9F41-8BE5-58084EEA74AC}"/>
              </c:ext>
            </c:extLst>
          </c:dPt>
          <c:cat>
            <c:strRef>
              <c:f>Sheet1!$A$2:$A$7</c:f>
              <c:strCache>
                <c:ptCount val="2"/>
                <c:pt idx="0">
                  <c:v>Label 1</c:v>
                </c:pt>
                <c:pt idx="1">
                  <c:v>Label 2</c:v>
                </c:pt>
              </c:strCache>
            </c:strRef>
          </c:cat>
          <c:val>
            <c:numRef>
              <c:f>Sheet1!$B$2:$B$7</c:f>
              <c:numCache>
                <c:formatCode>0%</c:formatCode>
                <c:ptCount val="6"/>
                <c:pt idx="0">
                  <c:v>0.37</c:v>
                </c:pt>
                <c:pt idx="1">
                  <c:v>0.63</c:v>
                </c:pt>
              </c:numCache>
            </c:numRef>
          </c:val>
          <c:extLst>
            <c:ext xmlns:c16="http://schemas.microsoft.com/office/drawing/2014/chart" uri="{C3380CC4-5D6E-409C-BE32-E72D297353CC}">
              <c16:uniqueId val="{0000000C-8F7C-9F41-8BE5-58084EEA74AC}"/>
            </c:ext>
          </c:extLst>
        </c:ser>
        <c:dLbls>
          <c:showLegendKey val="0"/>
          <c:showVal val="0"/>
          <c:showCatName val="0"/>
          <c:showSerName val="0"/>
          <c:showPercent val="0"/>
          <c:showBubbleSize val="0"/>
          <c:showLeaderLines val="1"/>
        </c:dLbls>
        <c:firstSliceAng val="0"/>
        <c:holeSize val="80"/>
      </c:doughnutChart>
      <c:spPr>
        <a:noFill/>
        <a:ln w="12700">
          <a:solidFill>
            <a:schemeClr val="bg1"/>
          </a:solid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12700">
      <a:noFill/>
    </a:ln>
    <a:effectLst/>
  </c:spPr>
  <c:txPr>
    <a:bodyPr/>
    <a:lstStyle/>
    <a:p>
      <a:pPr>
        <a:defRPr/>
      </a:pPr>
      <a:endParaRPr lang="en-RO"/>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384558156498367"/>
          <c:y val="0.35041067984683028"/>
          <c:w val="0.53444259737788491"/>
          <c:h val="0.55744039138028878"/>
        </c:manualLayout>
      </c:layout>
      <c:doughnutChart>
        <c:varyColors val="1"/>
        <c:ser>
          <c:idx val="0"/>
          <c:order val="0"/>
          <c:tx>
            <c:strRef>
              <c:f>Sheet1!$B$1</c:f>
              <c:strCache>
                <c:ptCount val="1"/>
                <c:pt idx="0">
                  <c:v>Sales</c:v>
                </c:pt>
              </c:strCache>
            </c:strRef>
          </c:tx>
          <c:spPr>
            <a:ln>
              <a:solidFill>
                <a:schemeClr val="bg1"/>
              </a:solidFill>
            </a:ln>
          </c:spPr>
          <c:dPt>
            <c:idx val="0"/>
            <c:bubble3D val="0"/>
            <c:spPr>
              <a:solidFill>
                <a:schemeClr val="accent1"/>
              </a:solidFill>
              <a:ln w="12700">
                <a:solidFill>
                  <a:schemeClr val="bg1"/>
                </a:solidFill>
              </a:ln>
              <a:effectLst/>
            </c:spPr>
            <c:extLst>
              <c:ext xmlns:c16="http://schemas.microsoft.com/office/drawing/2014/chart" uri="{C3380CC4-5D6E-409C-BE32-E72D297353CC}">
                <c16:uniqueId val="{00000001-8F7C-9F41-8BE5-58084EEA74AC}"/>
              </c:ext>
            </c:extLst>
          </c:dPt>
          <c:dPt>
            <c:idx val="1"/>
            <c:bubble3D val="0"/>
            <c:spPr>
              <a:solidFill>
                <a:srgbClr val="E0E0E0"/>
              </a:solidFill>
              <a:ln w="12700">
                <a:solidFill>
                  <a:schemeClr val="bg1"/>
                </a:solidFill>
              </a:ln>
              <a:effectLst/>
            </c:spPr>
            <c:extLst>
              <c:ext xmlns:c16="http://schemas.microsoft.com/office/drawing/2014/chart" uri="{C3380CC4-5D6E-409C-BE32-E72D297353CC}">
                <c16:uniqueId val="{00000003-8F7C-9F41-8BE5-58084EEA74AC}"/>
              </c:ext>
            </c:extLst>
          </c:dPt>
          <c:dPt>
            <c:idx val="2"/>
            <c:bubble3D val="0"/>
            <c:spPr>
              <a:solidFill>
                <a:srgbClr val="BAE6FF"/>
              </a:solidFill>
              <a:ln w="19050">
                <a:solidFill>
                  <a:srgbClr val="1192E8"/>
                </a:solidFill>
              </a:ln>
              <a:effectLst/>
            </c:spPr>
            <c:extLst>
              <c:ext xmlns:c16="http://schemas.microsoft.com/office/drawing/2014/chart" uri="{C3380CC4-5D6E-409C-BE32-E72D297353CC}">
                <c16:uniqueId val="{00000005-8F7C-9F41-8BE5-58084EEA74AC}"/>
              </c:ext>
            </c:extLst>
          </c:dPt>
          <c:dPt>
            <c:idx val="3"/>
            <c:bubble3D val="0"/>
            <c:spPr>
              <a:solidFill>
                <a:srgbClr val="9EF0F0"/>
              </a:solidFill>
              <a:ln w="19050">
                <a:solidFill>
                  <a:srgbClr val="009D9A"/>
                </a:solidFill>
              </a:ln>
              <a:effectLst/>
            </c:spPr>
            <c:extLst>
              <c:ext xmlns:c16="http://schemas.microsoft.com/office/drawing/2014/chart" uri="{C3380CC4-5D6E-409C-BE32-E72D297353CC}">
                <c16:uniqueId val="{00000007-8F7C-9F41-8BE5-58084EEA74AC}"/>
              </c:ext>
            </c:extLst>
          </c:dPt>
          <c:dPt>
            <c:idx val="4"/>
            <c:bubble3D val="0"/>
            <c:spPr>
              <a:solidFill>
                <a:srgbClr val="FFD6E8"/>
              </a:solidFill>
              <a:ln w="19050">
                <a:solidFill>
                  <a:srgbClr val="EE5396"/>
                </a:solidFill>
              </a:ln>
              <a:effectLst/>
            </c:spPr>
            <c:extLst>
              <c:ext xmlns:c16="http://schemas.microsoft.com/office/drawing/2014/chart" uri="{C3380CC4-5D6E-409C-BE32-E72D297353CC}">
                <c16:uniqueId val="{00000009-8F7C-9F41-8BE5-58084EEA74AC}"/>
              </c:ext>
            </c:extLst>
          </c:dPt>
          <c:dPt>
            <c:idx val="5"/>
            <c:bubble3D val="0"/>
            <c:spPr>
              <a:solidFill>
                <a:srgbClr val="FFD7D9"/>
              </a:solidFill>
              <a:ln w="19050">
                <a:solidFill>
                  <a:srgbClr val="FA4D56"/>
                </a:solidFill>
              </a:ln>
              <a:effectLst/>
            </c:spPr>
            <c:extLst>
              <c:ext xmlns:c16="http://schemas.microsoft.com/office/drawing/2014/chart" uri="{C3380CC4-5D6E-409C-BE32-E72D297353CC}">
                <c16:uniqueId val="{0000000B-8F7C-9F41-8BE5-58084EEA74AC}"/>
              </c:ext>
            </c:extLst>
          </c:dPt>
          <c:cat>
            <c:strRef>
              <c:f>Sheet1!$A$2:$A$7</c:f>
              <c:strCache>
                <c:ptCount val="2"/>
                <c:pt idx="0">
                  <c:v>Label 1</c:v>
                </c:pt>
                <c:pt idx="1">
                  <c:v>Label 2</c:v>
                </c:pt>
              </c:strCache>
            </c:strRef>
          </c:cat>
          <c:val>
            <c:numRef>
              <c:f>Sheet1!$B$2:$B$7</c:f>
              <c:numCache>
                <c:formatCode>0%</c:formatCode>
                <c:ptCount val="6"/>
                <c:pt idx="0">
                  <c:v>0.28999999999999998</c:v>
                </c:pt>
                <c:pt idx="1">
                  <c:v>0.71</c:v>
                </c:pt>
              </c:numCache>
            </c:numRef>
          </c:val>
          <c:extLst>
            <c:ext xmlns:c16="http://schemas.microsoft.com/office/drawing/2014/chart" uri="{C3380CC4-5D6E-409C-BE32-E72D297353CC}">
              <c16:uniqueId val="{0000000C-8F7C-9F41-8BE5-58084EEA74AC}"/>
            </c:ext>
          </c:extLst>
        </c:ser>
        <c:dLbls>
          <c:showLegendKey val="0"/>
          <c:showVal val="0"/>
          <c:showCatName val="0"/>
          <c:showSerName val="0"/>
          <c:showPercent val="0"/>
          <c:showBubbleSize val="0"/>
          <c:showLeaderLines val="1"/>
        </c:dLbls>
        <c:firstSliceAng val="0"/>
        <c:holeSize val="80"/>
      </c:doughnutChart>
      <c:spPr>
        <a:noFill/>
        <a:ln w="12700">
          <a:solidFill>
            <a:schemeClr val="bg1"/>
          </a:solid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12700">
      <a:noFill/>
    </a:ln>
    <a:effectLst/>
  </c:spPr>
  <c:txPr>
    <a:bodyPr/>
    <a:lstStyle/>
    <a:p>
      <a:pPr>
        <a:defRPr/>
      </a:pPr>
      <a:endParaRPr lang="en-RO"/>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384558156498367"/>
          <c:y val="0.35041067984683028"/>
          <c:w val="0.53444259737788491"/>
          <c:h val="0.55744039138028878"/>
        </c:manualLayout>
      </c:layout>
      <c:doughnutChart>
        <c:varyColors val="1"/>
        <c:ser>
          <c:idx val="0"/>
          <c:order val="0"/>
          <c:tx>
            <c:strRef>
              <c:f>Sheet1!$B$1</c:f>
              <c:strCache>
                <c:ptCount val="1"/>
                <c:pt idx="0">
                  <c:v>Sales</c:v>
                </c:pt>
              </c:strCache>
            </c:strRef>
          </c:tx>
          <c:spPr>
            <a:ln>
              <a:solidFill>
                <a:schemeClr val="bg1"/>
              </a:solidFill>
            </a:ln>
          </c:spPr>
          <c:dPt>
            <c:idx val="0"/>
            <c:bubble3D val="0"/>
            <c:spPr>
              <a:solidFill>
                <a:schemeClr val="accent1"/>
              </a:solidFill>
              <a:ln w="12700">
                <a:solidFill>
                  <a:schemeClr val="bg1"/>
                </a:solidFill>
              </a:ln>
              <a:effectLst/>
            </c:spPr>
            <c:extLst>
              <c:ext xmlns:c16="http://schemas.microsoft.com/office/drawing/2014/chart" uri="{C3380CC4-5D6E-409C-BE32-E72D297353CC}">
                <c16:uniqueId val="{00000001-8F7C-9F41-8BE5-58084EEA74AC}"/>
              </c:ext>
            </c:extLst>
          </c:dPt>
          <c:dPt>
            <c:idx val="1"/>
            <c:bubble3D val="0"/>
            <c:spPr>
              <a:solidFill>
                <a:srgbClr val="E0E0E0"/>
              </a:solidFill>
              <a:ln w="12700">
                <a:solidFill>
                  <a:schemeClr val="bg1"/>
                </a:solidFill>
              </a:ln>
              <a:effectLst/>
            </c:spPr>
            <c:extLst>
              <c:ext xmlns:c16="http://schemas.microsoft.com/office/drawing/2014/chart" uri="{C3380CC4-5D6E-409C-BE32-E72D297353CC}">
                <c16:uniqueId val="{00000003-8F7C-9F41-8BE5-58084EEA74AC}"/>
              </c:ext>
            </c:extLst>
          </c:dPt>
          <c:dPt>
            <c:idx val="2"/>
            <c:bubble3D val="0"/>
            <c:spPr>
              <a:solidFill>
                <a:srgbClr val="BAE6FF"/>
              </a:solidFill>
              <a:ln w="19050">
                <a:solidFill>
                  <a:srgbClr val="1192E8"/>
                </a:solidFill>
              </a:ln>
              <a:effectLst/>
            </c:spPr>
            <c:extLst>
              <c:ext xmlns:c16="http://schemas.microsoft.com/office/drawing/2014/chart" uri="{C3380CC4-5D6E-409C-BE32-E72D297353CC}">
                <c16:uniqueId val="{00000005-8F7C-9F41-8BE5-58084EEA74AC}"/>
              </c:ext>
            </c:extLst>
          </c:dPt>
          <c:dPt>
            <c:idx val="3"/>
            <c:bubble3D val="0"/>
            <c:spPr>
              <a:solidFill>
                <a:srgbClr val="9EF0F0"/>
              </a:solidFill>
              <a:ln w="19050">
                <a:solidFill>
                  <a:srgbClr val="009D9A"/>
                </a:solidFill>
              </a:ln>
              <a:effectLst/>
            </c:spPr>
            <c:extLst>
              <c:ext xmlns:c16="http://schemas.microsoft.com/office/drawing/2014/chart" uri="{C3380CC4-5D6E-409C-BE32-E72D297353CC}">
                <c16:uniqueId val="{00000007-8F7C-9F41-8BE5-58084EEA74AC}"/>
              </c:ext>
            </c:extLst>
          </c:dPt>
          <c:dPt>
            <c:idx val="4"/>
            <c:bubble3D val="0"/>
            <c:spPr>
              <a:solidFill>
                <a:srgbClr val="FFD6E8"/>
              </a:solidFill>
              <a:ln w="19050">
                <a:solidFill>
                  <a:srgbClr val="EE5396"/>
                </a:solidFill>
              </a:ln>
              <a:effectLst/>
            </c:spPr>
            <c:extLst>
              <c:ext xmlns:c16="http://schemas.microsoft.com/office/drawing/2014/chart" uri="{C3380CC4-5D6E-409C-BE32-E72D297353CC}">
                <c16:uniqueId val="{00000009-8F7C-9F41-8BE5-58084EEA74AC}"/>
              </c:ext>
            </c:extLst>
          </c:dPt>
          <c:dPt>
            <c:idx val="5"/>
            <c:bubble3D val="0"/>
            <c:spPr>
              <a:solidFill>
                <a:srgbClr val="FFD7D9"/>
              </a:solidFill>
              <a:ln w="19050">
                <a:solidFill>
                  <a:srgbClr val="FA4D56"/>
                </a:solidFill>
              </a:ln>
              <a:effectLst/>
            </c:spPr>
            <c:extLst>
              <c:ext xmlns:c16="http://schemas.microsoft.com/office/drawing/2014/chart" uri="{C3380CC4-5D6E-409C-BE32-E72D297353CC}">
                <c16:uniqueId val="{0000000B-8F7C-9F41-8BE5-58084EEA74AC}"/>
              </c:ext>
            </c:extLst>
          </c:dPt>
          <c:cat>
            <c:strRef>
              <c:f>Sheet1!$A$2:$A$7</c:f>
              <c:strCache>
                <c:ptCount val="2"/>
                <c:pt idx="0">
                  <c:v>Label 1</c:v>
                </c:pt>
                <c:pt idx="1">
                  <c:v>Label 2</c:v>
                </c:pt>
              </c:strCache>
            </c:strRef>
          </c:cat>
          <c:val>
            <c:numRef>
              <c:f>Sheet1!$B$2:$B$7</c:f>
              <c:numCache>
                <c:formatCode>0%</c:formatCode>
                <c:ptCount val="6"/>
                <c:pt idx="0">
                  <c:v>0.28000000000000003</c:v>
                </c:pt>
                <c:pt idx="1">
                  <c:v>0.72</c:v>
                </c:pt>
              </c:numCache>
            </c:numRef>
          </c:val>
          <c:extLst>
            <c:ext xmlns:c16="http://schemas.microsoft.com/office/drawing/2014/chart" uri="{C3380CC4-5D6E-409C-BE32-E72D297353CC}">
              <c16:uniqueId val="{0000000C-8F7C-9F41-8BE5-58084EEA74AC}"/>
            </c:ext>
          </c:extLst>
        </c:ser>
        <c:dLbls>
          <c:showLegendKey val="0"/>
          <c:showVal val="0"/>
          <c:showCatName val="0"/>
          <c:showSerName val="0"/>
          <c:showPercent val="0"/>
          <c:showBubbleSize val="0"/>
          <c:showLeaderLines val="1"/>
        </c:dLbls>
        <c:firstSliceAng val="0"/>
        <c:holeSize val="80"/>
      </c:doughnutChart>
      <c:spPr>
        <a:noFill/>
        <a:ln w="12700">
          <a:solidFill>
            <a:schemeClr val="bg1"/>
          </a:solid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12700">
      <a:noFill/>
    </a:ln>
    <a:effectLst/>
  </c:spPr>
  <c:txPr>
    <a:bodyPr/>
    <a:lstStyle/>
    <a:p>
      <a:pPr>
        <a:defRPr/>
      </a:pPr>
      <a:endParaRPr lang="en-RO"/>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384558156498367"/>
          <c:y val="0.35041067984683028"/>
          <c:w val="0.53444259737788491"/>
          <c:h val="0.55744039138028878"/>
        </c:manualLayout>
      </c:layout>
      <c:doughnutChart>
        <c:varyColors val="1"/>
        <c:ser>
          <c:idx val="0"/>
          <c:order val="0"/>
          <c:tx>
            <c:strRef>
              <c:f>Sheet1!$B$1</c:f>
              <c:strCache>
                <c:ptCount val="1"/>
                <c:pt idx="0">
                  <c:v>Sales</c:v>
                </c:pt>
              </c:strCache>
            </c:strRef>
          </c:tx>
          <c:spPr>
            <a:ln>
              <a:solidFill>
                <a:schemeClr val="bg1"/>
              </a:solidFill>
            </a:ln>
          </c:spPr>
          <c:dPt>
            <c:idx val="0"/>
            <c:bubble3D val="0"/>
            <c:spPr>
              <a:solidFill>
                <a:schemeClr val="accent1"/>
              </a:solidFill>
              <a:ln w="12700">
                <a:solidFill>
                  <a:schemeClr val="bg1"/>
                </a:solidFill>
              </a:ln>
              <a:effectLst/>
            </c:spPr>
            <c:extLst>
              <c:ext xmlns:c16="http://schemas.microsoft.com/office/drawing/2014/chart" uri="{C3380CC4-5D6E-409C-BE32-E72D297353CC}">
                <c16:uniqueId val="{00000001-8F7C-9F41-8BE5-58084EEA74AC}"/>
              </c:ext>
            </c:extLst>
          </c:dPt>
          <c:dPt>
            <c:idx val="1"/>
            <c:bubble3D val="0"/>
            <c:spPr>
              <a:solidFill>
                <a:srgbClr val="E0E0E0"/>
              </a:solidFill>
              <a:ln w="12700">
                <a:solidFill>
                  <a:schemeClr val="bg1"/>
                </a:solidFill>
              </a:ln>
              <a:effectLst/>
            </c:spPr>
            <c:extLst>
              <c:ext xmlns:c16="http://schemas.microsoft.com/office/drawing/2014/chart" uri="{C3380CC4-5D6E-409C-BE32-E72D297353CC}">
                <c16:uniqueId val="{00000003-8F7C-9F41-8BE5-58084EEA74AC}"/>
              </c:ext>
            </c:extLst>
          </c:dPt>
          <c:dPt>
            <c:idx val="2"/>
            <c:bubble3D val="0"/>
            <c:spPr>
              <a:solidFill>
                <a:srgbClr val="BAE6FF"/>
              </a:solidFill>
              <a:ln w="19050">
                <a:solidFill>
                  <a:srgbClr val="1192E8"/>
                </a:solidFill>
              </a:ln>
              <a:effectLst/>
            </c:spPr>
            <c:extLst>
              <c:ext xmlns:c16="http://schemas.microsoft.com/office/drawing/2014/chart" uri="{C3380CC4-5D6E-409C-BE32-E72D297353CC}">
                <c16:uniqueId val="{00000005-8F7C-9F41-8BE5-58084EEA74AC}"/>
              </c:ext>
            </c:extLst>
          </c:dPt>
          <c:dPt>
            <c:idx val="3"/>
            <c:bubble3D val="0"/>
            <c:spPr>
              <a:solidFill>
                <a:srgbClr val="9EF0F0"/>
              </a:solidFill>
              <a:ln w="19050">
                <a:solidFill>
                  <a:srgbClr val="009D9A"/>
                </a:solidFill>
              </a:ln>
              <a:effectLst/>
            </c:spPr>
            <c:extLst>
              <c:ext xmlns:c16="http://schemas.microsoft.com/office/drawing/2014/chart" uri="{C3380CC4-5D6E-409C-BE32-E72D297353CC}">
                <c16:uniqueId val="{00000007-8F7C-9F41-8BE5-58084EEA74AC}"/>
              </c:ext>
            </c:extLst>
          </c:dPt>
          <c:dPt>
            <c:idx val="4"/>
            <c:bubble3D val="0"/>
            <c:spPr>
              <a:solidFill>
                <a:srgbClr val="FFD6E8"/>
              </a:solidFill>
              <a:ln w="19050">
                <a:solidFill>
                  <a:srgbClr val="EE5396"/>
                </a:solidFill>
              </a:ln>
              <a:effectLst/>
            </c:spPr>
            <c:extLst>
              <c:ext xmlns:c16="http://schemas.microsoft.com/office/drawing/2014/chart" uri="{C3380CC4-5D6E-409C-BE32-E72D297353CC}">
                <c16:uniqueId val="{00000009-8F7C-9F41-8BE5-58084EEA74AC}"/>
              </c:ext>
            </c:extLst>
          </c:dPt>
          <c:dPt>
            <c:idx val="5"/>
            <c:bubble3D val="0"/>
            <c:spPr>
              <a:solidFill>
                <a:srgbClr val="FFD7D9"/>
              </a:solidFill>
              <a:ln w="19050">
                <a:solidFill>
                  <a:srgbClr val="FA4D56"/>
                </a:solidFill>
              </a:ln>
              <a:effectLst/>
            </c:spPr>
            <c:extLst>
              <c:ext xmlns:c16="http://schemas.microsoft.com/office/drawing/2014/chart" uri="{C3380CC4-5D6E-409C-BE32-E72D297353CC}">
                <c16:uniqueId val="{0000000B-8F7C-9F41-8BE5-58084EEA74AC}"/>
              </c:ext>
            </c:extLst>
          </c:dPt>
          <c:cat>
            <c:strRef>
              <c:f>Sheet1!$A$2:$A$7</c:f>
              <c:strCache>
                <c:ptCount val="2"/>
                <c:pt idx="0">
                  <c:v>Label 1</c:v>
                </c:pt>
                <c:pt idx="1">
                  <c:v>Label 2</c:v>
                </c:pt>
              </c:strCache>
            </c:strRef>
          </c:cat>
          <c:val>
            <c:numRef>
              <c:f>Sheet1!$B$2:$B$7</c:f>
              <c:numCache>
                <c:formatCode>0%</c:formatCode>
                <c:ptCount val="6"/>
                <c:pt idx="0">
                  <c:v>0.26</c:v>
                </c:pt>
                <c:pt idx="1">
                  <c:v>0.74</c:v>
                </c:pt>
              </c:numCache>
            </c:numRef>
          </c:val>
          <c:extLst>
            <c:ext xmlns:c16="http://schemas.microsoft.com/office/drawing/2014/chart" uri="{C3380CC4-5D6E-409C-BE32-E72D297353CC}">
              <c16:uniqueId val="{0000000C-8F7C-9F41-8BE5-58084EEA74AC}"/>
            </c:ext>
          </c:extLst>
        </c:ser>
        <c:dLbls>
          <c:showLegendKey val="0"/>
          <c:showVal val="0"/>
          <c:showCatName val="0"/>
          <c:showSerName val="0"/>
          <c:showPercent val="0"/>
          <c:showBubbleSize val="0"/>
          <c:showLeaderLines val="1"/>
        </c:dLbls>
        <c:firstSliceAng val="0"/>
        <c:holeSize val="80"/>
      </c:doughnutChart>
      <c:spPr>
        <a:noFill/>
        <a:ln w="12700">
          <a:solidFill>
            <a:schemeClr val="bg1"/>
          </a:solid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12700">
      <a:noFill/>
    </a:ln>
    <a:effectLst/>
  </c:spPr>
  <c:txPr>
    <a:bodyPr/>
    <a:lstStyle/>
    <a:p>
      <a:pPr>
        <a:defRPr/>
      </a:pPr>
      <a:endParaRPr lang="en-RO"/>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8695100886166997E-2"/>
          <c:y val="3.1328320802004997E-2"/>
          <c:w val="0.93157447091265488"/>
          <c:h val="0.90183792815371799"/>
        </c:manualLayout>
      </c:layout>
      <c:barChart>
        <c:barDir val="bar"/>
        <c:grouping val="stacked"/>
        <c:varyColors val="0"/>
        <c:ser>
          <c:idx val="0"/>
          <c:order val="0"/>
          <c:tx>
            <c:strRef>
              <c:f>Sheet1!$B$1</c:f>
              <c:strCache>
                <c:ptCount val="1"/>
                <c:pt idx="0">
                  <c:v>dk blue</c:v>
                </c:pt>
              </c:strCache>
            </c:strRef>
          </c:tx>
          <c:spPr>
            <a:solidFill>
              <a:schemeClr val="accent1"/>
            </a:solidFill>
            <a:ln>
              <a:noFill/>
            </a:ln>
            <a:effectLst/>
          </c:spPr>
          <c:invertIfNegative val="0"/>
          <c:dPt>
            <c:idx val="0"/>
            <c:invertIfNegative val="0"/>
            <c:bubble3D val="0"/>
            <c:spPr>
              <a:solidFill>
                <a:schemeClr val="accent1"/>
              </a:solidFill>
              <a:ln>
                <a:noFill/>
              </a:ln>
              <a:effectLst/>
            </c:spPr>
            <c:extLst>
              <c:ext xmlns:c16="http://schemas.microsoft.com/office/drawing/2014/chart" uri="{C3380CC4-5D6E-409C-BE32-E72D297353CC}">
                <c16:uniqueId val="{00000001-1716-9E4F-9EC8-F030CC0EE156}"/>
              </c:ext>
            </c:extLst>
          </c:dPt>
          <c:dPt>
            <c:idx val="1"/>
            <c:invertIfNegative val="0"/>
            <c:bubble3D val="0"/>
            <c:spPr>
              <a:solidFill>
                <a:schemeClr val="accent2"/>
              </a:solidFill>
              <a:ln>
                <a:noFill/>
              </a:ln>
              <a:effectLst/>
            </c:spPr>
            <c:extLst>
              <c:ext xmlns:c16="http://schemas.microsoft.com/office/drawing/2014/chart" uri="{C3380CC4-5D6E-409C-BE32-E72D297353CC}">
                <c16:uniqueId val="{00000003-1716-9E4F-9EC8-F030CC0EE156}"/>
              </c:ext>
            </c:extLst>
          </c:dPt>
          <c:dPt>
            <c:idx val="5"/>
            <c:invertIfNegative val="0"/>
            <c:bubble3D val="0"/>
            <c:spPr>
              <a:solidFill>
                <a:schemeClr val="accent1"/>
              </a:solidFill>
              <a:ln>
                <a:noFill/>
              </a:ln>
              <a:effectLst/>
            </c:spPr>
            <c:extLst>
              <c:ext xmlns:c16="http://schemas.microsoft.com/office/drawing/2014/chart" uri="{C3380CC4-5D6E-409C-BE32-E72D297353CC}">
                <c16:uniqueId val="{00000005-1716-9E4F-9EC8-F030CC0EE156}"/>
              </c:ext>
            </c:extLst>
          </c:dPt>
          <c:dPt>
            <c:idx val="6"/>
            <c:invertIfNegative val="0"/>
            <c:bubble3D val="0"/>
            <c:spPr>
              <a:solidFill>
                <a:schemeClr val="accent2"/>
              </a:solidFill>
              <a:ln>
                <a:noFill/>
              </a:ln>
              <a:effectLst/>
            </c:spPr>
            <c:extLst>
              <c:ext xmlns:c16="http://schemas.microsoft.com/office/drawing/2014/chart" uri="{C3380CC4-5D6E-409C-BE32-E72D297353CC}">
                <c16:uniqueId val="{00000007-1716-9E4F-9EC8-F030CC0EE156}"/>
              </c:ext>
            </c:extLst>
          </c:dPt>
          <c:dPt>
            <c:idx val="10"/>
            <c:invertIfNegative val="0"/>
            <c:bubble3D val="0"/>
            <c:spPr>
              <a:solidFill>
                <a:schemeClr val="accent1"/>
              </a:solidFill>
              <a:ln>
                <a:noFill/>
              </a:ln>
              <a:effectLst/>
            </c:spPr>
            <c:extLst>
              <c:ext xmlns:c16="http://schemas.microsoft.com/office/drawing/2014/chart" uri="{C3380CC4-5D6E-409C-BE32-E72D297353CC}">
                <c16:uniqueId val="{00000009-1716-9E4F-9EC8-F030CC0EE156}"/>
              </c:ext>
            </c:extLst>
          </c:dPt>
          <c:dPt>
            <c:idx val="11"/>
            <c:invertIfNegative val="0"/>
            <c:bubble3D val="0"/>
            <c:spPr>
              <a:solidFill>
                <a:schemeClr val="accent2"/>
              </a:solidFill>
              <a:ln>
                <a:noFill/>
              </a:ln>
              <a:effectLst/>
            </c:spPr>
            <c:extLst>
              <c:ext xmlns:c16="http://schemas.microsoft.com/office/drawing/2014/chart" uri="{C3380CC4-5D6E-409C-BE32-E72D297353CC}">
                <c16:uniqueId val="{0000000B-1716-9E4F-9EC8-F030CC0EE156}"/>
              </c:ext>
            </c:extLst>
          </c:dPt>
          <c:cat>
            <c:numRef>
              <c:f>Sheet1!$A$2:$A$13</c:f>
              <c:numCache>
                <c:formatCode>General</c:formatCode>
                <c:ptCount val="12"/>
                <c:pt idx="0">
                  <c:v>54</c:v>
                </c:pt>
                <c:pt idx="1">
                  <c:v>66</c:v>
                </c:pt>
                <c:pt idx="5">
                  <c:v>52</c:v>
                </c:pt>
                <c:pt idx="6">
                  <c:v>67</c:v>
                </c:pt>
                <c:pt idx="10">
                  <c:v>38</c:v>
                </c:pt>
                <c:pt idx="11">
                  <c:v>59</c:v>
                </c:pt>
              </c:numCache>
            </c:numRef>
          </c:cat>
          <c:val>
            <c:numRef>
              <c:f>Sheet1!$B$2:$B$13</c:f>
              <c:numCache>
                <c:formatCode>General</c:formatCode>
                <c:ptCount val="12"/>
                <c:pt idx="0">
                  <c:v>52.5</c:v>
                </c:pt>
                <c:pt idx="1">
                  <c:v>64.5</c:v>
                </c:pt>
                <c:pt idx="5">
                  <c:v>50.5</c:v>
                </c:pt>
                <c:pt idx="6">
                  <c:v>65.5</c:v>
                </c:pt>
                <c:pt idx="10">
                  <c:v>36.5</c:v>
                </c:pt>
                <c:pt idx="11">
                  <c:v>57.5</c:v>
                </c:pt>
              </c:numCache>
            </c:numRef>
          </c:val>
          <c:extLst>
            <c:ext xmlns:c16="http://schemas.microsoft.com/office/drawing/2014/chart" uri="{C3380CC4-5D6E-409C-BE32-E72D297353CC}">
              <c16:uniqueId val="{0000000C-1716-9E4F-9EC8-F030CC0EE156}"/>
            </c:ext>
          </c:extLst>
        </c:ser>
        <c:ser>
          <c:idx val="1"/>
          <c:order val="1"/>
          <c:tx>
            <c:strRef>
              <c:f>Sheet1!$C$1</c:f>
              <c:strCache>
                <c:ptCount val="1"/>
                <c:pt idx="0">
                  <c:v>remainder</c:v>
                </c:pt>
              </c:strCache>
            </c:strRef>
          </c:tx>
          <c:spPr>
            <a:solidFill>
              <a:srgbClr val="E0E0E0"/>
            </a:solidFill>
            <a:ln>
              <a:noFill/>
            </a:ln>
            <a:effectLst/>
          </c:spPr>
          <c:invertIfNegative val="0"/>
          <c:dPt>
            <c:idx val="0"/>
            <c:invertIfNegative val="0"/>
            <c:bubble3D val="0"/>
            <c:spPr>
              <a:solidFill>
                <a:srgbClr val="E0E0E0"/>
              </a:solidFill>
              <a:ln>
                <a:noFill/>
              </a:ln>
              <a:effectLst/>
            </c:spPr>
            <c:extLst>
              <c:ext xmlns:c16="http://schemas.microsoft.com/office/drawing/2014/chart" uri="{C3380CC4-5D6E-409C-BE32-E72D297353CC}">
                <c16:uniqueId val="{0000000E-1716-9E4F-9EC8-F030CC0EE156}"/>
              </c:ext>
            </c:extLst>
          </c:dPt>
          <c:dPt>
            <c:idx val="1"/>
            <c:invertIfNegative val="0"/>
            <c:bubble3D val="0"/>
            <c:spPr>
              <a:solidFill>
                <a:srgbClr val="E0E0E0"/>
              </a:solidFill>
              <a:ln>
                <a:noFill/>
              </a:ln>
              <a:effectLst/>
            </c:spPr>
            <c:extLst>
              <c:ext xmlns:c16="http://schemas.microsoft.com/office/drawing/2014/chart" uri="{C3380CC4-5D6E-409C-BE32-E72D297353CC}">
                <c16:uniqueId val="{00000010-1716-9E4F-9EC8-F030CC0EE156}"/>
              </c:ext>
            </c:extLst>
          </c:dPt>
          <c:dPt>
            <c:idx val="5"/>
            <c:invertIfNegative val="0"/>
            <c:bubble3D val="0"/>
            <c:spPr>
              <a:solidFill>
                <a:srgbClr val="E0E0E0"/>
              </a:solidFill>
              <a:ln>
                <a:noFill/>
              </a:ln>
              <a:effectLst/>
            </c:spPr>
            <c:extLst>
              <c:ext xmlns:c16="http://schemas.microsoft.com/office/drawing/2014/chart" uri="{C3380CC4-5D6E-409C-BE32-E72D297353CC}">
                <c16:uniqueId val="{00000012-1716-9E4F-9EC8-F030CC0EE156}"/>
              </c:ext>
            </c:extLst>
          </c:dPt>
          <c:dPt>
            <c:idx val="6"/>
            <c:invertIfNegative val="0"/>
            <c:bubble3D val="0"/>
            <c:spPr>
              <a:solidFill>
                <a:srgbClr val="E0E0E0"/>
              </a:solidFill>
              <a:ln>
                <a:noFill/>
              </a:ln>
              <a:effectLst/>
            </c:spPr>
            <c:extLst>
              <c:ext xmlns:c16="http://schemas.microsoft.com/office/drawing/2014/chart" uri="{C3380CC4-5D6E-409C-BE32-E72D297353CC}">
                <c16:uniqueId val="{00000014-1716-9E4F-9EC8-F030CC0EE156}"/>
              </c:ext>
            </c:extLst>
          </c:dPt>
          <c:dPt>
            <c:idx val="10"/>
            <c:invertIfNegative val="0"/>
            <c:bubble3D val="0"/>
            <c:spPr>
              <a:solidFill>
                <a:srgbClr val="E0E0E0"/>
              </a:solidFill>
              <a:ln>
                <a:noFill/>
              </a:ln>
              <a:effectLst/>
            </c:spPr>
            <c:extLst>
              <c:ext xmlns:c16="http://schemas.microsoft.com/office/drawing/2014/chart" uri="{C3380CC4-5D6E-409C-BE32-E72D297353CC}">
                <c16:uniqueId val="{00000016-1716-9E4F-9EC8-F030CC0EE156}"/>
              </c:ext>
            </c:extLst>
          </c:dPt>
          <c:dPt>
            <c:idx val="11"/>
            <c:invertIfNegative val="0"/>
            <c:bubble3D val="0"/>
            <c:spPr>
              <a:solidFill>
                <a:srgbClr val="E0E0E0"/>
              </a:solidFill>
              <a:ln>
                <a:noFill/>
              </a:ln>
              <a:effectLst/>
            </c:spPr>
            <c:extLst>
              <c:ext xmlns:c16="http://schemas.microsoft.com/office/drawing/2014/chart" uri="{C3380CC4-5D6E-409C-BE32-E72D297353CC}">
                <c16:uniqueId val="{00000018-1716-9E4F-9EC8-F030CC0EE156}"/>
              </c:ext>
            </c:extLst>
          </c:dPt>
          <c:cat>
            <c:numRef>
              <c:f>Sheet1!$A$2:$A$13</c:f>
              <c:numCache>
                <c:formatCode>General</c:formatCode>
                <c:ptCount val="12"/>
                <c:pt idx="0">
                  <c:v>54</c:v>
                </c:pt>
                <c:pt idx="1">
                  <c:v>66</c:v>
                </c:pt>
                <c:pt idx="5">
                  <c:v>52</c:v>
                </c:pt>
                <c:pt idx="6">
                  <c:v>67</c:v>
                </c:pt>
                <c:pt idx="10">
                  <c:v>38</c:v>
                </c:pt>
                <c:pt idx="11">
                  <c:v>59</c:v>
                </c:pt>
              </c:numCache>
            </c:numRef>
          </c:cat>
          <c:val>
            <c:numRef>
              <c:f>Sheet1!$C$2:$C$13</c:f>
              <c:numCache>
                <c:formatCode>General</c:formatCode>
                <c:ptCount val="12"/>
                <c:pt idx="0">
                  <c:v>46</c:v>
                </c:pt>
                <c:pt idx="1">
                  <c:v>34</c:v>
                </c:pt>
                <c:pt idx="5">
                  <c:v>48</c:v>
                </c:pt>
                <c:pt idx="6">
                  <c:v>33</c:v>
                </c:pt>
                <c:pt idx="10">
                  <c:v>62</c:v>
                </c:pt>
                <c:pt idx="11">
                  <c:v>41</c:v>
                </c:pt>
              </c:numCache>
            </c:numRef>
          </c:val>
          <c:extLst>
            <c:ext xmlns:c16="http://schemas.microsoft.com/office/drawing/2014/chart" uri="{C3380CC4-5D6E-409C-BE32-E72D297353CC}">
              <c16:uniqueId val="{00000019-1716-9E4F-9EC8-F030CC0EE156}"/>
            </c:ext>
          </c:extLst>
        </c:ser>
        <c:dLbls>
          <c:showLegendKey val="0"/>
          <c:showVal val="0"/>
          <c:showCatName val="0"/>
          <c:showSerName val="0"/>
          <c:showPercent val="0"/>
          <c:showBubbleSize val="0"/>
        </c:dLbls>
        <c:gapWidth val="30"/>
        <c:overlap val="100"/>
        <c:axId val="-110935760"/>
        <c:axId val="-110933984"/>
      </c:barChart>
      <c:catAx>
        <c:axId val="-110935760"/>
        <c:scaling>
          <c:orientation val="maxMin"/>
        </c:scaling>
        <c:delete val="1"/>
        <c:axPos val="l"/>
        <c:numFmt formatCode="General" sourceLinked="1"/>
        <c:majorTickMark val="out"/>
        <c:minorTickMark val="none"/>
        <c:tickLblPos val="nextTo"/>
        <c:crossAx val="-110933984"/>
        <c:crosses val="autoZero"/>
        <c:auto val="1"/>
        <c:lblAlgn val="ctr"/>
        <c:lblOffset val="100"/>
        <c:noMultiLvlLbl val="0"/>
      </c:catAx>
      <c:valAx>
        <c:axId val="-110933984"/>
        <c:scaling>
          <c:orientation val="minMax"/>
          <c:max val="100"/>
          <c:min val="0"/>
        </c:scaling>
        <c:delete val="0"/>
        <c:axPos val="t"/>
        <c:numFmt formatCode="#,##0" sourceLinked="0"/>
        <c:majorTickMark val="none"/>
        <c:minorTickMark val="none"/>
        <c:tickLblPos val="none"/>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IBM Plex Sans" panose="020B0503050000000000" pitchFamily="34" charset="77"/>
                <a:ea typeface="+mn-ea"/>
                <a:cs typeface="+mn-cs"/>
              </a:defRPr>
            </a:pPr>
            <a:endParaRPr lang="en-RO"/>
          </a:p>
        </c:txPr>
        <c:crossAx val="-110935760"/>
        <c:crosses val="autoZero"/>
        <c:crossBetween val="between"/>
        <c:majorUnit val="25"/>
        <c:minorUnit val="10"/>
      </c:valAx>
      <c:spPr>
        <a:noFill/>
        <a:ln w="25400">
          <a:noFill/>
        </a:ln>
        <a:effectLst/>
      </c:spPr>
    </c:plotArea>
    <c:plotVisOnly val="1"/>
    <c:dispBlanksAs val="gap"/>
    <c:showDLblsOverMax val="0"/>
  </c:chart>
  <c:spPr>
    <a:noFill/>
    <a:ln>
      <a:noFill/>
    </a:ln>
    <a:effectLst/>
  </c:spPr>
  <c:txPr>
    <a:bodyPr/>
    <a:lstStyle/>
    <a:p>
      <a:pPr>
        <a:defRPr>
          <a:latin typeface="IBM Plex Sans" panose="020B0503050000000000" pitchFamily="34" charset="77"/>
        </a:defRPr>
      </a:pPr>
      <a:endParaRPr lang="en-RO"/>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Slide Number Placeholder 4"/>
          <p:cNvSpPr>
            <a:spLocks noGrp="1"/>
          </p:cNvSpPr>
          <p:nvPr>
            <p:ph type="sldNum" sz="quarter" idx="3"/>
          </p:nvPr>
        </p:nvSpPr>
        <p:spPr>
          <a:xfrm>
            <a:off x="219456" y="8705088"/>
            <a:ext cx="338328" cy="228600"/>
          </a:xfrm>
          <a:prstGeom prst="rect">
            <a:avLst/>
          </a:prstGeom>
        </p:spPr>
        <p:txBody>
          <a:bodyPr vert="horz" lIns="0" tIns="0" rIns="0" bIns="0" rtlCol="0" anchor="b"/>
          <a:lstStyle>
            <a:lvl1pPr algn="r">
              <a:defRPr sz="1200"/>
            </a:lvl1pPr>
          </a:lstStyle>
          <a:p>
            <a:pPr algn="l"/>
            <a:fld id="{614B4878-71CB-8F40-B9DD-F26F1F6CA014}" type="slidenum">
              <a:rPr lang="en-US" sz="600" smtClean="0">
                <a:solidFill>
                  <a:schemeClr val="bg1"/>
                </a:solidFill>
                <a:latin typeface="IBM Plex Sans Light" panose="020B0503050203000203" pitchFamily="34" charset="0"/>
                <a:ea typeface="IBM Plex Sans Light" charset="0"/>
                <a:cs typeface="IBM Plex Sans Light" charset="0"/>
              </a:rPr>
              <a:pPr algn="l"/>
              <a:t>‹#›</a:t>
            </a:fld>
            <a:endParaRPr lang="en-US" sz="600" dirty="0">
              <a:solidFill>
                <a:schemeClr val="bg1"/>
              </a:solidFill>
              <a:latin typeface="IBM Plex Sans Light" panose="020B0503050203000203" pitchFamily="34" charset="0"/>
              <a:ea typeface="IBM Plex Sans Light" charset="0"/>
              <a:cs typeface="IBM Plex Sans Light" charset="0"/>
            </a:endParaRPr>
          </a:p>
        </p:txBody>
      </p:sp>
      <p:sp>
        <p:nvSpPr>
          <p:cNvPr id="4" name="Footer Placeholder 3"/>
          <p:cNvSpPr>
            <a:spLocks noGrp="1"/>
          </p:cNvSpPr>
          <p:nvPr>
            <p:ph type="ftr" sz="quarter" idx="2"/>
          </p:nvPr>
        </p:nvSpPr>
        <p:spPr>
          <a:xfrm>
            <a:off x="630936" y="8705088"/>
            <a:ext cx="3657600" cy="228600"/>
          </a:xfrm>
          <a:prstGeom prst="rect">
            <a:avLst/>
          </a:prstGeom>
        </p:spPr>
        <p:txBody>
          <a:bodyPr vert="horz" lIns="0" tIns="0" rIns="0" bIns="0" rtlCol="0" anchor="b"/>
          <a:lstStyle>
            <a:lvl1pPr algn="l">
              <a:defRPr sz="1200"/>
            </a:lvl1pPr>
          </a:lstStyle>
          <a:p>
            <a:r>
              <a:rPr lang="en-US" sz="600" dirty="0">
                <a:solidFill>
                  <a:schemeClr val="bg1"/>
                </a:solidFill>
                <a:latin typeface="IBM Plex Sans Light" panose="020B0503050203000203" pitchFamily="34" charset="0"/>
                <a:ea typeface="IBM Plex Sans Light" charset="0"/>
                <a:cs typeface="IBM Plex Sans Light" charset="0"/>
              </a:rPr>
              <a:t>Group Name / DOC ID / Month XX, 2022 / © 2022 IBM Corporation</a:t>
            </a:r>
          </a:p>
        </p:txBody>
      </p:sp>
    </p:spTree>
    <p:extLst>
      <p:ext uri="{BB962C8B-B14F-4D97-AF65-F5344CB8AC3E}">
        <p14:creationId xmlns:p14="http://schemas.microsoft.com/office/powerpoint/2010/main" val="448027815"/>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206710" y="228600"/>
            <a:ext cx="6419088" cy="3612324"/>
          </a:xfrm>
          <a:prstGeom prst="rect">
            <a:avLst/>
          </a:prstGeom>
          <a:noFill/>
          <a:ln w="12700">
            <a:solidFill>
              <a:prstClr val="black"/>
            </a:solidFill>
          </a:ln>
        </p:spPr>
        <p:txBody>
          <a:bodyPr vert="horz" lIns="91440" tIns="45720" rIns="91440" bIns="45720" rtlCol="0" anchor="ctr"/>
          <a:lstStyle/>
          <a:p>
            <a:endParaRPr lang="en-US" dirty="0"/>
          </a:p>
        </p:txBody>
      </p:sp>
      <p:sp>
        <p:nvSpPr>
          <p:cNvPr id="8" name="Notes Placeholder 7">
            <a:extLst>
              <a:ext uri="{FF2B5EF4-FFF2-40B4-BE49-F238E27FC236}">
                <a16:creationId xmlns:a16="http://schemas.microsoft.com/office/drawing/2014/main" id="{6ABF5568-9620-E34F-9423-054ABD0598F2}"/>
              </a:ext>
            </a:extLst>
          </p:cNvPr>
          <p:cNvSpPr>
            <a:spLocks noGrp="1"/>
          </p:cNvSpPr>
          <p:nvPr>
            <p:ph type="body" sz="quarter" idx="3"/>
          </p:nvPr>
        </p:nvSpPr>
        <p:spPr>
          <a:xfrm>
            <a:off x="206710" y="4087090"/>
            <a:ext cx="6419088" cy="4320309"/>
          </a:xfrm>
          <a:prstGeom prst="rect">
            <a:avLst/>
          </a:prstGeom>
        </p:spPr>
        <p:txBody>
          <a:bodyPr vert="horz" lIns="0" tIns="0" rIns="0" bIns="0" rtlCol="0"/>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7" name="Slide Number Placeholder 6"/>
          <p:cNvSpPr>
            <a:spLocks noGrp="1"/>
          </p:cNvSpPr>
          <p:nvPr>
            <p:ph type="sldNum" sz="quarter" idx="5"/>
          </p:nvPr>
        </p:nvSpPr>
        <p:spPr>
          <a:xfrm>
            <a:off x="6300216" y="8705088"/>
            <a:ext cx="338328" cy="228600"/>
          </a:xfrm>
          <a:prstGeom prst="rect">
            <a:avLst/>
          </a:prstGeom>
        </p:spPr>
        <p:txBody>
          <a:bodyPr vert="horz" lIns="0" tIns="0" rIns="0" bIns="0" rtlCol="0" anchor="b"/>
          <a:lstStyle>
            <a:lvl1pPr algn="r">
              <a:defRPr sz="600" b="0" i="0">
                <a:solidFill>
                  <a:schemeClr val="bg1"/>
                </a:solidFill>
                <a:latin typeface="IBM Plex Sans Light" panose="020B0503050203000203" pitchFamily="34" charset="0"/>
                <a:ea typeface="IBM Plex Sans Light" panose="020B0503050203000203" pitchFamily="34" charset="0"/>
                <a:cs typeface="IBM Plex Sans Light" panose="020B0503050203000203" pitchFamily="34" charset="0"/>
              </a:defRPr>
            </a:lvl1pPr>
          </a:lstStyle>
          <a:p>
            <a:fld id="{6E2E38B8-B0B4-AD41-AC6E-B781F46A9FD3}" type="slidenum">
              <a:rPr lang="en-US" smtClean="0"/>
              <a:pPr/>
              <a:t>‹#›</a:t>
            </a:fld>
            <a:endParaRPr lang="en-US" dirty="0"/>
          </a:p>
        </p:txBody>
      </p:sp>
      <p:sp>
        <p:nvSpPr>
          <p:cNvPr id="6" name="Footer Placeholder 5"/>
          <p:cNvSpPr>
            <a:spLocks noGrp="1"/>
          </p:cNvSpPr>
          <p:nvPr>
            <p:ph type="ftr" sz="quarter" idx="4"/>
          </p:nvPr>
        </p:nvSpPr>
        <p:spPr>
          <a:xfrm>
            <a:off x="219456" y="8705088"/>
            <a:ext cx="3657600" cy="228600"/>
          </a:xfrm>
          <a:prstGeom prst="rect">
            <a:avLst/>
          </a:prstGeom>
        </p:spPr>
        <p:txBody>
          <a:bodyPr vert="horz" lIns="0" tIns="0" rIns="0" bIns="0" rtlCol="0" anchor="b"/>
          <a:lstStyle>
            <a:lvl1pPr algn="l">
              <a:defRPr sz="600" b="0" i="0">
                <a:solidFill>
                  <a:schemeClr val="bg1"/>
                </a:solidFill>
                <a:latin typeface="IBM Plex Sans Light" panose="020B0503050203000203" pitchFamily="34" charset="0"/>
                <a:ea typeface="IBM Plex Sans Light" panose="020B0503050203000203" pitchFamily="34" charset="0"/>
                <a:cs typeface="IBM Plex Sans Light" panose="020B0503050203000203" pitchFamily="34" charset="0"/>
              </a:defRPr>
            </a:lvl1pPr>
          </a:lstStyle>
          <a:p>
            <a:r>
              <a:rPr lang="en-US" dirty="0"/>
              <a:t>Footer</a:t>
            </a:r>
          </a:p>
        </p:txBody>
      </p:sp>
    </p:spTree>
    <p:extLst>
      <p:ext uri="{BB962C8B-B14F-4D97-AF65-F5344CB8AC3E}">
        <p14:creationId xmlns:p14="http://schemas.microsoft.com/office/powerpoint/2010/main" val="791598581"/>
      </p:ext>
    </p:extLst>
  </p:cSld>
  <p:clrMap bg1="lt1" tx1="dk1" bg2="lt2" tx2="dk2" accent1="accent1" accent2="accent2" accent3="accent3" accent4="accent4" accent5="accent5" accent6="accent6" hlink="hlink" folHlink="folHlink"/>
  <p:hf hdr="0" dt="0"/>
  <p:notesStyle>
    <a:lvl1pPr marL="0" algn="l" defTabSz="2438522" rtl="0" eaLnBrk="1" latinLnBrk="0" hangingPunct="1">
      <a:lnSpc>
        <a:spcPct val="110000"/>
      </a:lnSpc>
      <a:spcBef>
        <a:spcPts val="0"/>
      </a:spcBef>
      <a:defRPr sz="1200" b="0" i="0" kern="1200">
        <a:solidFill>
          <a:schemeClr val="bg1"/>
        </a:solidFill>
        <a:latin typeface="IBM Plex Sans Light" panose="020B0503050203000203" pitchFamily="34" charset="0"/>
        <a:ea typeface="+mn-ea"/>
        <a:cs typeface="+mn-cs"/>
      </a:defRPr>
    </a:lvl1pPr>
    <a:lvl2pPr marL="465690" indent="-452991" algn="l" defTabSz="2438522" rtl="0" eaLnBrk="1" latinLnBrk="0" hangingPunct="1">
      <a:lnSpc>
        <a:spcPct val="110000"/>
      </a:lnSpc>
      <a:spcBef>
        <a:spcPts val="0"/>
      </a:spcBef>
      <a:buFont typeface="IBM Plex Sans"/>
      <a:buChar char="–"/>
      <a:tabLst/>
      <a:defRPr sz="1200" b="0" i="0" kern="1200">
        <a:solidFill>
          <a:schemeClr val="bg1"/>
        </a:solidFill>
        <a:latin typeface="IBM Plex Sans Light" panose="020B0503050203000203" pitchFamily="34" charset="0"/>
        <a:ea typeface="+mn-ea"/>
        <a:cs typeface="+mn-cs"/>
      </a:defRPr>
    </a:lvl2pPr>
    <a:lvl3pPr marL="926638" indent="-463319" algn="l" defTabSz="2438522" rtl="0" eaLnBrk="1" latinLnBrk="0" hangingPunct="1">
      <a:lnSpc>
        <a:spcPct val="110000"/>
      </a:lnSpc>
      <a:spcBef>
        <a:spcPts val="0"/>
      </a:spcBef>
      <a:buFont typeface="IBM Plex Sans Light" panose="020B0604020202020204" pitchFamily="34" charset="0"/>
      <a:buChar char="•"/>
      <a:tabLst/>
      <a:defRPr sz="1200" b="0" i="0" kern="1200">
        <a:solidFill>
          <a:schemeClr val="bg1"/>
        </a:solidFill>
        <a:latin typeface="IBM Plex Sans Light" panose="020B0503050203000203" pitchFamily="34" charset="0"/>
        <a:ea typeface="+mn-ea"/>
        <a:cs typeface="+mn-cs"/>
      </a:defRPr>
    </a:lvl3pPr>
    <a:lvl4pPr marL="1682580" indent="-463319" algn="l" defTabSz="2438522" rtl="0" eaLnBrk="1" latinLnBrk="0" hangingPunct="1">
      <a:lnSpc>
        <a:spcPct val="110000"/>
      </a:lnSpc>
      <a:spcBef>
        <a:spcPts val="0"/>
      </a:spcBef>
      <a:buFont typeface="IBM Plex Sans Light"/>
      <a:buChar char="–"/>
      <a:tabLst/>
      <a:defRPr sz="1200" b="0" i="0" kern="1200">
        <a:solidFill>
          <a:schemeClr val="bg1"/>
        </a:solidFill>
        <a:latin typeface="IBM Plex Sans Light" panose="020B0503050203000203" pitchFamily="34" charset="0"/>
        <a:ea typeface="+mn-ea"/>
        <a:cs typeface="+mn-cs"/>
      </a:defRPr>
    </a:lvl4pPr>
    <a:lvl5pPr marL="465690" marR="0" indent="-452991" algn="l" defTabSz="2438522" rtl="0" eaLnBrk="1" fontAlgn="base" latinLnBrk="0" hangingPunct="1">
      <a:lnSpc>
        <a:spcPct val="100000"/>
      </a:lnSpc>
      <a:spcBef>
        <a:spcPts val="1600"/>
      </a:spcBef>
      <a:spcAft>
        <a:spcPct val="0"/>
      </a:spcAft>
      <a:buClr>
        <a:srgbClr val="000000"/>
      </a:buClr>
      <a:buSzTx/>
      <a:buFont typeface="IBM Plex Sans Light" charset="-120"/>
      <a:buChar char="»"/>
      <a:tabLst/>
      <a:defRPr sz="2000" b="0" i="0" kern="1200">
        <a:solidFill>
          <a:schemeClr val="bg1"/>
        </a:solidFill>
        <a:latin typeface="IBM Plex Sans Light" panose="020B0503050203000203" pitchFamily="34" charset="0"/>
        <a:ea typeface="+mn-ea"/>
        <a:cs typeface="+mn-cs"/>
      </a:defRPr>
    </a:lvl5pPr>
    <a:lvl6pPr marL="6096305" algn="l" defTabSz="2438522" rtl="0" eaLnBrk="1" latinLnBrk="0" hangingPunct="1">
      <a:defRPr sz="3200" kern="1200">
        <a:solidFill>
          <a:schemeClr val="tx1"/>
        </a:solidFill>
        <a:latin typeface="+mn-lt"/>
        <a:ea typeface="+mn-ea"/>
        <a:cs typeface="+mn-cs"/>
      </a:defRPr>
    </a:lvl6pPr>
    <a:lvl7pPr marL="7315566" algn="l" defTabSz="2438522" rtl="0" eaLnBrk="1" latinLnBrk="0" hangingPunct="1">
      <a:defRPr sz="3200" kern="1200">
        <a:solidFill>
          <a:schemeClr val="tx1"/>
        </a:solidFill>
        <a:latin typeface="+mn-lt"/>
        <a:ea typeface="+mn-ea"/>
        <a:cs typeface="+mn-cs"/>
      </a:defRPr>
    </a:lvl7pPr>
    <a:lvl8pPr marL="8534827" algn="l" defTabSz="2438522" rtl="0" eaLnBrk="1" latinLnBrk="0" hangingPunct="1">
      <a:defRPr sz="3200" kern="1200">
        <a:solidFill>
          <a:schemeClr val="tx1"/>
        </a:solidFill>
        <a:latin typeface="+mn-lt"/>
        <a:ea typeface="+mn-ea"/>
        <a:cs typeface="+mn-cs"/>
      </a:defRPr>
    </a:lvl8pPr>
    <a:lvl9pPr marL="9754088" algn="l" defTabSz="2438522" rtl="0" eaLnBrk="1" latinLnBrk="0" hangingPunct="1">
      <a:defRPr sz="3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6375" y="228600"/>
            <a:ext cx="6419850" cy="3611563"/>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E2E38B8-B0B4-AD41-AC6E-B781F46A9FD3}" type="slidenum">
              <a:rPr lang="en-US" smtClean="0"/>
              <a:pPr/>
              <a:t>1</a:t>
            </a:fld>
            <a:endParaRPr lang="en-US" dirty="0"/>
          </a:p>
        </p:txBody>
      </p:sp>
      <p:sp>
        <p:nvSpPr>
          <p:cNvPr id="5" name="Footer Placeholder 4"/>
          <p:cNvSpPr>
            <a:spLocks noGrp="1"/>
          </p:cNvSpPr>
          <p:nvPr>
            <p:ph type="ftr" sz="quarter" idx="4"/>
          </p:nvPr>
        </p:nvSpPr>
        <p:spPr/>
        <p:txBody>
          <a:bodyPr/>
          <a:lstStyle/>
          <a:p>
            <a:r>
              <a:rPr lang="en-US" dirty="0"/>
              <a:t>Group Name / DOC ID / Month XX, 2022 / © 2022 IBM Corporation</a:t>
            </a:r>
          </a:p>
        </p:txBody>
      </p:sp>
    </p:spTree>
    <p:extLst>
      <p:ext uri="{BB962C8B-B14F-4D97-AF65-F5344CB8AC3E}">
        <p14:creationId xmlns:p14="http://schemas.microsoft.com/office/powerpoint/2010/main" val="520889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6375" y="228600"/>
            <a:ext cx="6419850" cy="3611563"/>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E2E38B8-B0B4-AD41-AC6E-B781F46A9FD3}" type="slidenum">
              <a:rPr lang="en-US" smtClean="0"/>
              <a:pPr/>
              <a:t>7</a:t>
            </a:fld>
            <a:endParaRPr lang="en-US" dirty="0"/>
          </a:p>
        </p:txBody>
      </p:sp>
      <p:sp>
        <p:nvSpPr>
          <p:cNvPr id="5" name="Footer Placeholder 4"/>
          <p:cNvSpPr>
            <a:spLocks noGrp="1"/>
          </p:cNvSpPr>
          <p:nvPr>
            <p:ph type="ftr" sz="quarter" idx="4"/>
          </p:nvPr>
        </p:nvSpPr>
        <p:spPr/>
        <p:txBody>
          <a:bodyPr/>
          <a:lstStyle/>
          <a:p>
            <a:r>
              <a:rPr lang="en-US" dirty="0"/>
              <a:t>Footer</a:t>
            </a:r>
          </a:p>
        </p:txBody>
      </p:sp>
    </p:spTree>
    <p:extLst>
      <p:ext uri="{BB962C8B-B14F-4D97-AF65-F5344CB8AC3E}">
        <p14:creationId xmlns:p14="http://schemas.microsoft.com/office/powerpoint/2010/main" val="31669252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6375" y="228600"/>
            <a:ext cx="6419850" cy="3611563"/>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E2E38B8-B0B4-AD41-AC6E-B781F46A9FD3}" type="slidenum">
              <a:rPr lang="en-US" smtClean="0"/>
              <a:pPr/>
              <a:t>8</a:t>
            </a:fld>
            <a:endParaRPr lang="en-US" dirty="0"/>
          </a:p>
        </p:txBody>
      </p:sp>
      <p:sp>
        <p:nvSpPr>
          <p:cNvPr id="5" name="Footer Placeholder 4"/>
          <p:cNvSpPr>
            <a:spLocks noGrp="1"/>
          </p:cNvSpPr>
          <p:nvPr>
            <p:ph type="ftr" sz="quarter" idx="4"/>
          </p:nvPr>
        </p:nvSpPr>
        <p:spPr/>
        <p:txBody>
          <a:bodyPr/>
          <a:lstStyle/>
          <a:p>
            <a:r>
              <a:rPr lang="en-US" dirty="0"/>
              <a:t>Group Name / DOC ID / Month XX, 2022 / © 2022 IBM Corporation</a:t>
            </a:r>
          </a:p>
        </p:txBody>
      </p:sp>
    </p:spTree>
    <p:extLst>
      <p:ext uri="{BB962C8B-B14F-4D97-AF65-F5344CB8AC3E}">
        <p14:creationId xmlns:p14="http://schemas.microsoft.com/office/powerpoint/2010/main" val="37093960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6375" y="228600"/>
            <a:ext cx="6419850" cy="3611563"/>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E2E38B8-B0B4-AD41-AC6E-B781F46A9FD3}" type="slidenum">
              <a:rPr lang="en-US" smtClean="0"/>
              <a:pPr/>
              <a:t>12</a:t>
            </a:fld>
            <a:endParaRPr lang="en-US" dirty="0"/>
          </a:p>
        </p:txBody>
      </p:sp>
      <p:sp>
        <p:nvSpPr>
          <p:cNvPr id="5" name="Footer Placeholder 4"/>
          <p:cNvSpPr>
            <a:spLocks noGrp="1"/>
          </p:cNvSpPr>
          <p:nvPr>
            <p:ph type="ftr" sz="quarter" idx="4"/>
          </p:nvPr>
        </p:nvSpPr>
        <p:spPr/>
        <p:txBody>
          <a:bodyPr/>
          <a:lstStyle/>
          <a:p>
            <a:r>
              <a:rPr lang="en-US" dirty="0"/>
              <a:t>Group Name / DOC ID / Month XX, 2022 / © 2022 IBM Corporation</a:t>
            </a:r>
          </a:p>
        </p:txBody>
      </p:sp>
    </p:spTree>
    <p:extLst>
      <p:ext uri="{BB962C8B-B14F-4D97-AF65-F5344CB8AC3E}">
        <p14:creationId xmlns:p14="http://schemas.microsoft.com/office/powerpoint/2010/main" val="3863576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6375" y="228600"/>
            <a:ext cx="6419850" cy="3611563"/>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E2E38B8-B0B4-AD41-AC6E-B781F46A9FD3}" type="slidenum">
              <a:rPr lang="en-US" smtClean="0"/>
              <a:pPr/>
              <a:t>38</a:t>
            </a:fld>
            <a:endParaRPr lang="en-US" dirty="0"/>
          </a:p>
        </p:txBody>
      </p:sp>
      <p:sp>
        <p:nvSpPr>
          <p:cNvPr id="5" name="Footer Placeholder 4"/>
          <p:cNvSpPr>
            <a:spLocks noGrp="1"/>
          </p:cNvSpPr>
          <p:nvPr>
            <p:ph type="ftr" sz="quarter" idx="4"/>
          </p:nvPr>
        </p:nvSpPr>
        <p:spPr/>
        <p:txBody>
          <a:bodyPr/>
          <a:lstStyle/>
          <a:p>
            <a:r>
              <a:rPr lang="en-US" dirty="0"/>
              <a:t>Group Name / DOC ID / Month XX, 2022 / © 2022 IBM Corporation</a:t>
            </a:r>
          </a:p>
        </p:txBody>
      </p:sp>
    </p:spTree>
    <p:extLst>
      <p:ext uri="{BB962C8B-B14F-4D97-AF65-F5344CB8AC3E}">
        <p14:creationId xmlns:p14="http://schemas.microsoft.com/office/powerpoint/2010/main" val="282497259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6375" y="228600"/>
            <a:ext cx="6419850" cy="3611563"/>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E2E38B8-B0B4-AD41-AC6E-B781F46A9FD3}" type="slidenum">
              <a:rPr lang="en-US" smtClean="0"/>
              <a:pPr/>
              <a:t>54</a:t>
            </a:fld>
            <a:endParaRPr lang="en-US" dirty="0"/>
          </a:p>
        </p:txBody>
      </p:sp>
      <p:sp>
        <p:nvSpPr>
          <p:cNvPr id="5" name="Footer Placeholder 4"/>
          <p:cNvSpPr>
            <a:spLocks noGrp="1"/>
          </p:cNvSpPr>
          <p:nvPr>
            <p:ph type="ftr" sz="quarter" idx="4"/>
          </p:nvPr>
        </p:nvSpPr>
        <p:spPr/>
        <p:txBody>
          <a:bodyPr/>
          <a:lstStyle/>
          <a:p>
            <a:r>
              <a:rPr lang="en-US" dirty="0"/>
              <a:t>Group Name / DOC ID / Month XX, 2022 / © 2022 IBM Corporation</a:t>
            </a:r>
          </a:p>
        </p:txBody>
      </p:sp>
    </p:spTree>
    <p:extLst>
      <p:ext uri="{BB962C8B-B14F-4D97-AF65-F5344CB8AC3E}">
        <p14:creationId xmlns:p14="http://schemas.microsoft.com/office/powerpoint/2010/main" val="16179490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6375" y="228600"/>
            <a:ext cx="6419850" cy="3611563"/>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E2E38B8-B0B4-AD41-AC6E-B781F46A9FD3}" type="slidenum">
              <a:rPr lang="en-US" smtClean="0"/>
              <a:pPr/>
              <a:t>66</a:t>
            </a:fld>
            <a:endParaRPr lang="en-US" dirty="0"/>
          </a:p>
        </p:txBody>
      </p:sp>
      <p:sp>
        <p:nvSpPr>
          <p:cNvPr id="5" name="Footer Placeholder 4"/>
          <p:cNvSpPr>
            <a:spLocks noGrp="1"/>
          </p:cNvSpPr>
          <p:nvPr>
            <p:ph type="ftr" sz="quarter" idx="4"/>
          </p:nvPr>
        </p:nvSpPr>
        <p:spPr/>
        <p:txBody>
          <a:bodyPr/>
          <a:lstStyle/>
          <a:p>
            <a:r>
              <a:rPr lang="en-US" dirty="0"/>
              <a:t>Group Name / DOC ID / Month XX, 2022 / © 2022 IBM Corporation</a:t>
            </a:r>
          </a:p>
        </p:txBody>
      </p:sp>
    </p:spTree>
    <p:extLst>
      <p:ext uri="{BB962C8B-B14F-4D97-AF65-F5344CB8AC3E}">
        <p14:creationId xmlns:p14="http://schemas.microsoft.com/office/powerpoint/2010/main" val="85387983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6375" y="228600"/>
            <a:ext cx="6419850" cy="3611563"/>
          </a:xfrm>
        </p:spPr>
      </p:sp>
      <p:sp>
        <p:nvSpPr>
          <p:cNvPr id="3" name="Notes Placeholder 2"/>
          <p:cNvSpPr>
            <a:spLocks noGrp="1"/>
          </p:cNvSpPr>
          <p:nvPr>
            <p:ph type="body" idx="1"/>
          </p:nvPr>
        </p:nvSpPr>
        <p:spPr/>
        <p:txBody>
          <a:bodyPr/>
          <a:lstStyle/>
          <a:p>
            <a:endParaRPr lang="en-NZ" dirty="0">
              <a:latin typeface="IBM Plex Sans" charset="0"/>
              <a:cs typeface="IBM Plex Sans" charset="0"/>
            </a:endParaRPr>
          </a:p>
        </p:txBody>
      </p:sp>
      <p:sp>
        <p:nvSpPr>
          <p:cNvPr id="4" name="Slide Number Placeholder 3"/>
          <p:cNvSpPr>
            <a:spLocks noGrp="1"/>
          </p:cNvSpPr>
          <p:nvPr>
            <p:ph type="sldNum" sz="quarter" idx="10"/>
          </p:nvPr>
        </p:nvSpPr>
        <p:spPr/>
        <p:txBody>
          <a:bodyPr/>
          <a:lstStyle/>
          <a:p>
            <a:fld id="{698D0594-4E60-8F4B-8226-C705B94694A4}" type="slidenum">
              <a:rPr lang="en-US" smtClean="0"/>
              <a:pPr/>
              <a:t>84</a:t>
            </a:fld>
            <a:endParaRPr lang="en-US" dirty="0"/>
          </a:p>
        </p:txBody>
      </p:sp>
    </p:spTree>
    <p:extLst>
      <p:ext uri="{BB962C8B-B14F-4D97-AF65-F5344CB8AC3E}">
        <p14:creationId xmlns:p14="http://schemas.microsoft.com/office/powerpoint/2010/main" val="255658783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6375" y="228600"/>
            <a:ext cx="6419850" cy="3611563"/>
          </a:xfrm>
        </p:spPr>
      </p:sp>
      <p:sp>
        <p:nvSpPr>
          <p:cNvPr id="3" name="Notes Placeholder 2"/>
          <p:cNvSpPr>
            <a:spLocks noGrp="1"/>
          </p:cNvSpPr>
          <p:nvPr>
            <p:ph type="body" idx="1"/>
          </p:nvPr>
        </p:nvSpPr>
        <p:spPr/>
        <p:txBody>
          <a:bodyPr/>
          <a:lstStyle/>
          <a:p>
            <a:endParaRPr lang="en-NZ" dirty="0">
              <a:latin typeface="IBM Plex Sans" charset="0"/>
              <a:cs typeface="IBM Plex Sans" charset="0"/>
            </a:endParaRPr>
          </a:p>
        </p:txBody>
      </p:sp>
      <p:sp>
        <p:nvSpPr>
          <p:cNvPr id="4" name="Slide Number Placeholder 3"/>
          <p:cNvSpPr>
            <a:spLocks noGrp="1"/>
          </p:cNvSpPr>
          <p:nvPr>
            <p:ph type="sldNum" sz="quarter" idx="10"/>
          </p:nvPr>
        </p:nvSpPr>
        <p:spPr/>
        <p:txBody>
          <a:bodyPr/>
          <a:lstStyle/>
          <a:p>
            <a:fld id="{698D0594-4E60-8F4B-8226-C705B94694A4}" type="slidenum">
              <a:rPr lang="en-US" smtClean="0"/>
              <a:pPr/>
              <a:t>85</a:t>
            </a:fld>
            <a:endParaRPr lang="en-US" dirty="0"/>
          </a:p>
        </p:txBody>
      </p:sp>
    </p:spTree>
    <p:extLst>
      <p:ext uri="{BB962C8B-B14F-4D97-AF65-F5344CB8AC3E}">
        <p14:creationId xmlns:p14="http://schemas.microsoft.com/office/powerpoint/2010/main" val="45977079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6375" y="228600"/>
            <a:ext cx="6419850" cy="3611563"/>
          </a:xfrm>
        </p:spPr>
      </p:sp>
      <p:sp>
        <p:nvSpPr>
          <p:cNvPr id="3" name="Notes Placeholder 2"/>
          <p:cNvSpPr>
            <a:spLocks noGrp="1"/>
          </p:cNvSpPr>
          <p:nvPr>
            <p:ph type="body" idx="1"/>
          </p:nvPr>
        </p:nvSpPr>
        <p:spPr/>
        <p:txBody>
          <a:bodyPr/>
          <a:lstStyle/>
          <a:p>
            <a:endParaRPr lang="en-NZ" dirty="0">
              <a:latin typeface="IBM Plex Sans" charset="0"/>
              <a:cs typeface="IBM Plex Sans" charset="0"/>
            </a:endParaRPr>
          </a:p>
        </p:txBody>
      </p:sp>
      <p:sp>
        <p:nvSpPr>
          <p:cNvPr id="4" name="Slide Number Placeholder 3"/>
          <p:cNvSpPr>
            <a:spLocks noGrp="1"/>
          </p:cNvSpPr>
          <p:nvPr>
            <p:ph type="sldNum" sz="quarter" idx="10"/>
          </p:nvPr>
        </p:nvSpPr>
        <p:spPr/>
        <p:txBody>
          <a:bodyPr/>
          <a:lstStyle/>
          <a:p>
            <a:fld id="{698D0594-4E60-8F4B-8226-C705B94694A4}" type="slidenum">
              <a:rPr lang="en-US" smtClean="0"/>
              <a:pPr/>
              <a:t>86</a:t>
            </a:fld>
            <a:endParaRPr lang="en-US" dirty="0"/>
          </a:p>
        </p:txBody>
      </p:sp>
    </p:spTree>
    <p:extLst>
      <p:ext uri="{BB962C8B-B14F-4D97-AF65-F5344CB8AC3E}">
        <p14:creationId xmlns:p14="http://schemas.microsoft.com/office/powerpoint/2010/main" val="182515994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6375" y="228600"/>
            <a:ext cx="6419850" cy="3611563"/>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E2E38B8-B0B4-AD41-AC6E-B781F46A9FD3}" type="slidenum">
              <a:rPr lang="en-US" smtClean="0"/>
              <a:pPr/>
              <a:t>88</a:t>
            </a:fld>
            <a:endParaRPr lang="en-US" dirty="0"/>
          </a:p>
        </p:txBody>
      </p:sp>
      <p:sp>
        <p:nvSpPr>
          <p:cNvPr id="5" name="Footer Placeholder 4"/>
          <p:cNvSpPr>
            <a:spLocks noGrp="1"/>
          </p:cNvSpPr>
          <p:nvPr>
            <p:ph type="ftr" sz="quarter" idx="4"/>
          </p:nvPr>
        </p:nvSpPr>
        <p:spPr/>
        <p:txBody>
          <a:bodyPr/>
          <a:lstStyle/>
          <a:p>
            <a:r>
              <a:rPr lang="en-US" dirty="0"/>
              <a:t>Group Name / DOC ID / Month XX, 2022 / © 2022 IBM Corporation</a:t>
            </a:r>
          </a:p>
        </p:txBody>
      </p:sp>
    </p:spTree>
    <p:extLst>
      <p:ext uri="{BB962C8B-B14F-4D97-AF65-F5344CB8AC3E}">
        <p14:creationId xmlns:p14="http://schemas.microsoft.com/office/powerpoint/2010/main" val="394042082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6375" y="228600"/>
            <a:ext cx="6419850" cy="3611563"/>
          </a:xfrm>
        </p:spPr>
      </p:sp>
      <p:sp>
        <p:nvSpPr>
          <p:cNvPr id="3" name="Notes Placeholder 2"/>
          <p:cNvSpPr>
            <a:spLocks noGrp="1"/>
          </p:cNvSpPr>
          <p:nvPr>
            <p:ph type="body" idx="1"/>
          </p:nvPr>
        </p:nvSpPr>
        <p:spPr/>
        <p:txBody>
          <a:bodyPr/>
          <a:lstStyle/>
          <a:p>
            <a:endParaRPr lang="en-NZ" dirty="0">
              <a:latin typeface="IBM Plex Sans" charset="0"/>
              <a:cs typeface="IBM Plex Sans" charset="0"/>
            </a:endParaRPr>
          </a:p>
        </p:txBody>
      </p:sp>
      <p:sp>
        <p:nvSpPr>
          <p:cNvPr id="4" name="Slide Number Placeholder 3"/>
          <p:cNvSpPr>
            <a:spLocks noGrp="1"/>
          </p:cNvSpPr>
          <p:nvPr>
            <p:ph type="sldNum" sz="quarter" idx="10"/>
          </p:nvPr>
        </p:nvSpPr>
        <p:spPr/>
        <p:txBody>
          <a:bodyPr/>
          <a:lstStyle/>
          <a:p>
            <a:fld id="{698D0594-4E60-8F4B-8226-C705B94694A4}" type="slidenum">
              <a:rPr lang="en-US" smtClean="0"/>
              <a:pPr/>
              <a:t>89</a:t>
            </a:fld>
            <a:endParaRPr lang="en-US" dirty="0"/>
          </a:p>
        </p:txBody>
      </p:sp>
    </p:spTree>
    <p:extLst>
      <p:ext uri="{BB962C8B-B14F-4D97-AF65-F5344CB8AC3E}">
        <p14:creationId xmlns:p14="http://schemas.microsoft.com/office/powerpoint/2010/main" val="22643760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imagery">
    <p:spTree>
      <p:nvGrpSpPr>
        <p:cNvPr id="1" name=""/>
        <p:cNvGrpSpPr/>
        <p:nvPr/>
      </p:nvGrpSpPr>
      <p:grpSpPr>
        <a:xfrm>
          <a:off x="0" y="0"/>
          <a:ext cx="0" cy="0"/>
          <a:chOff x="0" y="0"/>
          <a:chExt cx="0" cy="0"/>
        </a:xfrm>
      </p:grpSpPr>
      <p:sp>
        <p:nvSpPr>
          <p:cNvPr id="5" name="Picture Placeholder 4" descr="Place imagery here">
            <a:extLst>
              <a:ext uri="{FF2B5EF4-FFF2-40B4-BE49-F238E27FC236}">
                <a16:creationId xmlns:a16="http://schemas.microsoft.com/office/drawing/2014/main" id="{EA7055A2-0B5C-73F2-C2DB-FC7245A7AB38}"/>
              </a:ext>
            </a:extLst>
          </p:cNvPr>
          <p:cNvSpPr>
            <a:spLocks noGrp="1"/>
          </p:cNvSpPr>
          <p:nvPr>
            <p:ph type="pic" sz="quarter" idx="11" hasCustomPrompt="1"/>
          </p:nvPr>
        </p:nvSpPr>
        <p:spPr>
          <a:xfrm>
            <a:off x="0" y="-1"/>
            <a:ext cx="24387175" cy="12195175"/>
          </a:xfrm>
          <a:solidFill>
            <a:srgbClr val="E0E0E0"/>
          </a:solidFill>
        </p:spPr>
        <p:txBody>
          <a:bodyPr anchor="ctr"/>
          <a:lstStyle>
            <a:lvl1pPr algn="ctr">
              <a:defRPr>
                <a:solidFill>
                  <a:schemeClr val="accent5"/>
                </a:solidFill>
              </a:defRPr>
            </a:lvl1pPr>
          </a:lstStyle>
          <a:p>
            <a:r>
              <a:rPr lang="en-US" dirty="0"/>
              <a:t>Place imagery here</a:t>
            </a:r>
          </a:p>
        </p:txBody>
      </p:sp>
      <p:sp>
        <p:nvSpPr>
          <p:cNvPr id="7" name="Text Placeholder 6">
            <a:extLst>
              <a:ext uri="{FF2B5EF4-FFF2-40B4-BE49-F238E27FC236}">
                <a16:creationId xmlns:a16="http://schemas.microsoft.com/office/drawing/2014/main" id="{D404A9AD-5866-6BA4-C928-31A5F88EF1E5}"/>
              </a:ext>
            </a:extLst>
          </p:cNvPr>
          <p:cNvSpPr>
            <a:spLocks noGrp="1"/>
          </p:cNvSpPr>
          <p:nvPr>
            <p:ph type="body" sz="quarter" idx="12"/>
          </p:nvPr>
        </p:nvSpPr>
        <p:spPr>
          <a:xfrm>
            <a:off x="576000" y="12166599"/>
            <a:ext cx="4942455" cy="1074293"/>
          </a:xfrm>
        </p:spPr>
        <p:txBody>
          <a:bodyPr anchor="b"/>
          <a:lstStyle>
            <a:lvl1pPr>
              <a:lnSpc>
                <a:spcPct val="110000"/>
              </a:lnSpc>
              <a:spcBef>
                <a:spcPts val="0"/>
              </a:spcBef>
              <a:defRPr sz="2400">
                <a:solidFill>
                  <a:schemeClr val="tx1"/>
                </a:solidFill>
              </a:defRPr>
            </a:lvl1pPr>
            <a:lvl2pPr marL="256032" indent="-256032">
              <a:lnSpc>
                <a:spcPct val="110000"/>
              </a:lnSpc>
              <a:spcBef>
                <a:spcPts val="0"/>
              </a:spcBef>
              <a:defRPr sz="2400">
                <a:solidFill>
                  <a:schemeClr val="tx1"/>
                </a:solidFill>
              </a:defRPr>
            </a:lvl2pPr>
            <a:lvl3pPr marL="512064" indent="-256032">
              <a:lnSpc>
                <a:spcPct val="110000"/>
              </a:lnSpc>
              <a:spcBef>
                <a:spcPts val="0"/>
              </a:spcBef>
              <a:defRPr sz="2400">
                <a:solidFill>
                  <a:schemeClr val="tx1"/>
                </a:solidFill>
              </a:defRPr>
            </a:lvl3pPr>
            <a:lvl4pPr marL="768096" indent="-256032">
              <a:lnSpc>
                <a:spcPct val="110000"/>
              </a:lnSpc>
              <a:spcBef>
                <a:spcPts val="0"/>
              </a:spcBef>
              <a:defRPr sz="2400">
                <a:solidFill>
                  <a:schemeClr val="tx1"/>
                </a:solidFill>
              </a:defRPr>
            </a:lvl4pPr>
            <a:lvl5pPr>
              <a:lnSpc>
                <a:spcPct val="110000"/>
              </a:lnSpc>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6" name="Text Placeholder 5">
            <a:extLst>
              <a:ext uri="{FF2B5EF4-FFF2-40B4-BE49-F238E27FC236}">
                <a16:creationId xmlns:a16="http://schemas.microsoft.com/office/drawing/2014/main" id="{7D4A8A02-E5FB-018D-1574-2015680C3A07}"/>
              </a:ext>
            </a:extLst>
          </p:cNvPr>
          <p:cNvSpPr>
            <a:spLocks noGrp="1"/>
          </p:cNvSpPr>
          <p:nvPr>
            <p:ph type="body" sz="quarter" idx="13"/>
          </p:nvPr>
        </p:nvSpPr>
        <p:spPr>
          <a:xfrm>
            <a:off x="6671501" y="12166600"/>
            <a:ext cx="4947412" cy="1077014"/>
          </a:xfrm>
        </p:spPr>
        <p:txBody>
          <a:bodyPr anchor="b"/>
          <a:lstStyle>
            <a:lvl1pPr>
              <a:lnSpc>
                <a:spcPct val="110000"/>
              </a:lnSpc>
              <a:spcBef>
                <a:spcPts val="0"/>
              </a:spcBef>
              <a:defRPr sz="2400">
                <a:solidFill>
                  <a:schemeClr val="tx1"/>
                </a:solidFill>
              </a:defRPr>
            </a:lvl1pPr>
            <a:lvl2pPr marL="256032" indent="-256032">
              <a:lnSpc>
                <a:spcPct val="110000"/>
              </a:lnSpc>
              <a:spcBef>
                <a:spcPts val="0"/>
              </a:spcBef>
              <a:defRPr sz="2400">
                <a:solidFill>
                  <a:schemeClr val="tx1"/>
                </a:solidFill>
              </a:defRPr>
            </a:lvl2pPr>
            <a:lvl3pPr marL="512064" indent="-256032">
              <a:lnSpc>
                <a:spcPct val="110000"/>
              </a:lnSpc>
              <a:spcBef>
                <a:spcPts val="0"/>
              </a:spcBef>
              <a:defRPr sz="2400">
                <a:solidFill>
                  <a:schemeClr val="tx1"/>
                </a:solidFill>
              </a:defRPr>
            </a:lvl3pPr>
            <a:lvl4pPr marL="768096" indent="-256032">
              <a:lnSpc>
                <a:spcPct val="110000"/>
              </a:lnSpc>
              <a:spcBef>
                <a:spcPts val="0"/>
              </a:spcBef>
              <a:defRPr sz="2400">
                <a:solidFill>
                  <a:schemeClr val="tx1"/>
                </a:solidFill>
              </a:defRPr>
            </a:lvl4pPr>
            <a:lvl5pPr>
              <a:lnSpc>
                <a:spcPct val="110000"/>
              </a:lnSpc>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pic>
        <p:nvPicPr>
          <p:cNvPr id="4" name="Picture 3" descr="IBM 8-bar logo">
            <a:extLst>
              <a:ext uri="{FF2B5EF4-FFF2-40B4-BE49-F238E27FC236}">
                <a16:creationId xmlns:a16="http://schemas.microsoft.com/office/drawing/2014/main" id="{09935B61-CCB4-2F0F-6720-2DE3FDE1A05B}"/>
              </a:ext>
            </a:extLst>
          </p:cNvPr>
          <p:cNvPicPr>
            <a:picLocks noChangeAspect="1"/>
          </p:cNvPicPr>
          <p:nvPr userDrawn="1"/>
        </p:nvPicPr>
        <p:blipFill>
          <a:blip r:embed="rId2"/>
          <a:stretch>
            <a:fillRect/>
          </a:stretch>
        </p:blipFill>
        <p:spPr>
          <a:xfrm>
            <a:off x="22373802" y="12577763"/>
            <a:ext cx="1538325" cy="572400"/>
          </a:xfrm>
          <a:prstGeom prst="rect">
            <a:avLst/>
          </a:prstGeom>
        </p:spPr>
      </p:pic>
      <p:sp>
        <p:nvSpPr>
          <p:cNvPr id="10" name="Title 1">
            <a:extLst>
              <a:ext uri="{FF2B5EF4-FFF2-40B4-BE49-F238E27FC236}">
                <a16:creationId xmlns:a16="http://schemas.microsoft.com/office/drawing/2014/main" id="{3F3BE6BB-D7C0-3C9B-44F9-5D564E48D8B6}"/>
              </a:ext>
            </a:extLst>
          </p:cNvPr>
          <p:cNvSpPr>
            <a:spLocks noGrp="1"/>
          </p:cNvSpPr>
          <p:nvPr>
            <p:ph type="title"/>
          </p:nvPr>
        </p:nvSpPr>
        <p:spPr>
          <a:xfrm>
            <a:off x="576000" y="311151"/>
            <a:ext cx="10101072" cy="7308850"/>
          </a:xfrm>
        </p:spPr>
        <p:txBody>
          <a:bodyPr/>
          <a:lstStyle>
            <a:lvl1pPr>
              <a:lnSpc>
                <a:spcPct val="100000"/>
              </a:lnSpc>
              <a:defRPr sz="8400">
                <a:solidFill>
                  <a:schemeClr val="tx2"/>
                </a:solidFill>
              </a:defRPr>
            </a:lvl1pPr>
          </a:lstStyle>
          <a:p>
            <a:r>
              <a:rPr lang="en-GB"/>
              <a:t>Click to edit Master title style</a:t>
            </a:r>
            <a:endParaRPr lang="en-US" dirty="0"/>
          </a:p>
        </p:txBody>
      </p:sp>
    </p:spTree>
    <p:extLst>
      <p:ext uri="{BB962C8B-B14F-4D97-AF65-F5344CB8AC3E}">
        <p14:creationId xmlns:p14="http://schemas.microsoft.com/office/powerpoint/2010/main" val="4196795180"/>
      </p:ext>
    </p:extLst>
  </p:cSld>
  <p:clrMapOvr>
    <a:masterClrMapping/>
  </p:clrMapOvr>
  <p:transition spd="med"/>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ver, cyan">
    <p:spTree>
      <p:nvGrpSpPr>
        <p:cNvPr id="1" name=""/>
        <p:cNvGrpSpPr/>
        <p:nvPr/>
      </p:nvGrpSpPr>
      <p:grpSpPr>
        <a:xfrm>
          <a:off x="0" y="0"/>
          <a:ext cx="0" cy="0"/>
          <a:chOff x="0" y="0"/>
          <a:chExt cx="0" cy="0"/>
        </a:xfrm>
      </p:grpSpPr>
      <p:sp>
        <p:nvSpPr>
          <p:cNvPr id="3" name="Rectangle 2" descr="Blue 10 full slide background ">
            <a:extLst>
              <a:ext uri="{FF2B5EF4-FFF2-40B4-BE49-F238E27FC236}">
                <a16:creationId xmlns:a16="http://schemas.microsoft.com/office/drawing/2014/main" id="{8D23798D-A03E-2BC6-136A-14C1E387E723}"/>
              </a:ext>
            </a:extLst>
          </p:cNvPr>
          <p:cNvSpPr/>
          <p:nvPr userDrawn="1"/>
        </p:nvSpPr>
        <p:spPr bwMode="auto">
          <a:xfrm>
            <a:off x="0" y="-1"/>
            <a:ext cx="24387175" cy="12195175"/>
          </a:xfrm>
          <a:prstGeom prst="rect">
            <a:avLst/>
          </a:prstGeom>
          <a:solidFill>
            <a:srgbClr val="E5F6FF"/>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dirty="0">
              <a:ln>
                <a:noFill/>
              </a:ln>
              <a:solidFill>
                <a:schemeClr val="bg1"/>
              </a:solidFill>
              <a:effectLst/>
              <a:latin typeface="+mn-lt"/>
            </a:endParaRPr>
          </a:p>
        </p:txBody>
      </p:sp>
      <p:pic>
        <p:nvPicPr>
          <p:cNvPr id="7" name="Picture 6" descr="IBM 8-bar logo">
            <a:extLst>
              <a:ext uri="{FF2B5EF4-FFF2-40B4-BE49-F238E27FC236}">
                <a16:creationId xmlns:a16="http://schemas.microsoft.com/office/drawing/2014/main" id="{B4B109D8-FCAE-74D0-0B39-85BF626C84C5}"/>
              </a:ext>
            </a:extLst>
          </p:cNvPr>
          <p:cNvPicPr>
            <a:picLocks noChangeAspect="1"/>
          </p:cNvPicPr>
          <p:nvPr userDrawn="1"/>
        </p:nvPicPr>
        <p:blipFill>
          <a:blip r:embed="rId2"/>
          <a:stretch>
            <a:fillRect/>
          </a:stretch>
        </p:blipFill>
        <p:spPr>
          <a:xfrm>
            <a:off x="22373802" y="12577763"/>
            <a:ext cx="1538325" cy="572400"/>
          </a:xfrm>
          <a:prstGeom prst="rect">
            <a:avLst/>
          </a:prstGeom>
        </p:spPr>
      </p:pic>
      <p:sp>
        <p:nvSpPr>
          <p:cNvPr id="8" name="Text Placeholder 6">
            <a:extLst>
              <a:ext uri="{FF2B5EF4-FFF2-40B4-BE49-F238E27FC236}">
                <a16:creationId xmlns:a16="http://schemas.microsoft.com/office/drawing/2014/main" id="{A9FACBA3-656A-1C9D-A350-7759736DCC4B}"/>
              </a:ext>
            </a:extLst>
          </p:cNvPr>
          <p:cNvSpPr>
            <a:spLocks noGrp="1"/>
          </p:cNvSpPr>
          <p:nvPr>
            <p:ph type="body" sz="quarter" idx="12"/>
          </p:nvPr>
        </p:nvSpPr>
        <p:spPr>
          <a:xfrm>
            <a:off x="576000" y="12166599"/>
            <a:ext cx="4942455" cy="1074293"/>
          </a:xfrm>
        </p:spPr>
        <p:txBody>
          <a:bodyPr anchor="b"/>
          <a:lstStyle>
            <a:lvl1pPr>
              <a:lnSpc>
                <a:spcPct val="110000"/>
              </a:lnSpc>
              <a:spcBef>
                <a:spcPts val="0"/>
              </a:spcBef>
              <a:defRPr sz="2400">
                <a:solidFill>
                  <a:schemeClr val="tx1"/>
                </a:solidFill>
              </a:defRPr>
            </a:lvl1pPr>
            <a:lvl2pPr marL="256032" indent="-256032">
              <a:lnSpc>
                <a:spcPct val="110000"/>
              </a:lnSpc>
              <a:spcBef>
                <a:spcPts val="0"/>
              </a:spcBef>
              <a:defRPr sz="2400">
                <a:solidFill>
                  <a:schemeClr val="tx1"/>
                </a:solidFill>
              </a:defRPr>
            </a:lvl2pPr>
            <a:lvl3pPr marL="512064" indent="-256032">
              <a:lnSpc>
                <a:spcPct val="110000"/>
              </a:lnSpc>
              <a:spcBef>
                <a:spcPts val="0"/>
              </a:spcBef>
              <a:defRPr sz="2400">
                <a:solidFill>
                  <a:schemeClr val="tx1"/>
                </a:solidFill>
              </a:defRPr>
            </a:lvl3pPr>
            <a:lvl4pPr marL="768096" indent="-256032">
              <a:lnSpc>
                <a:spcPct val="110000"/>
              </a:lnSpc>
              <a:spcBef>
                <a:spcPts val="0"/>
              </a:spcBef>
              <a:defRPr sz="2400">
                <a:solidFill>
                  <a:schemeClr val="tx1"/>
                </a:solidFill>
              </a:defRPr>
            </a:lvl4pPr>
            <a:lvl5pPr>
              <a:lnSpc>
                <a:spcPct val="110000"/>
              </a:lnSpc>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9" name="Text Placeholder 5">
            <a:extLst>
              <a:ext uri="{FF2B5EF4-FFF2-40B4-BE49-F238E27FC236}">
                <a16:creationId xmlns:a16="http://schemas.microsoft.com/office/drawing/2014/main" id="{FA47F09F-F9D8-7B01-E53E-EE9451C6A6EB}"/>
              </a:ext>
            </a:extLst>
          </p:cNvPr>
          <p:cNvSpPr>
            <a:spLocks noGrp="1"/>
          </p:cNvSpPr>
          <p:nvPr>
            <p:ph type="body" sz="quarter" idx="13"/>
          </p:nvPr>
        </p:nvSpPr>
        <p:spPr>
          <a:xfrm>
            <a:off x="6671501" y="12166600"/>
            <a:ext cx="4947412" cy="1077014"/>
          </a:xfrm>
        </p:spPr>
        <p:txBody>
          <a:bodyPr anchor="b"/>
          <a:lstStyle>
            <a:lvl1pPr>
              <a:lnSpc>
                <a:spcPct val="110000"/>
              </a:lnSpc>
              <a:spcBef>
                <a:spcPts val="0"/>
              </a:spcBef>
              <a:defRPr sz="2400">
                <a:solidFill>
                  <a:schemeClr val="tx1"/>
                </a:solidFill>
              </a:defRPr>
            </a:lvl1pPr>
            <a:lvl2pPr marL="256032" indent="-256032">
              <a:lnSpc>
                <a:spcPct val="110000"/>
              </a:lnSpc>
              <a:spcBef>
                <a:spcPts val="0"/>
              </a:spcBef>
              <a:defRPr sz="2400">
                <a:solidFill>
                  <a:schemeClr val="tx1"/>
                </a:solidFill>
              </a:defRPr>
            </a:lvl2pPr>
            <a:lvl3pPr marL="512064" indent="-256032">
              <a:lnSpc>
                <a:spcPct val="110000"/>
              </a:lnSpc>
              <a:spcBef>
                <a:spcPts val="0"/>
              </a:spcBef>
              <a:defRPr sz="2400">
                <a:solidFill>
                  <a:schemeClr val="tx1"/>
                </a:solidFill>
              </a:defRPr>
            </a:lvl3pPr>
            <a:lvl4pPr marL="768096" indent="-256032">
              <a:lnSpc>
                <a:spcPct val="110000"/>
              </a:lnSpc>
              <a:spcBef>
                <a:spcPts val="0"/>
              </a:spcBef>
              <a:defRPr sz="2400">
                <a:solidFill>
                  <a:schemeClr val="tx1"/>
                </a:solidFill>
              </a:defRPr>
            </a:lvl4pPr>
            <a:lvl5pPr>
              <a:lnSpc>
                <a:spcPct val="110000"/>
              </a:lnSpc>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3" name="Title 1">
            <a:extLst>
              <a:ext uri="{FF2B5EF4-FFF2-40B4-BE49-F238E27FC236}">
                <a16:creationId xmlns:a16="http://schemas.microsoft.com/office/drawing/2014/main" id="{B8FFB679-F0FF-1DD1-8243-9D4ADEF3889F}"/>
              </a:ext>
            </a:extLst>
          </p:cNvPr>
          <p:cNvSpPr>
            <a:spLocks noGrp="1"/>
          </p:cNvSpPr>
          <p:nvPr>
            <p:ph type="title"/>
          </p:nvPr>
        </p:nvSpPr>
        <p:spPr>
          <a:xfrm>
            <a:off x="576000" y="311151"/>
            <a:ext cx="10101072" cy="7308850"/>
          </a:xfrm>
        </p:spPr>
        <p:txBody>
          <a:bodyPr/>
          <a:lstStyle>
            <a:lvl1pPr>
              <a:lnSpc>
                <a:spcPct val="100000"/>
              </a:lnSpc>
              <a:defRPr sz="8400">
                <a:solidFill>
                  <a:schemeClr val="tx2"/>
                </a:solidFill>
              </a:defRPr>
            </a:lvl1pPr>
          </a:lstStyle>
          <a:p>
            <a:r>
              <a:rPr lang="en-GB"/>
              <a:t>Click to edit Master title style</a:t>
            </a:r>
            <a:endParaRPr lang="en-US" dirty="0"/>
          </a:p>
        </p:txBody>
      </p:sp>
    </p:spTree>
    <p:extLst>
      <p:ext uri="{BB962C8B-B14F-4D97-AF65-F5344CB8AC3E}">
        <p14:creationId xmlns:p14="http://schemas.microsoft.com/office/powerpoint/2010/main" val="1698670438"/>
      </p:ext>
    </p:extLst>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ver, plain">
    <p:bg>
      <p:bgPr>
        <a:solidFill>
          <a:schemeClr val="bg1"/>
        </a:solidFill>
        <a:effectLst/>
      </p:bgPr>
    </p:bg>
    <p:spTree>
      <p:nvGrpSpPr>
        <p:cNvPr id="1" name=""/>
        <p:cNvGrpSpPr/>
        <p:nvPr/>
      </p:nvGrpSpPr>
      <p:grpSpPr>
        <a:xfrm>
          <a:off x="0" y="0"/>
          <a:ext cx="0" cy="0"/>
          <a:chOff x="0" y="0"/>
          <a:chExt cx="0" cy="0"/>
        </a:xfrm>
      </p:grpSpPr>
      <p:pic>
        <p:nvPicPr>
          <p:cNvPr id="4" name="Picture 3" descr="IBM 8-bar logo">
            <a:extLst>
              <a:ext uri="{FF2B5EF4-FFF2-40B4-BE49-F238E27FC236}">
                <a16:creationId xmlns:a16="http://schemas.microsoft.com/office/drawing/2014/main" id="{E4F73B63-FCC7-DAFC-5E97-E0D29B2DBF2C}"/>
              </a:ext>
            </a:extLst>
          </p:cNvPr>
          <p:cNvPicPr>
            <a:picLocks noChangeAspect="1"/>
          </p:cNvPicPr>
          <p:nvPr userDrawn="1"/>
        </p:nvPicPr>
        <p:blipFill>
          <a:blip r:embed="rId2"/>
          <a:stretch>
            <a:fillRect/>
          </a:stretch>
        </p:blipFill>
        <p:spPr>
          <a:xfrm>
            <a:off x="22373802" y="12577763"/>
            <a:ext cx="1538325" cy="572400"/>
          </a:xfrm>
          <a:prstGeom prst="rect">
            <a:avLst/>
          </a:prstGeom>
        </p:spPr>
      </p:pic>
      <p:sp>
        <p:nvSpPr>
          <p:cNvPr id="8" name="Title 1">
            <a:extLst>
              <a:ext uri="{FF2B5EF4-FFF2-40B4-BE49-F238E27FC236}">
                <a16:creationId xmlns:a16="http://schemas.microsoft.com/office/drawing/2014/main" id="{31EEBBCD-6628-78CD-1209-20B2834A647D}"/>
              </a:ext>
            </a:extLst>
          </p:cNvPr>
          <p:cNvSpPr>
            <a:spLocks noGrp="1"/>
          </p:cNvSpPr>
          <p:nvPr>
            <p:ph type="title"/>
          </p:nvPr>
        </p:nvSpPr>
        <p:spPr>
          <a:xfrm>
            <a:off x="576000" y="311150"/>
            <a:ext cx="10101072" cy="10356850"/>
          </a:xfrm>
        </p:spPr>
        <p:txBody>
          <a:bodyPr/>
          <a:lstStyle>
            <a:lvl1pPr>
              <a:lnSpc>
                <a:spcPct val="100000"/>
              </a:lnSpc>
              <a:defRPr sz="8400">
                <a:solidFill>
                  <a:schemeClr val="tx2"/>
                </a:solidFill>
              </a:defRPr>
            </a:lvl1pPr>
          </a:lstStyle>
          <a:p>
            <a:r>
              <a:rPr lang="en-GB"/>
              <a:t>Click to edit Master title style</a:t>
            </a:r>
            <a:endParaRPr lang="en-US" dirty="0"/>
          </a:p>
        </p:txBody>
      </p:sp>
    </p:spTree>
    <p:extLst>
      <p:ext uri="{BB962C8B-B14F-4D97-AF65-F5344CB8AC3E}">
        <p14:creationId xmlns:p14="http://schemas.microsoft.com/office/powerpoint/2010/main" val="2224878651"/>
      </p:ext>
    </p:extLst>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ver, plain, label">
    <p:bg>
      <p:bgPr>
        <a:solidFill>
          <a:schemeClr val="bg1"/>
        </a:solidFill>
        <a:effectLst/>
      </p:bgPr>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F3A2629C-3C99-5809-3D6C-46ACEB922F7C}"/>
              </a:ext>
            </a:extLst>
          </p:cNvPr>
          <p:cNvSpPr>
            <a:spLocks noGrp="1"/>
          </p:cNvSpPr>
          <p:nvPr>
            <p:ph type="body" sz="quarter" idx="10"/>
          </p:nvPr>
        </p:nvSpPr>
        <p:spPr>
          <a:xfrm>
            <a:off x="576000" y="12479147"/>
            <a:ext cx="11038445" cy="762000"/>
          </a:xfrm>
        </p:spPr>
        <p:txBody>
          <a:bodyPr anchor="b"/>
          <a:lstStyle>
            <a:lvl1pPr>
              <a:lnSpc>
                <a:spcPct val="110000"/>
              </a:lnSpc>
              <a:spcBef>
                <a:spcPts val="0"/>
              </a:spcBef>
              <a:defRPr sz="2800">
                <a:solidFill>
                  <a:schemeClr val="tx1"/>
                </a:solidFill>
              </a:defRPr>
            </a:lvl1pPr>
          </a:lstStyle>
          <a:p>
            <a:pPr lvl="0"/>
            <a:r>
              <a:rPr lang="en-GB"/>
              <a:t>Click to edit Master text styles</a:t>
            </a:r>
          </a:p>
        </p:txBody>
      </p:sp>
      <p:pic>
        <p:nvPicPr>
          <p:cNvPr id="4" name="Picture 3" descr="IBM 8-bar logo">
            <a:extLst>
              <a:ext uri="{FF2B5EF4-FFF2-40B4-BE49-F238E27FC236}">
                <a16:creationId xmlns:a16="http://schemas.microsoft.com/office/drawing/2014/main" id="{81A5AEF9-6465-6773-9724-1305F8245375}"/>
              </a:ext>
            </a:extLst>
          </p:cNvPr>
          <p:cNvPicPr>
            <a:picLocks noChangeAspect="1"/>
          </p:cNvPicPr>
          <p:nvPr userDrawn="1"/>
        </p:nvPicPr>
        <p:blipFill>
          <a:blip r:embed="rId2"/>
          <a:stretch>
            <a:fillRect/>
          </a:stretch>
        </p:blipFill>
        <p:spPr>
          <a:xfrm>
            <a:off x="22373802" y="12577763"/>
            <a:ext cx="1538325" cy="572400"/>
          </a:xfrm>
          <a:prstGeom prst="rect">
            <a:avLst/>
          </a:prstGeom>
        </p:spPr>
      </p:pic>
      <p:sp>
        <p:nvSpPr>
          <p:cNvPr id="10" name="Title 1">
            <a:extLst>
              <a:ext uri="{FF2B5EF4-FFF2-40B4-BE49-F238E27FC236}">
                <a16:creationId xmlns:a16="http://schemas.microsoft.com/office/drawing/2014/main" id="{D0F40089-D6C5-B905-B7FE-24BFF3580F12}"/>
              </a:ext>
            </a:extLst>
          </p:cNvPr>
          <p:cNvSpPr>
            <a:spLocks noGrp="1"/>
          </p:cNvSpPr>
          <p:nvPr>
            <p:ph type="title"/>
          </p:nvPr>
        </p:nvSpPr>
        <p:spPr>
          <a:xfrm>
            <a:off x="576000" y="311150"/>
            <a:ext cx="10101072" cy="10356850"/>
          </a:xfrm>
        </p:spPr>
        <p:txBody>
          <a:bodyPr/>
          <a:lstStyle>
            <a:lvl1pPr>
              <a:lnSpc>
                <a:spcPct val="100000"/>
              </a:lnSpc>
              <a:defRPr sz="8400">
                <a:solidFill>
                  <a:schemeClr val="tx2"/>
                </a:solidFill>
              </a:defRPr>
            </a:lvl1pPr>
          </a:lstStyle>
          <a:p>
            <a:r>
              <a:rPr lang="en-GB"/>
              <a:t>Click to edit Master title style</a:t>
            </a:r>
            <a:endParaRPr lang="en-US" dirty="0"/>
          </a:p>
        </p:txBody>
      </p:sp>
    </p:spTree>
    <p:extLst>
      <p:ext uri="{BB962C8B-B14F-4D97-AF65-F5344CB8AC3E}">
        <p14:creationId xmlns:p14="http://schemas.microsoft.com/office/powerpoint/2010/main" val="817174950"/>
      </p:ext>
    </p:extLst>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ver, imagery, half ">
    <p:bg>
      <p:bgPr>
        <a:solidFill>
          <a:schemeClr val="bg1"/>
        </a:solidFill>
        <a:effectLst/>
      </p:bgPr>
    </p:bg>
    <p:spTree>
      <p:nvGrpSpPr>
        <p:cNvPr id="1" name=""/>
        <p:cNvGrpSpPr/>
        <p:nvPr/>
      </p:nvGrpSpPr>
      <p:grpSpPr>
        <a:xfrm>
          <a:off x="0" y="0"/>
          <a:ext cx="0" cy="0"/>
          <a:chOff x="0" y="0"/>
          <a:chExt cx="0" cy="0"/>
        </a:xfrm>
      </p:grpSpPr>
      <p:sp>
        <p:nvSpPr>
          <p:cNvPr id="7" name="Picture Placeholder 6" descr="Place imagery here">
            <a:extLst>
              <a:ext uri="{FF2B5EF4-FFF2-40B4-BE49-F238E27FC236}">
                <a16:creationId xmlns:a16="http://schemas.microsoft.com/office/drawing/2014/main" id="{9CD5B627-E439-376E-A00C-87BAFF059FD8}"/>
              </a:ext>
            </a:extLst>
          </p:cNvPr>
          <p:cNvSpPr>
            <a:spLocks noGrp="1"/>
          </p:cNvSpPr>
          <p:nvPr>
            <p:ph type="pic" sz="quarter" idx="12" hasCustomPrompt="1"/>
          </p:nvPr>
        </p:nvSpPr>
        <p:spPr>
          <a:xfrm>
            <a:off x="12763499" y="571499"/>
            <a:ext cx="11043132" cy="12578663"/>
          </a:xfrm>
          <a:solidFill>
            <a:srgbClr val="E0E0E0"/>
          </a:solidFill>
        </p:spPr>
        <p:txBody>
          <a:bodyPr anchor="ctr"/>
          <a:lstStyle>
            <a:lvl1pPr algn="ctr">
              <a:defRPr>
                <a:solidFill>
                  <a:schemeClr val="accent5"/>
                </a:solidFill>
              </a:defRPr>
            </a:lvl1pPr>
          </a:lstStyle>
          <a:p>
            <a:r>
              <a:rPr lang="en-US" dirty="0"/>
              <a:t>Place imagery here</a:t>
            </a:r>
          </a:p>
        </p:txBody>
      </p:sp>
      <p:pic>
        <p:nvPicPr>
          <p:cNvPr id="3" name="Picture 2" descr="IBM 8-bar logo">
            <a:extLst>
              <a:ext uri="{FF2B5EF4-FFF2-40B4-BE49-F238E27FC236}">
                <a16:creationId xmlns:a16="http://schemas.microsoft.com/office/drawing/2014/main" id="{5C99EA1F-50F2-8D44-9784-4C9D55555354}"/>
              </a:ext>
            </a:extLst>
          </p:cNvPr>
          <p:cNvPicPr>
            <a:picLocks noChangeAspect="1"/>
          </p:cNvPicPr>
          <p:nvPr userDrawn="1"/>
        </p:nvPicPr>
        <p:blipFill>
          <a:blip r:embed="rId2"/>
          <a:stretch>
            <a:fillRect/>
          </a:stretch>
        </p:blipFill>
        <p:spPr>
          <a:xfrm>
            <a:off x="580086" y="12577763"/>
            <a:ext cx="1538325" cy="572400"/>
          </a:xfrm>
          <a:prstGeom prst="rect">
            <a:avLst/>
          </a:prstGeom>
        </p:spPr>
      </p:pic>
      <p:sp>
        <p:nvSpPr>
          <p:cNvPr id="6" name="Title 1">
            <a:extLst>
              <a:ext uri="{FF2B5EF4-FFF2-40B4-BE49-F238E27FC236}">
                <a16:creationId xmlns:a16="http://schemas.microsoft.com/office/drawing/2014/main" id="{EC22CE22-4A72-C394-2534-3F9CEE594205}"/>
              </a:ext>
            </a:extLst>
          </p:cNvPr>
          <p:cNvSpPr>
            <a:spLocks noGrp="1"/>
          </p:cNvSpPr>
          <p:nvPr>
            <p:ph type="title"/>
          </p:nvPr>
        </p:nvSpPr>
        <p:spPr>
          <a:xfrm>
            <a:off x="576000" y="311150"/>
            <a:ext cx="10101072" cy="10356850"/>
          </a:xfrm>
        </p:spPr>
        <p:txBody>
          <a:bodyPr/>
          <a:lstStyle>
            <a:lvl1pPr>
              <a:lnSpc>
                <a:spcPct val="100000"/>
              </a:lnSpc>
              <a:defRPr sz="8400">
                <a:solidFill>
                  <a:schemeClr val="tx2"/>
                </a:solidFill>
              </a:defRPr>
            </a:lvl1pPr>
          </a:lstStyle>
          <a:p>
            <a:r>
              <a:rPr lang="en-GB"/>
              <a:t>Click to edit Master title style</a:t>
            </a:r>
            <a:endParaRPr lang="en-US" dirty="0"/>
          </a:p>
        </p:txBody>
      </p:sp>
    </p:spTree>
    <p:extLst>
      <p:ext uri="{BB962C8B-B14F-4D97-AF65-F5344CB8AC3E}">
        <p14:creationId xmlns:p14="http://schemas.microsoft.com/office/powerpoint/2010/main" val="4152614004"/>
      </p:ext>
    </p:extLst>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ver, imagery, half, label">
    <p:bg>
      <p:bgPr>
        <a:solidFill>
          <a:schemeClr val="bg1"/>
        </a:solidFill>
        <a:effectLst/>
      </p:bgPr>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276E74B7-8F2A-46A5-97C4-76677246CFAF}"/>
              </a:ext>
            </a:extLst>
          </p:cNvPr>
          <p:cNvSpPr>
            <a:spLocks noGrp="1"/>
          </p:cNvSpPr>
          <p:nvPr>
            <p:ph type="body" sz="quarter" idx="11"/>
          </p:nvPr>
        </p:nvSpPr>
        <p:spPr>
          <a:xfrm>
            <a:off x="576000" y="576072"/>
            <a:ext cx="10099675" cy="571500"/>
          </a:xfrm>
        </p:spPr>
        <p:txBody>
          <a:bodyPr/>
          <a:lstStyle>
            <a:lvl1pPr>
              <a:spcBef>
                <a:spcPts val="0"/>
              </a:spcBef>
              <a:defRPr sz="2800">
                <a:solidFill>
                  <a:schemeClr val="tx2"/>
                </a:solidFill>
              </a:defRPr>
            </a:lvl1pPr>
            <a:lvl2pPr>
              <a:spcBef>
                <a:spcPts val="0"/>
              </a:spcBef>
              <a:defRPr/>
            </a:lvl2pPr>
            <a:lvl3pPr>
              <a:spcBef>
                <a:spcPts val="0"/>
              </a:spcBef>
              <a:defRPr/>
            </a:lvl3pPr>
            <a:lvl4pPr>
              <a:spcBef>
                <a:spcPts val="0"/>
              </a:spcBef>
              <a:defRPr/>
            </a:lvl4pPr>
            <a:lvl5pPr>
              <a:spcBef>
                <a:spcPts val="0"/>
              </a:spcBef>
              <a:defRPr/>
            </a:lvl5pPr>
          </a:lstStyle>
          <a:p>
            <a:pPr lvl="0"/>
            <a:r>
              <a:rPr lang="en-GB"/>
              <a:t>Click to edit Master text styles</a:t>
            </a:r>
          </a:p>
        </p:txBody>
      </p:sp>
      <p:sp>
        <p:nvSpPr>
          <p:cNvPr id="2" name="Title 1">
            <a:extLst>
              <a:ext uri="{FF2B5EF4-FFF2-40B4-BE49-F238E27FC236}">
                <a16:creationId xmlns:a16="http://schemas.microsoft.com/office/drawing/2014/main" id="{413A412C-EE28-6248-612D-41BAAD7F005C}"/>
              </a:ext>
            </a:extLst>
          </p:cNvPr>
          <p:cNvSpPr>
            <a:spLocks noGrp="1"/>
          </p:cNvSpPr>
          <p:nvPr>
            <p:ph type="title"/>
          </p:nvPr>
        </p:nvSpPr>
        <p:spPr>
          <a:xfrm>
            <a:off x="576000" y="1512000"/>
            <a:ext cx="10099675" cy="9147175"/>
          </a:xfrm>
        </p:spPr>
        <p:txBody>
          <a:bodyPr/>
          <a:lstStyle>
            <a:lvl1pPr>
              <a:lnSpc>
                <a:spcPct val="100000"/>
              </a:lnSpc>
              <a:defRPr sz="8400">
                <a:solidFill>
                  <a:schemeClr val="tx2"/>
                </a:solidFill>
              </a:defRPr>
            </a:lvl1pPr>
          </a:lstStyle>
          <a:p>
            <a:r>
              <a:rPr lang="en-GB"/>
              <a:t>Click to edit Master title style</a:t>
            </a:r>
            <a:endParaRPr lang="en-US" dirty="0"/>
          </a:p>
        </p:txBody>
      </p:sp>
      <p:pic>
        <p:nvPicPr>
          <p:cNvPr id="3" name="Picture 2" descr="IBM 8-bar logo">
            <a:extLst>
              <a:ext uri="{FF2B5EF4-FFF2-40B4-BE49-F238E27FC236}">
                <a16:creationId xmlns:a16="http://schemas.microsoft.com/office/drawing/2014/main" id="{0A3BE97F-BB78-DA67-3A9B-B2FBFA0DFC6D}"/>
              </a:ext>
            </a:extLst>
          </p:cNvPr>
          <p:cNvPicPr>
            <a:picLocks noChangeAspect="1"/>
          </p:cNvPicPr>
          <p:nvPr userDrawn="1"/>
        </p:nvPicPr>
        <p:blipFill>
          <a:blip r:embed="rId2"/>
          <a:stretch>
            <a:fillRect/>
          </a:stretch>
        </p:blipFill>
        <p:spPr>
          <a:xfrm>
            <a:off x="580086" y="12577763"/>
            <a:ext cx="1538325" cy="572400"/>
          </a:xfrm>
          <a:prstGeom prst="rect">
            <a:avLst/>
          </a:prstGeom>
        </p:spPr>
      </p:pic>
      <p:sp>
        <p:nvSpPr>
          <p:cNvPr id="6" name="Picture Placeholder 6" descr="Place imagery here">
            <a:extLst>
              <a:ext uri="{FF2B5EF4-FFF2-40B4-BE49-F238E27FC236}">
                <a16:creationId xmlns:a16="http://schemas.microsoft.com/office/drawing/2014/main" id="{54AE768F-E6B1-F789-5E61-E59B3DBA779A}"/>
              </a:ext>
            </a:extLst>
          </p:cNvPr>
          <p:cNvSpPr>
            <a:spLocks noGrp="1"/>
          </p:cNvSpPr>
          <p:nvPr>
            <p:ph type="pic" sz="quarter" idx="12" hasCustomPrompt="1"/>
          </p:nvPr>
        </p:nvSpPr>
        <p:spPr>
          <a:xfrm>
            <a:off x="12763499" y="569913"/>
            <a:ext cx="11043132" cy="12580250"/>
          </a:xfrm>
          <a:solidFill>
            <a:srgbClr val="E0E0E0"/>
          </a:solidFill>
        </p:spPr>
        <p:txBody>
          <a:bodyPr anchor="ctr"/>
          <a:lstStyle>
            <a:lvl1pPr algn="ctr">
              <a:defRPr>
                <a:solidFill>
                  <a:schemeClr val="accent5"/>
                </a:solidFill>
              </a:defRPr>
            </a:lvl1pPr>
          </a:lstStyle>
          <a:p>
            <a:r>
              <a:rPr lang="en-US" dirty="0"/>
              <a:t>Place imagery here</a:t>
            </a:r>
          </a:p>
        </p:txBody>
      </p:sp>
    </p:spTree>
    <p:extLst>
      <p:ext uri="{BB962C8B-B14F-4D97-AF65-F5344CB8AC3E}">
        <p14:creationId xmlns:p14="http://schemas.microsoft.com/office/powerpoint/2010/main" val="3340209367"/>
      </p:ext>
    </p:extLst>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t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76000" y="384048"/>
            <a:ext cx="4942078" cy="4210050"/>
          </a:xfrm>
        </p:spPr>
        <p:txBody>
          <a:bodyPr/>
          <a:lstStyle>
            <a:lvl1pPr>
              <a:lnSpc>
                <a:spcPct val="100000"/>
              </a:lnSpc>
              <a:defRPr sz="6800">
                <a:solidFill>
                  <a:schemeClr val="tx2"/>
                </a:solidFill>
              </a:defRPr>
            </a:lvl1pPr>
          </a:lstStyle>
          <a:p>
            <a:r>
              <a:rPr lang="en-GB"/>
              <a:t>Click to edit Master title style</a:t>
            </a:r>
            <a:endParaRPr lang="en-US" dirty="0"/>
          </a:p>
        </p:txBody>
      </p:sp>
      <p:sp>
        <p:nvSpPr>
          <p:cNvPr id="7" name="Text Placeholder 6">
            <a:extLst>
              <a:ext uri="{FF2B5EF4-FFF2-40B4-BE49-F238E27FC236}">
                <a16:creationId xmlns:a16="http://schemas.microsoft.com/office/drawing/2014/main" id="{675443B4-0187-FC99-0FDE-8EB191B6CEF4}"/>
              </a:ext>
            </a:extLst>
          </p:cNvPr>
          <p:cNvSpPr>
            <a:spLocks noGrp="1"/>
          </p:cNvSpPr>
          <p:nvPr>
            <p:ph type="body" sz="quarter" idx="10"/>
          </p:nvPr>
        </p:nvSpPr>
        <p:spPr>
          <a:xfrm>
            <a:off x="12766675" y="574675"/>
            <a:ext cx="4953000" cy="11617318"/>
          </a:xfrm>
        </p:spPr>
        <p:txBody>
          <a:bodyPr/>
          <a:lstStyle>
            <a:lvl1pPr defTabSz="1161288">
              <a:spcBef>
                <a:spcPts val="0"/>
              </a:spcBef>
              <a:defRPr>
                <a:solidFill>
                  <a:schemeClr val="tx1"/>
                </a:solidFill>
              </a:defRPr>
            </a:lvl1pPr>
            <a:lvl2pPr defTabSz="1161288">
              <a:spcBef>
                <a:spcPts val="0"/>
              </a:spcBef>
              <a:defRPr>
                <a:solidFill>
                  <a:schemeClr val="tx1"/>
                </a:solidFill>
              </a:defRPr>
            </a:lvl2pPr>
            <a:lvl3pPr defTabSz="1161288">
              <a:spcBef>
                <a:spcPts val="0"/>
              </a:spcBef>
              <a:defRPr>
                <a:solidFill>
                  <a:schemeClr val="tx1"/>
                </a:solidFill>
              </a:defRPr>
            </a:lvl3pPr>
            <a:lvl4pPr defTabSz="1161288">
              <a:spcBef>
                <a:spcPts val="0"/>
              </a:spcBef>
              <a:defRPr>
                <a:solidFill>
                  <a:schemeClr val="tx1"/>
                </a:solidFill>
              </a:defRPr>
            </a:lvl4pPr>
            <a:lvl5pPr defTabSz="1161288">
              <a:spcBef>
                <a:spcPts val="0"/>
              </a:spcBef>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0" name="Text Placeholder 9">
            <a:extLst>
              <a:ext uri="{FF2B5EF4-FFF2-40B4-BE49-F238E27FC236}">
                <a16:creationId xmlns:a16="http://schemas.microsoft.com/office/drawing/2014/main" id="{5A647AD3-098B-D1AB-C8D8-463E38402F94}"/>
              </a:ext>
            </a:extLst>
          </p:cNvPr>
          <p:cNvSpPr>
            <a:spLocks noGrp="1"/>
          </p:cNvSpPr>
          <p:nvPr>
            <p:ph type="body" sz="quarter" idx="11"/>
          </p:nvPr>
        </p:nvSpPr>
        <p:spPr>
          <a:xfrm>
            <a:off x="18862676" y="574675"/>
            <a:ext cx="4941888" cy="11620500"/>
          </a:xfrm>
        </p:spPr>
        <p:txBody>
          <a:bodyPr/>
          <a:lstStyle>
            <a:lvl1pPr defTabSz="1161288">
              <a:spcBef>
                <a:spcPts val="0"/>
              </a:spcBef>
              <a:defRPr>
                <a:solidFill>
                  <a:schemeClr val="tx1"/>
                </a:solidFill>
              </a:defRPr>
            </a:lvl1pPr>
            <a:lvl2pPr defTabSz="1161288">
              <a:spcBef>
                <a:spcPts val="0"/>
              </a:spcBef>
              <a:defRPr>
                <a:solidFill>
                  <a:schemeClr val="tx1"/>
                </a:solidFill>
              </a:defRPr>
            </a:lvl2pPr>
            <a:lvl3pPr defTabSz="1161288">
              <a:spcBef>
                <a:spcPts val="0"/>
              </a:spcBef>
              <a:defRPr>
                <a:solidFill>
                  <a:schemeClr val="tx1"/>
                </a:solidFill>
              </a:defRPr>
            </a:lvl3pPr>
            <a:lvl4pPr defTabSz="1161288">
              <a:spcBef>
                <a:spcPts val="0"/>
              </a:spcBef>
              <a:defRPr>
                <a:solidFill>
                  <a:schemeClr val="tx1"/>
                </a:solidFill>
              </a:defRPr>
            </a:lvl4pPr>
            <a:lvl5pPr defTabSz="1161288">
              <a:spcBef>
                <a:spcPts val="0"/>
              </a:spcBef>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5" name="Footer Placeholder 3">
            <a:extLst>
              <a:ext uri="{FF2B5EF4-FFF2-40B4-BE49-F238E27FC236}">
                <a16:creationId xmlns:a16="http://schemas.microsoft.com/office/drawing/2014/main" id="{028AA764-A00C-AFFF-7F3F-49A733DCD474}"/>
              </a:ext>
            </a:extLst>
          </p:cNvPr>
          <p:cNvSpPr>
            <a:spLocks noGrp="1"/>
          </p:cNvSpPr>
          <p:nvPr>
            <p:ph type="ftr" sz="quarter" idx="18"/>
          </p:nvPr>
        </p:nvSpPr>
        <p:spPr>
          <a:xfrm>
            <a:off x="576000" y="12816000"/>
            <a:ext cx="4956176" cy="381000"/>
          </a:xfrm>
        </p:spPr>
        <p:txBody>
          <a:bodyPr/>
          <a:lstStyle/>
          <a:p>
            <a:endParaRPr lang="en-US" dirty="0"/>
          </a:p>
        </p:txBody>
      </p:sp>
      <p:sp>
        <p:nvSpPr>
          <p:cNvPr id="4" name="Slide Number">
            <a:extLst>
              <a:ext uri="{FF2B5EF4-FFF2-40B4-BE49-F238E27FC236}">
                <a16:creationId xmlns:a16="http://schemas.microsoft.com/office/drawing/2014/main" id="{D5D1D2A7-CF30-5698-14FC-F71CB82D5BCC}"/>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2314303940"/>
      </p:ext>
    </p:extLst>
  </p:cSld>
  <p:clrMapOvr>
    <a:masterClrMapping/>
  </p:clrMapOvr>
  <p:transition spd="med"/>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ection divider">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76000" y="384048"/>
            <a:ext cx="11036491" cy="2663825"/>
          </a:xfrm>
        </p:spPr>
        <p:txBody>
          <a:bodyPr rIns="457200"/>
          <a:lstStyle>
            <a:lvl1pPr>
              <a:lnSpc>
                <a:spcPct val="100000"/>
              </a:lnSpc>
              <a:defRPr sz="6800">
                <a:solidFill>
                  <a:schemeClr val="tx2"/>
                </a:solidFill>
              </a:defRPr>
            </a:lvl1pPr>
          </a:lstStyle>
          <a:p>
            <a:r>
              <a:rPr lang="en-GB"/>
              <a:t>Click to edit Master title style</a:t>
            </a:r>
            <a:endParaRPr lang="en-US" dirty="0"/>
          </a:p>
        </p:txBody>
      </p:sp>
      <p:sp>
        <p:nvSpPr>
          <p:cNvPr id="3" name="Footer Placeholder 3">
            <a:extLst>
              <a:ext uri="{FF2B5EF4-FFF2-40B4-BE49-F238E27FC236}">
                <a16:creationId xmlns:a16="http://schemas.microsoft.com/office/drawing/2014/main" id="{42F412B5-726F-373A-86F7-2FBA60F14014}"/>
              </a:ext>
            </a:extLst>
          </p:cNvPr>
          <p:cNvSpPr>
            <a:spLocks noGrp="1"/>
          </p:cNvSpPr>
          <p:nvPr>
            <p:ph type="ftr" sz="quarter" idx="18"/>
          </p:nvPr>
        </p:nvSpPr>
        <p:spPr>
          <a:xfrm>
            <a:off x="576000" y="12816000"/>
            <a:ext cx="4956176" cy="381000"/>
          </a:xfrm>
        </p:spPr>
        <p:txBody>
          <a:bodyPr/>
          <a:lstStyle/>
          <a:p>
            <a:endParaRPr lang="en-US" dirty="0"/>
          </a:p>
        </p:txBody>
      </p:sp>
      <p:sp>
        <p:nvSpPr>
          <p:cNvPr id="6" name="Slide Number">
            <a:extLst>
              <a:ext uri="{FF2B5EF4-FFF2-40B4-BE49-F238E27FC236}">
                <a16:creationId xmlns:a16="http://schemas.microsoft.com/office/drawing/2014/main" id="{6E2B1415-A9D9-645B-4DF0-7D16976DF727}"/>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3572839104"/>
      </p:ext>
    </p:extLst>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Large tex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3C7EC0-4BFB-A603-5703-0D692C62692D}"/>
              </a:ext>
            </a:extLst>
          </p:cNvPr>
          <p:cNvSpPr>
            <a:spLocks noGrp="1"/>
          </p:cNvSpPr>
          <p:nvPr>
            <p:ph type="title"/>
          </p:nvPr>
        </p:nvSpPr>
        <p:spPr>
          <a:xfrm>
            <a:off x="576000" y="309600"/>
            <a:ext cx="17141825" cy="8832850"/>
          </a:xfrm>
        </p:spPr>
        <p:txBody>
          <a:bodyPr/>
          <a:lstStyle>
            <a:lvl1pPr>
              <a:defRPr sz="16800" b="0" i="0">
                <a:solidFill>
                  <a:schemeClr val="tx2"/>
                </a:solidFill>
                <a:latin typeface="IBM Plex Sans ExtLt" panose="020B0303050203000203" pitchFamily="34" charset="0"/>
              </a:defRPr>
            </a:lvl1pPr>
          </a:lstStyle>
          <a:p>
            <a:r>
              <a:rPr lang="en-GB"/>
              <a:t>Click to edit Master title style</a:t>
            </a:r>
            <a:endParaRPr lang="en-US" dirty="0"/>
          </a:p>
        </p:txBody>
      </p:sp>
      <p:sp>
        <p:nvSpPr>
          <p:cNvPr id="3" name="Footer Placeholder 3">
            <a:extLst>
              <a:ext uri="{FF2B5EF4-FFF2-40B4-BE49-F238E27FC236}">
                <a16:creationId xmlns:a16="http://schemas.microsoft.com/office/drawing/2014/main" id="{B98A3D4B-A3E1-0D38-F80E-1D86FCFA4DAE}"/>
              </a:ext>
            </a:extLst>
          </p:cNvPr>
          <p:cNvSpPr>
            <a:spLocks noGrp="1"/>
          </p:cNvSpPr>
          <p:nvPr>
            <p:ph type="ftr" sz="quarter" idx="18"/>
          </p:nvPr>
        </p:nvSpPr>
        <p:spPr>
          <a:xfrm>
            <a:off x="576000" y="12816000"/>
            <a:ext cx="4956176" cy="381000"/>
          </a:xfrm>
        </p:spPr>
        <p:txBody>
          <a:bodyPr/>
          <a:lstStyle/>
          <a:p>
            <a:endParaRPr lang="en-US" dirty="0"/>
          </a:p>
        </p:txBody>
      </p:sp>
      <p:sp>
        <p:nvSpPr>
          <p:cNvPr id="6" name="Slide Number">
            <a:extLst>
              <a:ext uri="{FF2B5EF4-FFF2-40B4-BE49-F238E27FC236}">
                <a16:creationId xmlns:a16="http://schemas.microsoft.com/office/drawing/2014/main" id="{3CF46425-C9F2-46CE-AAEE-89D8A19E0F2E}"/>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1201808370"/>
      </p:ext>
    </p:extLst>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allout, headlin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76000" y="384048"/>
            <a:ext cx="9909175" cy="4209670"/>
          </a:xfrm>
        </p:spPr>
        <p:txBody>
          <a:bodyPr/>
          <a:lstStyle>
            <a:lvl1pPr>
              <a:lnSpc>
                <a:spcPct val="100000"/>
              </a:lnSpc>
              <a:defRPr sz="6800">
                <a:solidFill>
                  <a:schemeClr val="tx2"/>
                </a:solidFill>
              </a:defRPr>
            </a:lvl1pPr>
          </a:lstStyle>
          <a:p>
            <a:r>
              <a:rPr lang="en-GB"/>
              <a:t>Click to edit Master title style</a:t>
            </a:r>
            <a:endParaRPr lang="en-US" dirty="0"/>
          </a:p>
        </p:txBody>
      </p:sp>
      <p:sp>
        <p:nvSpPr>
          <p:cNvPr id="4" name="Text Placeholder 3">
            <a:extLst>
              <a:ext uri="{FF2B5EF4-FFF2-40B4-BE49-F238E27FC236}">
                <a16:creationId xmlns:a16="http://schemas.microsoft.com/office/drawing/2014/main" id="{0354631A-4ED7-F527-1CBC-9AF7BE2CB676}"/>
              </a:ext>
            </a:extLst>
          </p:cNvPr>
          <p:cNvSpPr>
            <a:spLocks noGrp="1"/>
          </p:cNvSpPr>
          <p:nvPr>
            <p:ph type="body" sz="quarter" idx="10"/>
          </p:nvPr>
        </p:nvSpPr>
        <p:spPr>
          <a:xfrm>
            <a:off x="12780000" y="384048"/>
            <a:ext cx="11042073" cy="8778494"/>
          </a:xfrm>
        </p:spPr>
        <p:txBody>
          <a:bodyPr/>
          <a:lstStyle>
            <a:lvl1pPr>
              <a:lnSpc>
                <a:spcPct val="100000"/>
              </a:lnSpc>
              <a:spcBef>
                <a:spcPts val="0"/>
              </a:spcBef>
              <a:defRPr sz="6800">
                <a:solidFill>
                  <a:schemeClr val="tx2"/>
                </a:solidFill>
              </a:defRPr>
            </a:lvl1pPr>
            <a:lvl2pPr marL="585216" indent="-585216">
              <a:lnSpc>
                <a:spcPct val="100000"/>
              </a:lnSpc>
              <a:spcBef>
                <a:spcPts val="0"/>
              </a:spcBef>
              <a:defRPr sz="6800">
                <a:solidFill>
                  <a:schemeClr val="tx2"/>
                </a:solidFill>
              </a:defRPr>
            </a:lvl2pPr>
            <a:lvl3pPr marL="1097280" indent="-585216">
              <a:lnSpc>
                <a:spcPct val="100000"/>
              </a:lnSpc>
              <a:spcBef>
                <a:spcPts val="0"/>
              </a:spcBef>
              <a:defRPr sz="6800">
                <a:solidFill>
                  <a:schemeClr val="tx2"/>
                </a:solidFill>
              </a:defRPr>
            </a:lvl3pPr>
            <a:lvl4pPr marL="1755648">
              <a:lnSpc>
                <a:spcPct val="100000"/>
              </a:lnSpc>
              <a:spcBef>
                <a:spcPts val="0"/>
              </a:spcBef>
              <a:defRPr sz="6800">
                <a:solidFill>
                  <a:schemeClr val="tx2"/>
                </a:solidFill>
              </a:defRPr>
            </a:lvl4pPr>
            <a:lvl5pPr>
              <a:lnSpc>
                <a:spcPct val="100000"/>
              </a:lnSpc>
              <a:spcBef>
                <a:spcPts val="0"/>
              </a:spcBef>
              <a:defRPr sz="6400"/>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3" name="Footer Placeholder 3">
            <a:extLst>
              <a:ext uri="{FF2B5EF4-FFF2-40B4-BE49-F238E27FC236}">
                <a16:creationId xmlns:a16="http://schemas.microsoft.com/office/drawing/2014/main" id="{20FC8337-4A61-6950-CEE5-DDB270D10746}"/>
              </a:ext>
            </a:extLst>
          </p:cNvPr>
          <p:cNvSpPr>
            <a:spLocks noGrp="1"/>
          </p:cNvSpPr>
          <p:nvPr>
            <p:ph type="ftr" sz="quarter" idx="18"/>
          </p:nvPr>
        </p:nvSpPr>
        <p:spPr>
          <a:xfrm>
            <a:off x="576000" y="12816000"/>
            <a:ext cx="4956176" cy="381000"/>
          </a:xfrm>
        </p:spPr>
        <p:txBody>
          <a:bodyPr/>
          <a:lstStyle/>
          <a:p>
            <a:endParaRPr lang="en-US" dirty="0"/>
          </a:p>
        </p:txBody>
      </p:sp>
      <p:sp>
        <p:nvSpPr>
          <p:cNvPr id="7" name="Slide Number">
            <a:extLst>
              <a:ext uri="{FF2B5EF4-FFF2-40B4-BE49-F238E27FC236}">
                <a16:creationId xmlns:a16="http://schemas.microsoft.com/office/drawing/2014/main" id="{F8F57643-D39B-662E-5D14-6D9BFA200F39}"/>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242206079"/>
      </p:ext>
    </p:extLst>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allout, stand-alone">
    <p:bg>
      <p:bgPr>
        <a:solidFill>
          <a:schemeClr val="bg1"/>
        </a:solidFill>
        <a:effectLst/>
      </p:bgPr>
    </p:bg>
    <p:spTree>
      <p:nvGrpSpPr>
        <p:cNvPr id="1" name=""/>
        <p:cNvGrpSpPr/>
        <p:nvPr/>
      </p:nvGrpSpPr>
      <p:grpSpPr>
        <a:xfrm>
          <a:off x="0" y="0"/>
          <a:ext cx="0" cy="0"/>
          <a:chOff x="0" y="0"/>
          <a:chExt cx="0" cy="0"/>
        </a:xfrm>
      </p:grpSpPr>
      <p:sp>
        <p:nvSpPr>
          <p:cNvPr id="3" name="Footer Placeholder 3">
            <a:extLst>
              <a:ext uri="{FF2B5EF4-FFF2-40B4-BE49-F238E27FC236}">
                <a16:creationId xmlns:a16="http://schemas.microsoft.com/office/drawing/2014/main" id="{949EB6B2-A4A6-F162-D0FE-417694FC70FD}"/>
              </a:ext>
            </a:extLst>
          </p:cNvPr>
          <p:cNvSpPr>
            <a:spLocks noGrp="1"/>
          </p:cNvSpPr>
          <p:nvPr>
            <p:ph type="ftr" sz="quarter" idx="18"/>
          </p:nvPr>
        </p:nvSpPr>
        <p:spPr>
          <a:xfrm>
            <a:off x="576000" y="12816000"/>
            <a:ext cx="4943476" cy="381000"/>
          </a:xfrm>
        </p:spPr>
        <p:txBody>
          <a:bodyPr/>
          <a:lstStyle/>
          <a:p>
            <a:endParaRPr lang="en-US" dirty="0"/>
          </a:p>
        </p:txBody>
      </p:sp>
      <p:sp>
        <p:nvSpPr>
          <p:cNvPr id="6" name="Slide Number">
            <a:extLst>
              <a:ext uri="{FF2B5EF4-FFF2-40B4-BE49-F238E27FC236}">
                <a16:creationId xmlns:a16="http://schemas.microsoft.com/office/drawing/2014/main" id="{4DAC6A96-E5C9-E8BD-2383-926167440939}"/>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9" name="Text Placeholder 8">
            <a:extLst>
              <a:ext uri="{FF2B5EF4-FFF2-40B4-BE49-F238E27FC236}">
                <a16:creationId xmlns:a16="http://schemas.microsoft.com/office/drawing/2014/main" id="{E0CC16BE-B09A-0C84-8A0B-5FE3F85FB19B}"/>
              </a:ext>
            </a:extLst>
          </p:cNvPr>
          <p:cNvSpPr>
            <a:spLocks noGrp="1"/>
          </p:cNvSpPr>
          <p:nvPr>
            <p:ph type="body" sz="quarter" idx="19"/>
          </p:nvPr>
        </p:nvSpPr>
        <p:spPr>
          <a:xfrm>
            <a:off x="576000" y="309600"/>
            <a:ext cx="14649450" cy="10356265"/>
          </a:xfrm>
        </p:spPr>
        <p:txBody>
          <a:bodyPr/>
          <a:lstStyle>
            <a:lvl1pPr>
              <a:lnSpc>
                <a:spcPct val="100000"/>
              </a:lnSpc>
              <a:defRPr sz="8400"/>
            </a:lvl1pPr>
          </a:lstStyle>
          <a:p>
            <a:pPr lvl="0"/>
            <a:r>
              <a:rPr lang="en-GB"/>
              <a:t>Click to edit Master text styles</a:t>
            </a:r>
          </a:p>
        </p:txBody>
      </p:sp>
    </p:spTree>
    <p:extLst>
      <p:ext uri="{BB962C8B-B14F-4D97-AF65-F5344CB8AC3E}">
        <p14:creationId xmlns:p14="http://schemas.microsoft.com/office/powerpoint/2010/main" val="1471603199"/>
      </p:ext>
    </p:extLst>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Data, 2 callouts, vertical">
    <p:bg>
      <p:bgPr>
        <a:solidFill>
          <a:schemeClr val="bg1"/>
        </a:solidFill>
        <a:effectLst/>
      </p:bgPr>
    </p:bg>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D5E03B0-C633-E81D-0D42-3FCCAFD64B0F}"/>
              </a:ext>
            </a:extLst>
          </p:cNvPr>
          <p:cNvSpPr>
            <a:spLocks noGrp="1"/>
          </p:cNvSpPr>
          <p:nvPr>
            <p:ph type="body" sz="quarter" idx="12"/>
          </p:nvPr>
        </p:nvSpPr>
        <p:spPr>
          <a:xfrm>
            <a:off x="576000" y="576072"/>
            <a:ext cx="7623175" cy="7043928"/>
          </a:xfrm>
        </p:spPr>
        <p:txBody>
          <a:bodyPr/>
          <a:lstStyle>
            <a:lvl1pPr>
              <a:lnSpc>
                <a:spcPct val="100000"/>
              </a:lnSpc>
              <a:spcBef>
                <a:spcPts val="0"/>
              </a:spcBef>
              <a:defRPr sz="4200">
                <a:solidFill>
                  <a:schemeClr val="tx1"/>
                </a:solidFill>
              </a:defRPr>
            </a:lvl1pPr>
            <a:lvl2pPr marL="402336" indent="-402336">
              <a:lnSpc>
                <a:spcPct val="100000"/>
              </a:lnSpc>
              <a:spcBef>
                <a:spcPts val="0"/>
              </a:spcBef>
              <a:defRPr sz="4200">
                <a:solidFill>
                  <a:schemeClr val="tx1"/>
                </a:solidFill>
              </a:defRPr>
            </a:lvl2pPr>
            <a:lvl3pPr marL="804672" indent="-402336">
              <a:lnSpc>
                <a:spcPct val="100000"/>
              </a:lnSpc>
              <a:spcBef>
                <a:spcPts val="0"/>
              </a:spcBef>
              <a:defRPr sz="4200">
                <a:solidFill>
                  <a:schemeClr val="tx1"/>
                </a:solidFill>
              </a:defRPr>
            </a:lvl3pPr>
            <a:lvl4pPr marL="1115568" indent="-402336">
              <a:lnSpc>
                <a:spcPct val="100000"/>
              </a:lnSpc>
              <a:spcBef>
                <a:spcPts val="0"/>
              </a:spcBef>
              <a:defRPr sz="4200">
                <a:solidFill>
                  <a:schemeClr val="tx1"/>
                </a:solidFill>
              </a:defRPr>
            </a:lvl4pPr>
            <a:lvl5pPr>
              <a:lnSpc>
                <a:spcPct val="100000"/>
              </a:lnSpc>
              <a:spcBef>
                <a:spcPts val="0"/>
              </a:spcBef>
              <a:defRPr sz="4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0" name="Text Placeholder 9">
            <a:extLst>
              <a:ext uri="{FF2B5EF4-FFF2-40B4-BE49-F238E27FC236}">
                <a16:creationId xmlns:a16="http://schemas.microsoft.com/office/drawing/2014/main" id="{DB20D7FD-6784-59C5-938D-4728A153F52B}"/>
              </a:ext>
            </a:extLst>
          </p:cNvPr>
          <p:cNvSpPr>
            <a:spLocks noGrp="1"/>
          </p:cNvSpPr>
          <p:nvPr>
            <p:ph type="body" sz="quarter" idx="13" hasCustomPrompt="1"/>
          </p:nvPr>
        </p:nvSpPr>
        <p:spPr>
          <a:xfrm>
            <a:off x="576000" y="9628222"/>
            <a:ext cx="11050588" cy="3353065"/>
          </a:xfrm>
        </p:spPr>
        <p:txBody>
          <a:bodyPr anchor="b"/>
          <a:lstStyle>
            <a:lvl1pPr>
              <a:lnSpc>
                <a:spcPct val="90000"/>
              </a:lnSpc>
              <a:spcBef>
                <a:spcPts val="0"/>
              </a:spcBef>
              <a:defRPr sz="25200" b="0" i="0">
                <a:solidFill>
                  <a:schemeClr val="accent1"/>
                </a:solidFill>
                <a:latin typeface="IBM Plex Sans ExtLt" panose="020B0303050203000203" pitchFamily="34" charset="0"/>
              </a:defRPr>
            </a:lvl1pPr>
          </a:lstStyle>
          <a:p>
            <a:r>
              <a:rPr lang="en-US" dirty="0"/>
              <a:t>↗︎00M</a:t>
            </a:r>
          </a:p>
        </p:txBody>
      </p:sp>
      <p:cxnSp>
        <p:nvCxnSpPr>
          <p:cNvPr id="9" name="Straight Connector 8" descr="Vertical column divider">
            <a:extLst>
              <a:ext uri="{FF2B5EF4-FFF2-40B4-BE49-F238E27FC236}">
                <a16:creationId xmlns:a16="http://schemas.microsoft.com/office/drawing/2014/main" id="{1C44518A-7FBB-67DA-E35B-8BC0AAFC6062}"/>
              </a:ext>
            </a:extLst>
          </p:cNvPr>
          <p:cNvCxnSpPr>
            <a:cxnSpLocks/>
          </p:cNvCxnSpPr>
          <p:nvPr userDrawn="1"/>
        </p:nvCxnSpPr>
        <p:spPr bwMode="auto">
          <a:xfrm>
            <a:off x="12193587" y="569913"/>
            <a:ext cx="0" cy="1162526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6" name="Text Placeholder 5">
            <a:extLst>
              <a:ext uri="{FF2B5EF4-FFF2-40B4-BE49-F238E27FC236}">
                <a16:creationId xmlns:a16="http://schemas.microsoft.com/office/drawing/2014/main" id="{0A7285B0-4A1E-8885-0C0E-77D0ECA9CACD}"/>
              </a:ext>
            </a:extLst>
          </p:cNvPr>
          <p:cNvSpPr>
            <a:spLocks noGrp="1"/>
          </p:cNvSpPr>
          <p:nvPr>
            <p:ph type="body" sz="quarter" idx="11"/>
          </p:nvPr>
        </p:nvSpPr>
        <p:spPr>
          <a:xfrm>
            <a:off x="12780000" y="576072"/>
            <a:ext cx="7620000" cy="7043928"/>
          </a:xfrm>
        </p:spPr>
        <p:txBody>
          <a:bodyPr/>
          <a:lstStyle>
            <a:lvl1pPr>
              <a:lnSpc>
                <a:spcPct val="100000"/>
              </a:lnSpc>
              <a:spcBef>
                <a:spcPts val="0"/>
              </a:spcBef>
              <a:defRPr sz="4200">
                <a:solidFill>
                  <a:schemeClr val="tx1"/>
                </a:solidFill>
              </a:defRPr>
            </a:lvl1pPr>
            <a:lvl2pPr marL="402336" indent="-402336">
              <a:lnSpc>
                <a:spcPct val="100000"/>
              </a:lnSpc>
              <a:spcBef>
                <a:spcPts val="0"/>
              </a:spcBef>
              <a:defRPr sz="4200">
                <a:solidFill>
                  <a:schemeClr val="tx1"/>
                </a:solidFill>
              </a:defRPr>
            </a:lvl2pPr>
            <a:lvl3pPr marL="804672" indent="-402336">
              <a:lnSpc>
                <a:spcPct val="100000"/>
              </a:lnSpc>
              <a:spcBef>
                <a:spcPts val="0"/>
              </a:spcBef>
              <a:defRPr sz="4200">
                <a:solidFill>
                  <a:schemeClr val="tx1"/>
                </a:solidFill>
              </a:defRPr>
            </a:lvl3pPr>
            <a:lvl4pPr marL="1115568" indent="-402336">
              <a:lnSpc>
                <a:spcPct val="100000"/>
              </a:lnSpc>
              <a:spcBef>
                <a:spcPts val="0"/>
              </a:spcBef>
              <a:defRPr sz="4200">
                <a:solidFill>
                  <a:schemeClr val="tx1"/>
                </a:solidFill>
              </a:defRPr>
            </a:lvl4pPr>
            <a:lvl5pPr>
              <a:lnSpc>
                <a:spcPct val="100000"/>
              </a:lnSpc>
              <a:spcBef>
                <a:spcPts val="0"/>
              </a:spcBef>
              <a:defRPr sz="4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2" name="Text Placeholder 11">
            <a:extLst>
              <a:ext uri="{FF2B5EF4-FFF2-40B4-BE49-F238E27FC236}">
                <a16:creationId xmlns:a16="http://schemas.microsoft.com/office/drawing/2014/main" id="{5F395CBF-E65B-9A42-BAE5-C2B2BD9B7BD2}"/>
              </a:ext>
            </a:extLst>
          </p:cNvPr>
          <p:cNvSpPr>
            <a:spLocks noGrp="1"/>
          </p:cNvSpPr>
          <p:nvPr>
            <p:ph type="body" sz="quarter" idx="14" hasCustomPrompt="1"/>
          </p:nvPr>
        </p:nvSpPr>
        <p:spPr>
          <a:xfrm>
            <a:off x="12780000" y="9628222"/>
            <a:ext cx="11049000" cy="3354293"/>
          </a:xfrm>
        </p:spPr>
        <p:txBody>
          <a:bodyPr anchor="b"/>
          <a:lstStyle>
            <a:lvl1pPr>
              <a:lnSpc>
                <a:spcPct val="90000"/>
              </a:lnSpc>
              <a:spcBef>
                <a:spcPts val="0"/>
              </a:spcBef>
              <a:defRPr sz="25200" b="0" i="0">
                <a:solidFill>
                  <a:schemeClr val="accent1"/>
                </a:solidFill>
                <a:latin typeface="IBM Plex Sans ExtLt" panose="020B0303050203000203" pitchFamily="34" charset="0"/>
              </a:defRPr>
            </a:lvl1pPr>
          </a:lstStyle>
          <a:p>
            <a:r>
              <a:rPr lang="en-US" dirty="0"/>
              <a:t>+00%</a:t>
            </a:r>
          </a:p>
        </p:txBody>
      </p:sp>
      <p:sp>
        <p:nvSpPr>
          <p:cNvPr id="2" name="Footer Placeholder 3">
            <a:extLst>
              <a:ext uri="{FF2B5EF4-FFF2-40B4-BE49-F238E27FC236}">
                <a16:creationId xmlns:a16="http://schemas.microsoft.com/office/drawing/2014/main" id="{21A64AF3-E67B-E80B-A5D3-6B3533C87F91}"/>
              </a:ext>
            </a:extLst>
          </p:cNvPr>
          <p:cNvSpPr>
            <a:spLocks noGrp="1"/>
          </p:cNvSpPr>
          <p:nvPr>
            <p:ph type="ftr" sz="quarter" idx="18"/>
          </p:nvPr>
        </p:nvSpPr>
        <p:spPr>
          <a:xfrm>
            <a:off x="576000" y="12816000"/>
            <a:ext cx="4956176" cy="381000"/>
          </a:xfrm>
        </p:spPr>
        <p:txBody>
          <a:bodyPr/>
          <a:lstStyle/>
          <a:p>
            <a:endParaRPr lang="en-US" dirty="0"/>
          </a:p>
        </p:txBody>
      </p:sp>
      <p:sp>
        <p:nvSpPr>
          <p:cNvPr id="5" name="Slide Number">
            <a:extLst>
              <a:ext uri="{FF2B5EF4-FFF2-40B4-BE49-F238E27FC236}">
                <a16:creationId xmlns:a16="http://schemas.microsoft.com/office/drawing/2014/main" id="{28C4F134-9B5D-407C-F525-B2FC25B7B5CD}"/>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3447478196"/>
      </p:ext>
    </p:extLst>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Data, 3 callouts, vertical">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26D02D-89A9-0455-FACB-7B6D03346E4C}"/>
              </a:ext>
            </a:extLst>
          </p:cNvPr>
          <p:cNvSpPr>
            <a:spLocks noGrp="1"/>
          </p:cNvSpPr>
          <p:nvPr>
            <p:ph type="title"/>
          </p:nvPr>
        </p:nvSpPr>
        <p:spPr>
          <a:xfrm>
            <a:off x="576072" y="576072"/>
            <a:ext cx="4949825" cy="3284728"/>
          </a:xfrm>
        </p:spPr>
        <p:txBody>
          <a:bodyPr/>
          <a:lstStyle>
            <a:lvl1pPr>
              <a:lnSpc>
                <a:spcPct val="110000"/>
              </a:lnSpc>
              <a:defRPr sz="3600">
                <a:solidFill>
                  <a:schemeClr val="tx2"/>
                </a:solidFill>
              </a:defRPr>
            </a:lvl1pPr>
          </a:lstStyle>
          <a:p>
            <a:r>
              <a:rPr lang="en-GB"/>
              <a:t>Click to edit Master title style</a:t>
            </a:r>
            <a:endParaRPr lang="en-US" dirty="0"/>
          </a:p>
        </p:txBody>
      </p:sp>
      <p:sp>
        <p:nvSpPr>
          <p:cNvPr id="16" name="Text Placeholder 15">
            <a:extLst>
              <a:ext uri="{FF2B5EF4-FFF2-40B4-BE49-F238E27FC236}">
                <a16:creationId xmlns:a16="http://schemas.microsoft.com/office/drawing/2014/main" id="{BBB79390-98CC-5F62-D373-F6646F767DD0}"/>
              </a:ext>
            </a:extLst>
          </p:cNvPr>
          <p:cNvSpPr>
            <a:spLocks noGrp="1"/>
          </p:cNvSpPr>
          <p:nvPr>
            <p:ph type="body" sz="quarter" idx="15" hasCustomPrompt="1"/>
          </p:nvPr>
        </p:nvSpPr>
        <p:spPr>
          <a:xfrm>
            <a:off x="6667500" y="385200"/>
            <a:ext cx="4951413" cy="1907912"/>
          </a:xfrm>
        </p:spPr>
        <p:txBody>
          <a:bodyPr/>
          <a:lstStyle>
            <a:lvl1pPr>
              <a:lnSpc>
                <a:spcPct val="90000"/>
              </a:lnSpc>
              <a:defRPr sz="13200">
                <a:solidFill>
                  <a:schemeClr val="accent1"/>
                </a:solidFill>
              </a:defRPr>
            </a:lvl1pPr>
            <a:lvl2pPr marL="0" indent="0">
              <a:buNone/>
              <a:defRPr/>
            </a:lvl2pPr>
          </a:lstStyle>
          <a:p>
            <a:pPr lvl="0"/>
            <a:r>
              <a:rPr lang="en-US" dirty="0"/>
              <a:t>00%</a:t>
            </a:r>
          </a:p>
        </p:txBody>
      </p:sp>
      <p:sp>
        <p:nvSpPr>
          <p:cNvPr id="7" name="Text Placeholder 6">
            <a:extLst>
              <a:ext uri="{FF2B5EF4-FFF2-40B4-BE49-F238E27FC236}">
                <a16:creationId xmlns:a16="http://schemas.microsoft.com/office/drawing/2014/main" id="{FDDE7F16-A938-0D17-3BFA-034F142A8082}"/>
              </a:ext>
            </a:extLst>
          </p:cNvPr>
          <p:cNvSpPr>
            <a:spLocks noGrp="1"/>
          </p:cNvSpPr>
          <p:nvPr>
            <p:ph type="body" sz="quarter" idx="12"/>
          </p:nvPr>
        </p:nvSpPr>
        <p:spPr>
          <a:xfrm>
            <a:off x="6667500" y="2333067"/>
            <a:ext cx="4951413" cy="9862108"/>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8" name="Text Placeholder 17">
            <a:extLst>
              <a:ext uri="{FF2B5EF4-FFF2-40B4-BE49-F238E27FC236}">
                <a16:creationId xmlns:a16="http://schemas.microsoft.com/office/drawing/2014/main" id="{3516E6B1-7020-1EA5-CDD4-B1FC6CE2740C}"/>
              </a:ext>
            </a:extLst>
          </p:cNvPr>
          <p:cNvSpPr>
            <a:spLocks noGrp="1"/>
          </p:cNvSpPr>
          <p:nvPr>
            <p:ph type="body" sz="quarter" idx="16" hasCustomPrompt="1"/>
          </p:nvPr>
        </p:nvSpPr>
        <p:spPr>
          <a:xfrm>
            <a:off x="12780000" y="385200"/>
            <a:ext cx="4949825" cy="1906588"/>
          </a:xfrm>
        </p:spPr>
        <p:txBody>
          <a:bodyPr/>
          <a:lstStyle>
            <a:lvl1pPr>
              <a:lnSpc>
                <a:spcPct val="90000"/>
              </a:lnSpc>
              <a:defRPr sz="13200">
                <a:solidFill>
                  <a:schemeClr val="accent1"/>
                </a:solidFill>
              </a:defRPr>
            </a:lvl1pPr>
          </a:lstStyle>
          <a:p>
            <a:pPr lvl="0"/>
            <a:r>
              <a:rPr lang="en-US" dirty="0"/>
              <a:t>00%</a:t>
            </a:r>
          </a:p>
        </p:txBody>
      </p:sp>
      <p:sp>
        <p:nvSpPr>
          <p:cNvPr id="9" name="Text Placeholder 8">
            <a:extLst>
              <a:ext uri="{FF2B5EF4-FFF2-40B4-BE49-F238E27FC236}">
                <a16:creationId xmlns:a16="http://schemas.microsoft.com/office/drawing/2014/main" id="{3F3FD8FB-143C-CB66-123C-0495EB1C33B7}"/>
              </a:ext>
            </a:extLst>
          </p:cNvPr>
          <p:cNvSpPr>
            <a:spLocks noGrp="1"/>
          </p:cNvSpPr>
          <p:nvPr>
            <p:ph type="body" sz="quarter" idx="13"/>
          </p:nvPr>
        </p:nvSpPr>
        <p:spPr>
          <a:xfrm>
            <a:off x="12780000" y="2334654"/>
            <a:ext cx="4953000" cy="9862108"/>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20" name="Text Placeholder 19">
            <a:extLst>
              <a:ext uri="{FF2B5EF4-FFF2-40B4-BE49-F238E27FC236}">
                <a16:creationId xmlns:a16="http://schemas.microsoft.com/office/drawing/2014/main" id="{AC11D906-6DD0-910D-48BA-0C197C90AA45}"/>
              </a:ext>
            </a:extLst>
          </p:cNvPr>
          <p:cNvSpPr>
            <a:spLocks noGrp="1"/>
          </p:cNvSpPr>
          <p:nvPr>
            <p:ph type="body" sz="quarter" idx="17" hasCustomPrompt="1"/>
          </p:nvPr>
        </p:nvSpPr>
        <p:spPr>
          <a:xfrm>
            <a:off x="18859500" y="385200"/>
            <a:ext cx="4949825" cy="1903413"/>
          </a:xfrm>
        </p:spPr>
        <p:txBody>
          <a:bodyPr/>
          <a:lstStyle>
            <a:lvl1pPr>
              <a:lnSpc>
                <a:spcPct val="90000"/>
              </a:lnSpc>
              <a:defRPr sz="13200">
                <a:solidFill>
                  <a:schemeClr val="accent1"/>
                </a:solidFill>
              </a:defRPr>
            </a:lvl1pPr>
          </a:lstStyle>
          <a:p>
            <a:pPr lvl="0"/>
            <a:r>
              <a:rPr lang="en-US" dirty="0"/>
              <a:t>00%</a:t>
            </a:r>
          </a:p>
        </p:txBody>
      </p:sp>
      <p:sp>
        <p:nvSpPr>
          <p:cNvPr id="11" name="Text Placeholder 10">
            <a:extLst>
              <a:ext uri="{FF2B5EF4-FFF2-40B4-BE49-F238E27FC236}">
                <a16:creationId xmlns:a16="http://schemas.microsoft.com/office/drawing/2014/main" id="{BA1063D1-FD79-491C-791B-87858EA0CB85}"/>
              </a:ext>
            </a:extLst>
          </p:cNvPr>
          <p:cNvSpPr>
            <a:spLocks noGrp="1"/>
          </p:cNvSpPr>
          <p:nvPr>
            <p:ph type="body" sz="quarter" idx="14"/>
          </p:nvPr>
        </p:nvSpPr>
        <p:spPr>
          <a:xfrm>
            <a:off x="18859500" y="2333067"/>
            <a:ext cx="4953000" cy="9862108"/>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5" name="Text Placeholder 4">
            <a:extLst>
              <a:ext uri="{FF2B5EF4-FFF2-40B4-BE49-F238E27FC236}">
                <a16:creationId xmlns:a16="http://schemas.microsoft.com/office/drawing/2014/main" id="{1B7E465D-4B5F-2DAE-57C4-590983308A95}"/>
              </a:ext>
            </a:extLst>
          </p:cNvPr>
          <p:cNvSpPr>
            <a:spLocks noGrp="1"/>
          </p:cNvSpPr>
          <p:nvPr>
            <p:ph type="body" sz="quarter" idx="11"/>
          </p:nvPr>
        </p:nvSpPr>
        <p:spPr>
          <a:xfrm>
            <a:off x="6670675" y="12058650"/>
            <a:ext cx="4951413" cy="1143000"/>
          </a:xfrm>
        </p:spPr>
        <p:txBody>
          <a:bodyPr anchor="b"/>
          <a:lstStyle>
            <a:lvl1pPr>
              <a:lnSpc>
                <a:spcPct val="120000"/>
              </a:lnSpc>
              <a:spcBef>
                <a:spcPts val="0"/>
              </a:spcBef>
              <a:defRPr sz="1600" b="0" i="0">
                <a:solidFill>
                  <a:schemeClr val="tx1"/>
                </a:solidFill>
                <a:latin typeface="IBM Plex Sans" panose="020B0503050203000203" pitchFamily="34" charset="0"/>
              </a:defRPr>
            </a:lvl1pPr>
            <a:lvl2pPr marL="146304" indent="-146304">
              <a:lnSpc>
                <a:spcPct val="120000"/>
              </a:lnSpc>
              <a:spcBef>
                <a:spcPts val="0"/>
              </a:spcBef>
              <a:defRPr sz="1600" b="0" i="0">
                <a:solidFill>
                  <a:schemeClr val="tx1"/>
                </a:solidFill>
                <a:latin typeface="IBM Plex Sans" panose="020B0503050203000203" pitchFamily="34" charset="0"/>
              </a:defRPr>
            </a:lvl2pPr>
            <a:lvl3pPr marL="292608" indent="-146304">
              <a:lnSpc>
                <a:spcPct val="120000"/>
              </a:lnSpc>
              <a:spcBef>
                <a:spcPts val="0"/>
              </a:spcBef>
              <a:defRPr sz="1600" b="0" i="0">
                <a:solidFill>
                  <a:schemeClr val="tx1"/>
                </a:solidFill>
                <a:latin typeface="IBM Plex Sans" panose="020B0503050203000203" pitchFamily="34" charset="0"/>
              </a:defRPr>
            </a:lvl3pPr>
            <a:lvl4pPr marL="438912" indent="-146304">
              <a:lnSpc>
                <a:spcPct val="120000"/>
              </a:lnSpc>
              <a:spcBef>
                <a:spcPts val="0"/>
              </a:spcBef>
              <a:defRPr sz="1600" b="0" i="0">
                <a:solidFill>
                  <a:schemeClr val="tx1"/>
                </a:solidFill>
                <a:latin typeface="IBM Plex Sans" panose="020B0503050203000203" pitchFamily="34" charset="0"/>
              </a:defRPr>
            </a:lvl4pPr>
            <a:lvl5pPr>
              <a:lnSpc>
                <a:spcPct val="120000"/>
              </a:lnSpc>
              <a:spcBef>
                <a:spcPts val="0"/>
              </a:spcBef>
              <a:defRPr sz="16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4" name="Footer Placeholder 3">
            <a:extLst>
              <a:ext uri="{FF2B5EF4-FFF2-40B4-BE49-F238E27FC236}">
                <a16:creationId xmlns:a16="http://schemas.microsoft.com/office/drawing/2014/main" id="{C856FFD0-F317-D3D7-DE9D-AA1F4AB27EEB}"/>
              </a:ext>
            </a:extLst>
          </p:cNvPr>
          <p:cNvSpPr>
            <a:spLocks noGrp="1"/>
          </p:cNvSpPr>
          <p:nvPr>
            <p:ph type="ftr" sz="quarter" idx="18"/>
          </p:nvPr>
        </p:nvSpPr>
        <p:spPr>
          <a:xfrm>
            <a:off x="576000" y="12816000"/>
            <a:ext cx="4956176" cy="381000"/>
          </a:xfrm>
        </p:spPr>
        <p:txBody>
          <a:bodyPr/>
          <a:lstStyle/>
          <a:p>
            <a:endParaRPr lang="en-US" dirty="0"/>
          </a:p>
        </p:txBody>
      </p:sp>
      <p:sp>
        <p:nvSpPr>
          <p:cNvPr id="8" name="Slide Number">
            <a:extLst>
              <a:ext uri="{FF2B5EF4-FFF2-40B4-BE49-F238E27FC236}">
                <a16:creationId xmlns:a16="http://schemas.microsoft.com/office/drawing/2014/main" id="{899D670E-69CE-BB86-FB88-291343BDEE2E}"/>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1083368050"/>
      </p:ext>
    </p:extLst>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Data, 2 callouts, horizontal">
    <p:bg>
      <p:bgPr>
        <a:solidFill>
          <a:schemeClr val="bg1"/>
        </a:solidFill>
        <a:effectLst/>
      </p:bgPr>
    </p:bg>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2C97FE8A-75E3-6FC8-02DD-50E0A4C8C958}"/>
              </a:ext>
            </a:extLst>
          </p:cNvPr>
          <p:cNvSpPr>
            <a:spLocks noGrp="1"/>
          </p:cNvSpPr>
          <p:nvPr>
            <p:ph type="body" sz="quarter" idx="13"/>
          </p:nvPr>
        </p:nvSpPr>
        <p:spPr>
          <a:xfrm>
            <a:off x="6667500" y="6594475"/>
            <a:ext cx="11045952" cy="5340096"/>
          </a:xfrm>
        </p:spPr>
        <p:txBody>
          <a:bodyPr/>
          <a:lstStyle>
            <a:lvl1pPr>
              <a:lnSpc>
                <a:spcPct val="100000"/>
              </a:lnSpc>
              <a:spcBef>
                <a:spcPts val="0"/>
              </a:spcBef>
              <a:defRPr sz="8400">
                <a:solidFill>
                  <a:schemeClr val="tx1"/>
                </a:solidFill>
              </a:defRPr>
            </a:lvl1pPr>
            <a:lvl2pPr marL="786384" indent="-786384">
              <a:lnSpc>
                <a:spcPct val="100000"/>
              </a:lnSpc>
              <a:spcBef>
                <a:spcPts val="0"/>
              </a:spcBef>
              <a:defRPr sz="8400">
                <a:solidFill>
                  <a:schemeClr val="tx1"/>
                </a:solidFill>
              </a:defRPr>
            </a:lvl2pPr>
            <a:lvl3pPr marL="1499616" indent="-786384">
              <a:lnSpc>
                <a:spcPct val="100000"/>
              </a:lnSpc>
              <a:spcBef>
                <a:spcPts val="0"/>
              </a:spcBef>
              <a:defRPr sz="8400">
                <a:solidFill>
                  <a:schemeClr val="tx1"/>
                </a:solidFill>
              </a:defRPr>
            </a:lvl3pPr>
            <a:lvl4pPr marL="2286000" indent="-786384">
              <a:lnSpc>
                <a:spcPct val="100000"/>
              </a:lnSpc>
              <a:spcBef>
                <a:spcPts val="0"/>
              </a:spcBef>
              <a:defRPr sz="8400">
                <a:solidFill>
                  <a:schemeClr val="tx1"/>
                </a:solidFill>
              </a:defRPr>
            </a:lvl4pPr>
            <a:lvl5pPr>
              <a:lnSpc>
                <a:spcPct val="100000"/>
              </a:lnSpc>
              <a:spcBef>
                <a:spcPts val="0"/>
              </a:spcBef>
              <a:defRPr sz="86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2" name="Title 1">
            <a:extLst>
              <a:ext uri="{FF2B5EF4-FFF2-40B4-BE49-F238E27FC236}">
                <a16:creationId xmlns:a16="http://schemas.microsoft.com/office/drawing/2014/main" id="{D4B48808-B77B-7E67-E7EA-BCC945D4D51B}"/>
              </a:ext>
            </a:extLst>
          </p:cNvPr>
          <p:cNvSpPr>
            <a:spLocks noGrp="1"/>
          </p:cNvSpPr>
          <p:nvPr>
            <p:ph type="title" hasCustomPrompt="1"/>
          </p:nvPr>
        </p:nvSpPr>
        <p:spPr>
          <a:xfrm>
            <a:off x="576000" y="309600"/>
            <a:ext cx="4949825" cy="5335586"/>
          </a:xfrm>
        </p:spPr>
        <p:txBody>
          <a:bodyPr/>
          <a:lstStyle>
            <a:lvl1pPr>
              <a:lnSpc>
                <a:spcPct val="100000"/>
              </a:lnSpc>
              <a:defRPr sz="8400">
                <a:solidFill>
                  <a:schemeClr val="accent1"/>
                </a:solidFill>
              </a:defRPr>
            </a:lvl1pPr>
          </a:lstStyle>
          <a:p>
            <a:r>
              <a:rPr lang="en-US" dirty="0"/>
              <a:t>+000%</a:t>
            </a:r>
          </a:p>
        </p:txBody>
      </p:sp>
      <p:sp>
        <p:nvSpPr>
          <p:cNvPr id="5" name="Text Placeholder 4">
            <a:extLst>
              <a:ext uri="{FF2B5EF4-FFF2-40B4-BE49-F238E27FC236}">
                <a16:creationId xmlns:a16="http://schemas.microsoft.com/office/drawing/2014/main" id="{88378CF2-9CD6-2749-A489-08A4608D0BDA}"/>
              </a:ext>
            </a:extLst>
          </p:cNvPr>
          <p:cNvSpPr>
            <a:spLocks noGrp="1"/>
          </p:cNvSpPr>
          <p:nvPr>
            <p:ph type="body" sz="quarter" idx="11"/>
          </p:nvPr>
        </p:nvSpPr>
        <p:spPr>
          <a:xfrm>
            <a:off x="6667500" y="309600"/>
            <a:ext cx="11049000" cy="5335587"/>
          </a:xfrm>
        </p:spPr>
        <p:txBody>
          <a:bodyPr/>
          <a:lstStyle>
            <a:lvl1pPr>
              <a:lnSpc>
                <a:spcPct val="100000"/>
              </a:lnSpc>
              <a:spcBef>
                <a:spcPts val="0"/>
              </a:spcBef>
              <a:defRPr sz="8400">
                <a:solidFill>
                  <a:schemeClr val="tx1"/>
                </a:solidFill>
              </a:defRPr>
            </a:lvl1pPr>
            <a:lvl2pPr marL="786384" indent="-786384">
              <a:lnSpc>
                <a:spcPct val="100000"/>
              </a:lnSpc>
              <a:spcBef>
                <a:spcPts val="0"/>
              </a:spcBef>
              <a:defRPr sz="8400">
                <a:solidFill>
                  <a:schemeClr val="tx1"/>
                </a:solidFill>
              </a:defRPr>
            </a:lvl2pPr>
            <a:lvl3pPr marL="1499616" indent="-786384">
              <a:lnSpc>
                <a:spcPct val="100000"/>
              </a:lnSpc>
              <a:spcBef>
                <a:spcPts val="0"/>
              </a:spcBef>
              <a:defRPr sz="8400">
                <a:solidFill>
                  <a:schemeClr val="tx1"/>
                </a:solidFill>
              </a:defRPr>
            </a:lvl3pPr>
            <a:lvl4pPr marL="2286000" indent="-786384">
              <a:lnSpc>
                <a:spcPct val="100000"/>
              </a:lnSpc>
              <a:spcBef>
                <a:spcPts val="0"/>
              </a:spcBef>
              <a:defRPr sz="8400">
                <a:solidFill>
                  <a:schemeClr val="tx1"/>
                </a:solidFill>
              </a:defRPr>
            </a:lvl4pPr>
            <a:lvl5pPr>
              <a:lnSpc>
                <a:spcPct val="100000"/>
              </a:lnSpc>
              <a:spcBef>
                <a:spcPts val="0"/>
              </a:spcBef>
              <a:defRPr sz="86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cxnSp>
        <p:nvCxnSpPr>
          <p:cNvPr id="10" name="Straight Connector 9" descr="Horizontal row divider">
            <a:extLst>
              <a:ext uri="{FF2B5EF4-FFF2-40B4-BE49-F238E27FC236}">
                <a16:creationId xmlns:a16="http://schemas.microsoft.com/office/drawing/2014/main" id="{3D81813D-DA09-FCA0-D570-1E2D428C59E9}"/>
              </a:ext>
            </a:extLst>
          </p:cNvPr>
          <p:cNvCxnSpPr>
            <a:cxnSpLocks/>
          </p:cNvCxnSpPr>
          <p:nvPr userDrawn="1"/>
        </p:nvCxnSpPr>
        <p:spPr bwMode="auto">
          <a:xfrm>
            <a:off x="577850" y="6097732"/>
            <a:ext cx="23234650"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9" name="Text Placeholder 8">
            <a:extLst>
              <a:ext uri="{FF2B5EF4-FFF2-40B4-BE49-F238E27FC236}">
                <a16:creationId xmlns:a16="http://schemas.microsoft.com/office/drawing/2014/main" id="{A16C1F9D-1D2C-5BDA-E821-35CB4A8708F5}"/>
              </a:ext>
            </a:extLst>
          </p:cNvPr>
          <p:cNvSpPr>
            <a:spLocks noGrp="1"/>
          </p:cNvSpPr>
          <p:nvPr>
            <p:ph type="body" sz="quarter" idx="12" hasCustomPrompt="1"/>
          </p:nvPr>
        </p:nvSpPr>
        <p:spPr>
          <a:xfrm>
            <a:off x="576000" y="6594475"/>
            <a:ext cx="4946904" cy="5340096"/>
          </a:xfrm>
        </p:spPr>
        <p:txBody>
          <a:bodyPr/>
          <a:lstStyle>
            <a:lvl1pPr>
              <a:lnSpc>
                <a:spcPct val="100000"/>
              </a:lnSpc>
              <a:defRPr sz="8400">
                <a:solidFill>
                  <a:schemeClr val="accent1"/>
                </a:solidFill>
              </a:defRPr>
            </a:lvl1pPr>
            <a:lvl2pPr>
              <a:lnSpc>
                <a:spcPct val="100000"/>
              </a:lnSpc>
              <a:defRPr sz="8600">
                <a:solidFill>
                  <a:schemeClr val="accent1"/>
                </a:solidFill>
              </a:defRPr>
            </a:lvl2pPr>
            <a:lvl3pPr>
              <a:lnSpc>
                <a:spcPct val="100000"/>
              </a:lnSpc>
              <a:defRPr sz="8600">
                <a:solidFill>
                  <a:schemeClr val="accent1"/>
                </a:solidFill>
              </a:defRPr>
            </a:lvl3pPr>
            <a:lvl4pPr>
              <a:lnSpc>
                <a:spcPct val="100000"/>
              </a:lnSpc>
              <a:defRPr sz="8600">
                <a:solidFill>
                  <a:schemeClr val="accent1"/>
                </a:solidFill>
              </a:defRPr>
            </a:lvl4pPr>
            <a:lvl5pPr>
              <a:lnSpc>
                <a:spcPct val="100000"/>
              </a:lnSpc>
              <a:defRPr sz="8600">
                <a:solidFill>
                  <a:schemeClr val="accent1"/>
                </a:solidFill>
              </a:defRPr>
            </a:lvl5pPr>
          </a:lstStyle>
          <a:p>
            <a:pPr lvl="0"/>
            <a:r>
              <a:rPr lang="en-US" dirty="0"/>
              <a:t>+000M</a:t>
            </a:r>
          </a:p>
        </p:txBody>
      </p:sp>
      <p:sp>
        <p:nvSpPr>
          <p:cNvPr id="4" name="Footer Placeholder 3">
            <a:extLst>
              <a:ext uri="{FF2B5EF4-FFF2-40B4-BE49-F238E27FC236}">
                <a16:creationId xmlns:a16="http://schemas.microsoft.com/office/drawing/2014/main" id="{7B9ABB71-218D-3F6E-E3F7-5348FD395D22}"/>
              </a:ext>
            </a:extLst>
          </p:cNvPr>
          <p:cNvSpPr>
            <a:spLocks noGrp="1"/>
          </p:cNvSpPr>
          <p:nvPr>
            <p:ph type="ftr" sz="quarter" idx="18"/>
          </p:nvPr>
        </p:nvSpPr>
        <p:spPr>
          <a:xfrm>
            <a:off x="576000" y="12816000"/>
            <a:ext cx="4956176" cy="381000"/>
          </a:xfrm>
        </p:spPr>
        <p:txBody>
          <a:bodyPr/>
          <a:lstStyle/>
          <a:p>
            <a:endParaRPr lang="en-US" dirty="0"/>
          </a:p>
        </p:txBody>
      </p:sp>
      <p:sp>
        <p:nvSpPr>
          <p:cNvPr id="7" name="Slide Number">
            <a:extLst>
              <a:ext uri="{FF2B5EF4-FFF2-40B4-BE49-F238E27FC236}">
                <a16:creationId xmlns:a16="http://schemas.microsoft.com/office/drawing/2014/main" id="{B77BD92D-3A6C-2396-61D4-51D7CC5B1C0A}"/>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3774764434"/>
      </p:ext>
    </p:extLst>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Data, 3 callouts, horizontal">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26D02D-89A9-0455-FACB-7B6D03346E4C}"/>
              </a:ext>
            </a:extLst>
          </p:cNvPr>
          <p:cNvSpPr>
            <a:spLocks noGrp="1"/>
          </p:cNvSpPr>
          <p:nvPr>
            <p:ph type="title"/>
          </p:nvPr>
        </p:nvSpPr>
        <p:spPr>
          <a:xfrm>
            <a:off x="576072" y="576072"/>
            <a:ext cx="4949825" cy="3284728"/>
          </a:xfrm>
        </p:spPr>
        <p:txBody>
          <a:bodyPr/>
          <a:lstStyle>
            <a:lvl1pPr>
              <a:lnSpc>
                <a:spcPct val="110000"/>
              </a:lnSpc>
              <a:defRPr sz="3600">
                <a:solidFill>
                  <a:schemeClr val="tx2"/>
                </a:solidFill>
              </a:defRPr>
            </a:lvl1pPr>
          </a:lstStyle>
          <a:p>
            <a:r>
              <a:rPr lang="en-GB"/>
              <a:t>Click to edit Master title style</a:t>
            </a:r>
            <a:endParaRPr lang="en-US" dirty="0"/>
          </a:p>
        </p:txBody>
      </p:sp>
      <p:sp>
        <p:nvSpPr>
          <p:cNvPr id="16" name="Text Placeholder 15">
            <a:extLst>
              <a:ext uri="{FF2B5EF4-FFF2-40B4-BE49-F238E27FC236}">
                <a16:creationId xmlns:a16="http://schemas.microsoft.com/office/drawing/2014/main" id="{BBB79390-98CC-5F62-D373-F6646F767DD0}"/>
              </a:ext>
            </a:extLst>
          </p:cNvPr>
          <p:cNvSpPr>
            <a:spLocks noGrp="1"/>
          </p:cNvSpPr>
          <p:nvPr>
            <p:ph type="body" sz="quarter" idx="15" hasCustomPrompt="1"/>
          </p:nvPr>
        </p:nvSpPr>
        <p:spPr>
          <a:xfrm>
            <a:off x="6667500" y="384048"/>
            <a:ext cx="4951413" cy="2859087"/>
          </a:xfrm>
        </p:spPr>
        <p:txBody>
          <a:bodyPr/>
          <a:lstStyle>
            <a:lvl1pPr>
              <a:lnSpc>
                <a:spcPct val="90000"/>
              </a:lnSpc>
              <a:defRPr sz="13200">
                <a:solidFill>
                  <a:schemeClr val="accent1"/>
                </a:solidFill>
              </a:defRPr>
            </a:lvl1pPr>
            <a:lvl2pPr marL="0" indent="0">
              <a:buNone/>
              <a:defRPr/>
            </a:lvl2pPr>
          </a:lstStyle>
          <a:p>
            <a:r>
              <a:rPr lang="en-US" dirty="0"/>
              <a:t>00%</a:t>
            </a:r>
          </a:p>
        </p:txBody>
      </p:sp>
      <p:sp>
        <p:nvSpPr>
          <p:cNvPr id="7" name="Text Placeholder 6">
            <a:extLst>
              <a:ext uri="{FF2B5EF4-FFF2-40B4-BE49-F238E27FC236}">
                <a16:creationId xmlns:a16="http://schemas.microsoft.com/office/drawing/2014/main" id="{FDDE7F16-A938-0D17-3BFA-034F142A8082}"/>
              </a:ext>
            </a:extLst>
          </p:cNvPr>
          <p:cNvSpPr>
            <a:spLocks noGrp="1"/>
          </p:cNvSpPr>
          <p:nvPr>
            <p:ph type="body" sz="quarter" idx="12"/>
          </p:nvPr>
        </p:nvSpPr>
        <p:spPr>
          <a:xfrm>
            <a:off x="12763500" y="572897"/>
            <a:ext cx="7620000" cy="2859087"/>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cxnSp>
        <p:nvCxnSpPr>
          <p:cNvPr id="17" name="Straight Connector 16" descr="Horizontal row divider">
            <a:extLst>
              <a:ext uri="{FF2B5EF4-FFF2-40B4-BE49-F238E27FC236}">
                <a16:creationId xmlns:a16="http://schemas.microsoft.com/office/drawing/2014/main" id="{1103109C-6DA9-8F27-B4B1-EE276442E489}"/>
              </a:ext>
            </a:extLst>
          </p:cNvPr>
          <p:cNvCxnSpPr/>
          <p:nvPr userDrawn="1"/>
        </p:nvCxnSpPr>
        <p:spPr bwMode="auto">
          <a:xfrm>
            <a:off x="6667500" y="4575175"/>
            <a:ext cx="17145000"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8" name="Text Placeholder 17">
            <a:extLst>
              <a:ext uri="{FF2B5EF4-FFF2-40B4-BE49-F238E27FC236}">
                <a16:creationId xmlns:a16="http://schemas.microsoft.com/office/drawing/2014/main" id="{3516E6B1-7020-1EA5-CDD4-B1FC6CE2740C}"/>
              </a:ext>
            </a:extLst>
          </p:cNvPr>
          <p:cNvSpPr>
            <a:spLocks noGrp="1"/>
          </p:cNvSpPr>
          <p:nvPr>
            <p:ph type="body" sz="quarter" idx="16" hasCustomPrompt="1"/>
          </p:nvPr>
        </p:nvSpPr>
        <p:spPr>
          <a:xfrm>
            <a:off x="6667500" y="4957821"/>
            <a:ext cx="4951413" cy="2857506"/>
          </a:xfrm>
        </p:spPr>
        <p:txBody>
          <a:bodyPr/>
          <a:lstStyle>
            <a:lvl1pPr>
              <a:lnSpc>
                <a:spcPct val="90000"/>
              </a:lnSpc>
              <a:defRPr sz="13200">
                <a:solidFill>
                  <a:schemeClr val="accent1"/>
                </a:solidFill>
              </a:defRPr>
            </a:lvl1pPr>
          </a:lstStyle>
          <a:p>
            <a:r>
              <a:rPr lang="en-US" dirty="0"/>
              <a:t>00%</a:t>
            </a:r>
          </a:p>
        </p:txBody>
      </p:sp>
      <p:sp>
        <p:nvSpPr>
          <p:cNvPr id="9" name="Text Placeholder 8">
            <a:extLst>
              <a:ext uri="{FF2B5EF4-FFF2-40B4-BE49-F238E27FC236}">
                <a16:creationId xmlns:a16="http://schemas.microsoft.com/office/drawing/2014/main" id="{3F3FD8FB-143C-CB66-123C-0495EB1C33B7}"/>
              </a:ext>
            </a:extLst>
          </p:cNvPr>
          <p:cNvSpPr>
            <a:spLocks noGrp="1"/>
          </p:cNvSpPr>
          <p:nvPr>
            <p:ph type="body" sz="quarter" idx="13"/>
          </p:nvPr>
        </p:nvSpPr>
        <p:spPr>
          <a:xfrm>
            <a:off x="12763500" y="5125969"/>
            <a:ext cx="7620000" cy="2857500"/>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cxnSp>
        <p:nvCxnSpPr>
          <p:cNvPr id="15" name="Straight Connector 14" descr="Horizontal row divider">
            <a:extLst>
              <a:ext uri="{FF2B5EF4-FFF2-40B4-BE49-F238E27FC236}">
                <a16:creationId xmlns:a16="http://schemas.microsoft.com/office/drawing/2014/main" id="{687931BB-B3EF-829C-B354-B048514D5138}"/>
              </a:ext>
            </a:extLst>
          </p:cNvPr>
          <p:cNvCxnSpPr/>
          <p:nvPr userDrawn="1"/>
        </p:nvCxnSpPr>
        <p:spPr bwMode="auto">
          <a:xfrm>
            <a:off x="6667500" y="9140825"/>
            <a:ext cx="17145000"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20" name="Text Placeholder 19">
            <a:extLst>
              <a:ext uri="{FF2B5EF4-FFF2-40B4-BE49-F238E27FC236}">
                <a16:creationId xmlns:a16="http://schemas.microsoft.com/office/drawing/2014/main" id="{AC11D906-6DD0-910D-48BA-0C197C90AA45}"/>
              </a:ext>
            </a:extLst>
          </p:cNvPr>
          <p:cNvSpPr>
            <a:spLocks noGrp="1"/>
          </p:cNvSpPr>
          <p:nvPr>
            <p:ph type="body" sz="quarter" idx="17" hasCustomPrompt="1"/>
          </p:nvPr>
        </p:nvSpPr>
        <p:spPr>
          <a:xfrm>
            <a:off x="6667501" y="9526645"/>
            <a:ext cx="4951411" cy="2668530"/>
          </a:xfrm>
        </p:spPr>
        <p:txBody>
          <a:bodyPr/>
          <a:lstStyle>
            <a:lvl1pPr>
              <a:lnSpc>
                <a:spcPct val="90000"/>
              </a:lnSpc>
              <a:defRPr sz="13200">
                <a:solidFill>
                  <a:schemeClr val="accent1"/>
                </a:solidFill>
              </a:defRPr>
            </a:lvl1pPr>
          </a:lstStyle>
          <a:p>
            <a:r>
              <a:rPr lang="en-US" dirty="0"/>
              <a:t>00%</a:t>
            </a:r>
          </a:p>
        </p:txBody>
      </p:sp>
      <p:sp>
        <p:nvSpPr>
          <p:cNvPr id="11" name="Text Placeholder 10">
            <a:extLst>
              <a:ext uri="{FF2B5EF4-FFF2-40B4-BE49-F238E27FC236}">
                <a16:creationId xmlns:a16="http://schemas.microsoft.com/office/drawing/2014/main" id="{BA1063D1-FD79-491C-791B-87858EA0CB85}"/>
              </a:ext>
            </a:extLst>
          </p:cNvPr>
          <p:cNvSpPr>
            <a:spLocks noGrp="1"/>
          </p:cNvSpPr>
          <p:nvPr>
            <p:ph type="body" sz="quarter" idx="14"/>
          </p:nvPr>
        </p:nvSpPr>
        <p:spPr>
          <a:xfrm>
            <a:off x="12763500" y="9670409"/>
            <a:ext cx="7620000" cy="2524766"/>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5" name="Text Placeholder 4">
            <a:extLst>
              <a:ext uri="{FF2B5EF4-FFF2-40B4-BE49-F238E27FC236}">
                <a16:creationId xmlns:a16="http://schemas.microsoft.com/office/drawing/2014/main" id="{1B7E465D-4B5F-2DAE-57C4-590983308A95}"/>
              </a:ext>
            </a:extLst>
          </p:cNvPr>
          <p:cNvSpPr>
            <a:spLocks noGrp="1"/>
          </p:cNvSpPr>
          <p:nvPr>
            <p:ph type="body" sz="quarter" idx="11"/>
          </p:nvPr>
        </p:nvSpPr>
        <p:spPr>
          <a:xfrm>
            <a:off x="6667500" y="12058650"/>
            <a:ext cx="4951413" cy="1143000"/>
          </a:xfrm>
        </p:spPr>
        <p:txBody>
          <a:bodyPr anchor="b"/>
          <a:lstStyle>
            <a:lvl1pPr>
              <a:lnSpc>
                <a:spcPct val="120000"/>
              </a:lnSpc>
              <a:spcBef>
                <a:spcPts val="0"/>
              </a:spcBef>
              <a:defRPr sz="1600" b="0" i="0">
                <a:solidFill>
                  <a:schemeClr val="tx1"/>
                </a:solidFill>
                <a:latin typeface="IBM Plex Sans" panose="020B0503050203000203" pitchFamily="34" charset="0"/>
              </a:defRPr>
            </a:lvl1pPr>
            <a:lvl2pPr>
              <a:lnSpc>
                <a:spcPct val="120000"/>
              </a:lnSpc>
              <a:spcBef>
                <a:spcPts val="0"/>
              </a:spcBef>
              <a:defRPr sz="1600" b="0" i="0">
                <a:solidFill>
                  <a:schemeClr val="tx1"/>
                </a:solidFill>
                <a:latin typeface="IBM Plex Sans" panose="020B0503050203000203" pitchFamily="34" charset="0"/>
              </a:defRPr>
            </a:lvl2pPr>
            <a:lvl3pPr>
              <a:lnSpc>
                <a:spcPct val="120000"/>
              </a:lnSpc>
              <a:spcBef>
                <a:spcPts val="0"/>
              </a:spcBef>
              <a:defRPr sz="1600" b="0" i="0">
                <a:solidFill>
                  <a:schemeClr val="tx1"/>
                </a:solidFill>
                <a:latin typeface="IBM Plex Sans" panose="020B0503050203000203" pitchFamily="34" charset="0"/>
              </a:defRPr>
            </a:lvl3pPr>
            <a:lvl4pPr>
              <a:lnSpc>
                <a:spcPct val="120000"/>
              </a:lnSpc>
              <a:spcBef>
                <a:spcPts val="0"/>
              </a:spcBef>
              <a:defRPr sz="1600" b="0" i="0">
                <a:solidFill>
                  <a:schemeClr val="tx1"/>
                </a:solidFill>
                <a:latin typeface="IBM Plex Sans" panose="020B0503050203000203" pitchFamily="34" charset="0"/>
              </a:defRPr>
            </a:lvl4pPr>
            <a:lvl5pPr>
              <a:lnSpc>
                <a:spcPct val="120000"/>
              </a:lnSpc>
              <a:spcBef>
                <a:spcPts val="0"/>
              </a:spcBef>
              <a:defRPr sz="1600" b="0" i="0">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4" name="Footer Placeholder 3">
            <a:extLst>
              <a:ext uri="{FF2B5EF4-FFF2-40B4-BE49-F238E27FC236}">
                <a16:creationId xmlns:a16="http://schemas.microsoft.com/office/drawing/2014/main" id="{8495C3AC-E4B9-F837-204B-FF01953D40BE}"/>
              </a:ext>
            </a:extLst>
          </p:cNvPr>
          <p:cNvSpPr>
            <a:spLocks noGrp="1"/>
          </p:cNvSpPr>
          <p:nvPr>
            <p:ph type="ftr" sz="quarter" idx="18"/>
          </p:nvPr>
        </p:nvSpPr>
        <p:spPr>
          <a:xfrm>
            <a:off x="576000" y="12816000"/>
            <a:ext cx="4956176" cy="381000"/>
          </a:xfrm>
        </p:spPr>
        <p:txBody>
          <a:bodyPr/>
          <a:lstStyle/>
          <a:p>
            <a:endParaRPr lang="en-US" dirty="0"/>
          </a:p>
        </p:txBody>
      </p:sp>
      <p:sp>
        <p:nvSpPr>
          <p:cNvPr id="8" name="Slide Number">
            <a:extLst>
              <a:ext uri="{FF2B5EF4-FFF2-40B4-BE49-F238E27FC236}">
                <a16:creationId xmlns:a16="http://schemas.microsoft.com/office/drawing/2014/main" id="{22119C11-B0BD-168C-0C07-D70B259D3906}"/>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3656111609"/>
      </p:ext>
    </p:extLst>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ext, 4 columns ">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00" y="576072"/>
            <a:ext cx="4942078" cy="1525588"/>
          </a:xfrm>
        </p:spPr>
        <p:txBody>
          <a:bodyPr/>
          <a:lstStyle>
            <a:lvl1pPr>
              <a:lnSpc>
                <a:spcPct val="110000"/>
              </a:lnSpc>
              <a:defRPr sz="2800">
                <a:solidFill>
                  <a:schemeClr val="tx2"/>
                </a:solidFill>
              </a:defRPr>
            </a:lvl1pPr>
          </a:lstStyle>
          <a:p>
            <a:r>
              <a:rPr lang="en-GB"/>
              <a:t>Click to edit Master title style</a:t>
            </a:r>
            <a:endParaRPr lang="en-US" dirty="0"/>
          </a:p>
        </p:txBody>
      </p:sp>
      <p:sp>
        <p:nvSpPr>
          <p:cNvPr id="5" name="Text Placeholder 4">
            <a:extLst>
              <a:ext uri="{FF2B5EF4-FFF2-40B4-BE49-F238E27FC236}">
                <a16:creationId xmlns:a16="http://schemas.microsoft.com/office/drawing/2014/main" id="{1C17B282-9F6A-839A-442D-69BC9DF3749A}"/>
              </a:ext>
            </a:extLst>
          </p:cNvPr>
          <p:cNvSpPr>
            <a:spLocks noGrp="1"/>
          </p:cNvSpPr>
          <p:nvPr>
            <p:ph type="body" sz="quarter" idx="11"/>
          </p:nvPr>
        </p:nvSpPr>
        <p:spPr>
          <a:xfrm>
            <a:off x="576000" y="3047999"/>
            <a:ext cx="4956175" cy="9153525"/>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6670675" y="3047999"/>
            <a:ext cx="4951413" cy="9153525"/>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12780000" y="3047999"/>
            <a:ext cx="4953000" cy="9153525"/>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1" name="Text Placeholder 10">
            <a:extLst>
              <a:ext uri="{FF2B5EF4-FFF2-40B4-BE49-F238E27FC236}">
                <a16:creationId xmlns:a16="http://schemas.microsoft.com/office/drawing/2014/main" id="{1E0D5184-93C0-B658-7967-FBC78C38A518}"/>
              </a:ext>
            </a:extLst>
          </p:cNvPr>
          <p:cNvSpPr>
            <a:spLocks noGrp="1"/>
          </p:cNvSpPr>
          <p:nvPr>
            <p:ph type="body" sz="quarter" idx="14"/>
          </p:nvPr>
        </p:nvSpPr>
        <p:spPr>
          <a:xfrm>
            <a:off x="18862675" y="3047999"/>
            <a:ext cx="4959350" cy="9153525"/>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4" name="Footer Placeholder 3">
            <a:extLst>
              <a:ext uri="{FF2B5EF4-FFF2-40B4-BE49-F238E27FC236}">
                <a16:creationId xmlns:a16="http://schemas.microsoft.com/office/drawing/2014/main" id="{2D830AE7-F6A6-A339-0B24-876A9554C9E3}"/>
              </a:ext>
            </a:extLst>
          </p:cNvPr>
          <p:cNvSpPr>
            <a:spLocks noGrp="1"/>
          </p:cNvSpPr>
          <p:nvPr>
            <p:ph type="ftr" sz="quarter" idx="18"/>
          </p:nvPr>
        </p:nvSpPr>
        <p:spPr>
          <a:xfrm>
            <a:off x="576000" y="12816000"/>
            <a:ext cx="4956176" cy="381000"/>
          </a:xfrm>
        </p:spPr>
        <p:txBody>
          <a:bodyPr/>
          <a:lstStyle/>
          <a:p>
            <a:endParaRPr lang="en-US" dirty="0"/>
          </a:p>
        </p:txBody>
      </p:sp>
      <p:sp>
        <p:nvSpPr>
          <p:cNvPr id="8" name="Slide Number">
            <a:extLst>
              <a:ext uri="{FF2B5EF4-FFF2-40B4-BE49-F238E27FC236}">
                <a16:creationId xmlns:a16="http://schemas.microsoft.com/office/drawing/2014/main" id="{31A616C3-34A8-1D7A-67C9-8B76F2D30BD0}"/>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3261313497"/>
      </p:ext>
    </p:extLst>
  </p:cSld>
  <p:clrMapOvr>
    <a:masterClrMapping/>
  </p:clrMapOvr>
  <p:transition spd="med"/>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ext, 4 columns, short divider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00" y="576072"/>
            <a:ext cx="4949825" cy="1525588"/>
          </a:xfrm>
        </p:spPr>
        <p:txBody>
          <a:bodyPr/>
          <a:lstStyle>
            <a:lvl1pPr>
              <a:lnSpc>
                <a:spcPct val="110000"/>
              </a:lnSpc>
              <a:defRPr sz="2800">
                <a:solidFill>
                  <a:schemeClr val="tx2"/>
                </a:solidFill>
              </a:defRPr>
            </a:lvl1pPr>
          </a:lstStyle>
          <a:p>
            <a:r>
              <a:rPr lang="en-GB"/>
              <a:t>Click to edit Master title style</a:t>
            </a:r>
            <a:endParaRPr lang="en-US" dirty="0"/>
          </a:p>
        </p:txBody>
      </p:sp>
      <p:sp>
        <p:nvSpPr>
          <p:cNvPr id="6" name="Text Placeholder 5">
            <a:extLst>
              <a:ext uri="{FF2B5EF4-FFF2-40B4-BE49-F238E27FC236}">
                <a16:creationId xmlns:a16="http://schemas.microsoft.com/office/drawing/2014/main" id="{9792CE3F-FA6A-2FE0-0146-4BFD45CF296A}"/>
              </a:ext>
            </a:extLst>
          </p:cNvPr>
          <p:cNvSpPr>
            <a:spLocks noGrp="1"/>
          </p:cNvSpPr>
          <p:nvPr>
            <p:ph type="body" sz="quarter" idx="15"/>
          </p:nvPr>
        </p:nvSpPr>
        <p:spPr>
          <a:xfrm>
            <a:off x="6670675" y="576072"/>
            <a:ext cx="4956175" cy="1525587"/>
          </a:xfrm>
        </p:spPr>
        <p:txBody>
          <a:bodyPr/>
          <a:lstStyle>
            <a:lvl1pPr>
              <a:lnSpc>
                <a:spcPct val="110000"/>
              </a:lnSpc>
              <a:spcBef>
                <a:spcPts val="0"/>
              </a:spcBef>
              <a:defRPr sz="2000" b="0" i="0">
                <a:solidFill>
                  <a:schemeClr val="tx1"/>
                </a:solidFill>
                <a:latin typeface="IBM Plex Sans" panose="020B0503050203000203" pitchFamily="34" charset="0"/>
              </a:defRPr>
            </a:lvl1pPr>
            <a:lvl2pPr marL="182880" indent="-182880">
              <a:lnSpc>
                <a:spcPct val="110000"/>
              </a:lnSpc>
              <a:spcBef>
                <a:spcPts val="0"/>
              </a:spcBef>
              <a:defRPr sz="2000" b="0" i="0">
                <a:solidFill>
                  <a:schemeClr val="tx1"/>
                </a:solidFill>
                <a:latin typeface="IBM Plex Sans" panose="020B0503050203000203" pitchFamily="34" charset="0"/>
              </a:defRPr>
            </a:lvl2pPr>
            <a:lvl3pPr marL="365760" indent="-182880">
              <a:lnSpc>
                <a:spcPct val="110000"/>
              </a:lnSpc>
              <a:spcBef>
                <a:spcPts val="0"/>
              </a:spcBef>
              <a:defRPr sz="2000" b="0" i="0">
                <a:solidFill>
                  <a:schemeClr val="tx1"/>
                </a:solidFill>
                <a:latin typeface="IBM Plex Sans" panose="020B0503050203000203" pitchFamily="34" charset="0"/>
              </a:defRPr>
            </a:lvl3pPr>
            <a:lvl4pPr marL="548640" indent="-182880">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cxnSp>
        <p:nvCxnSpPr>
          <p:cNvPr id="20" name="Straight Connector 19" descr="Vertical column divider">
            <a:extLst>
              <a:ext uri="{FF2B5EF4-FFF2-40B4-BE49-F238E27FC236}">
                <a16:creationId xmlns:a16="http://schemas.microsoft.com/office/drawing/2014/main" id="{ABAB2974-AD95-0BF2-C41A-265AEF03B4F7}"/>
              </a:ext>
            </a:extLst>
          </p:cNvPr>
          <p:cNvCxnSpPr>
            <a:cxnSpLocks/>
          </p:cNvCxnSpPr>
          <p:nvPr userDrawn="1"/>
        </p:nvCxnSpPr>
        <p:spPr bwMode="auto">
          <a:xfrm>
            <a:off x="6096000" y="3044825"/>
            <a:ext cx="0" cy="914547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1" name="Straight Connector 20" descr="Vertical column divider">
            <a:extLst>
              <a:ext uri="{FF2B5EF4-FFF2-40B4-BE49-F238E27FC236}">
                <a16:creationId xmlns:a16="http://schemas.microsoft.com/office/drawing/2014/main" id="{CDB8CB8D-C4DB-E357-4948-59CD6A18A9DC}"/>
              </a:ext>
            </a:extLst>
          </p:cNvPr>
          <p:cNvCxnSpPr/>
          <p:nvPr userDrawn="1"/>
        </p:nvCxnSpPr>
        <p:spPr bwMode="auto">
          <a:xfrm>
            <a:off x="12188952" y="3044825"/>
            <a:ext cx="0" cy="915035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2" name="Straight Connector 21" descr="Vertical column divider">
            <a:extLst>
              <a:ext uri="{FF2B5EF4-FFF2-40B4-BE49-F238E27FC236}">
                <a16:creationId xmlns:a16="http://schemas.microsoft.com/office/drawing/2014/main" id="{8B5887E5-28C4-AA99-EBD5-E34B88F46F25}"/>
              </a:ext>
            </a:extLst>
          </p:cNvPr>
          <p:cNvCxnSpPr/>
          <p:nvPr userDrawn="1"/>
        </p:nvCxnSpPr>
        <p:spPr bwMode="auto">
          <a:xfrm>
            <a:off x="18288000" y="3044825"/>
            <a:ext cx="0" cy="915035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4" name="Footer Placeholder 3">
            <a:extLst>
              <a:ext uri="{FF2B5EF4-FFF2-40B4-BE49-F238E27FC236}">
                <a16:creationId xmlns:a16="http://schemas.microsoft.com/office/drawing/2014/main" id="{9A5E154F-497D-F356-4526-C17B1B098AC9}"/>
              </a:ext>
            </a:extLst>
          </p:cNvPr>
          <p:cNvSpPr>
            <a:spLocks noGrp="1"/>
          </p:cNvSpPr>
          <p:nvPr userDrawn="1">
            <p:ph type="ftr" sz="quarter" idx="18"/>
          </p:nvPr>
        </p:nvSpPr>
        <p:spPr>
          <a:xfrm>
            <a:off x="576000" y="12816000"/>
            <a:ext cx="4956176" cy="381000"/>
          </a:xfrm>
        </p:spPr>
        <p:txBody>
          <a:bodyPr/>
          <a:lstStyle/>
          <a:p>
            <a:endParaRPr lang="en-US" dirty="0"/>
          </a:p>
        </p:txBody>
      </p:sp>
      <p:sp>
        <p:nvSpPr>
          <p:cNvPr id="8" name="Slide Number">
            <a:extLst>
              <a:ext uri="{FF2B5EF4-FFF2-40B4-BE49-F238E27FC236}">
                <a16:creationId xmlns:a16="http://schemas.microsoft.com/office/drawing/2014/main" id="{A3714515-3CA1-0F75-0503-3208A09DFA76}"/>
              </a:ext>
            </a:extLst>
          </p:cNvPr>
          <p:cNvSpPr txBox="1">
            <a:spLocks noGrp="1"/>
          </p:cNvSpPr>
          <p:nvPr userDrawn="1">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10" name="Text Placeholder 4">
            <a:extLst>
              <a:ext uri="{FF2B5EF4-FFF2-40B4-BE49-F238E27FC236}">
                <a16:creationId xmlns:a16="http://schemas.microsoft.com/office/drawing/2014/main" id="{4B531E36-2064-83A6-3D5A-E40E324F8495}"/>
              </a:ext>
            </a:extLst>
          </p:cNvPr>
          <p:cNvSpPr>
            <a:spLocks noGrp="1"/>
          </p:cNvSpPr>
          <p:nvPr userDrawn="1">
            <p:ph type="body" sz="quarter" idx="11"/>
          </p:nvPr>
        </p:nvSpPr>
        <p:spPr>
          <a:xfrm>
            <a:off x="582422" y="3047999"/>
            <a:ext cx="4956175" cy="9153525"/>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2" name="Text Placeholder 6">
            <a:extLst>
              <a:ext uri="{FF2B5EF4-FFF2-40B4-BE49-F238E27FC236}">
                <a16:creationId xmlns:a16="http://schemas.microsoft.com/office/drawing/2014/main" id="{70587680-FBD6-A326-93E3-B3437A4124A3}"/>
              </a:ext>
            </a:extLst>
          </p:cNvPr>
          <p:cNvSpPr>
            <a:spLocks noGrp="1"/>
          </p:cNvSpPr>
          <p:nvPr userDrawn="1">
            <p:ph type="body" sz="quarter" idx="12"/>
          </p:nvPr>
        </p:nvSpPr>
        <p:spPr>
          <a:xfrm>
            <a:off x="6670675" y="3047999"/>
            <a:ext cx="4951413" cy="9153525"/>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3" name="Text Placeholder 8">
            <a:extLst>
              <a:ext uri="{FF2B5EF4-FFF2-40B4-BE49-F238E27FC236}">
                <a16:creationId xmlns:a16="http://schemas.microsoft.com/office/drawing/2014/main" id="{CAE80882-A798-33A6-BF3F-DF9C75646C23}"/>
              </a:ext>
            </a:extLst>
          </p:cNvPr>
          <p:cNvSpPr>
            <a:spLocks noGrp="1"/>
          </p:cNvSpPr>
          <p:nvPr userDrawn="1">
            <p:ph type="body" sz="quarter" idx="13"/>
          </p:nvPr>
        </p:nvSpPr>
        <p:spPr>
          <a:xfrm>
            <a:off x="12780000" y="3047999"/>
            <a:ext cx="4953000" cy="9153525"/>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5" name="Text Placeholder 10">
            <a:extLst>
              <a:ext uri="{FF2B5EF4-FFF2-40B4-BE49-F238E27FC236}">
                <a16:creationId xmlns:a16="http://schemas.microsoft.com/office/drawing/2014/main" id="{1809E051-5EDC-532B-0D86-AA9349AAA053}"/>
              </a:ext>
            </a:extLst>
          </p:cNvPr>
          <p:cNvSpPr>
            <a:spLocks noGrp="1"/>
          </p:cNvSpPr>
          <p:nvPr userDrawn="1">
            <p:ph type="body" sz="quarter" idx="14"/>
          </p:nvPr>
        </p:nvSpPr>
        <p:spPr>
          <a:xfrm>
            <a:off x="18862675" y="3047999"/>
            <a:ext cx="4959350" cy="9153525"/>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Tree>
    <p:extLst>
      <p:ext uri="{BB962C8B-B14F-4D97-AF65-F5344CB8AC3E}">
        <p14:creationId xmlns:p14="http://schemas.microsoft.com/office/powerpoint/2010/main" val="3152310234"/>
      </p:ext>
    </p:extLst>
  </p:cSld>
  <p:clrMapOvr>
    <a:masterClrMapping/>
  </p:clrMapOvr>
  <p:transition spd="med"/>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ext, 4 columns, dividers, headline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00" y="576071"/>
            <a:ext cx="4949825" cy="2468753"/>
          </a:xfrm>
        </p:spPr>
        <p:txBody>
          <a:bodyPr/>
          <a:lstStyle>
            <a:lvl1pPr>
              <a:lnSpc>
                <a:spcPct val="110000"/>
              </a:lnSpc>
              <a:defRPr sz="2800">
                <a:solidFill>
                  <a:schemeClr val="tx2"/>
                </a:solidFill>
              </a:defRPr>
            </a:lvl1pPr>
          </a:lstStyle>
          <a:p>
            <a:r>
              <a:rPr lang="en-GB"/>
              <a:t>Click to edit Master title style</a:t>
            </a:r>
            <a:endParaRPr lang="en-US" dirty="0"/>
          </a:p>
        </p:txBody>
      </p:sp>
      <p:sp>
        <p:nvSpPr>
          <p:cNvPr id="6" name="Text Placeholder 5">
            <a:extLst>
              <a:ext uri="{FF2B5EF4-FFF2-40B4-BE49-F238E27FC236}">
                <a16:creationId xmlns:a16="http://schemas.microsoft.com/office/drawing/2014/main" id="{9792CE3F-FA6A-2FE0-0146-4BFD45CF296A}"/>
              </a:ext>
            </a:extLst>
          </p:cNvPr>
          <p:cNvSpPr>
            <a:spLocks noGrp="1"/>
          </p:cNvSpPr>
          <p:nvPr>
            <p:ph type="body" sz="quarter" idx="15"/>
          </p:nvPr>
        </p:nvSpPr>
        <p:spPr>
          <a:xfrm>
            <a:off x="6667500" y="576072"/>
            <a:ext cx="4956175" cy="1843037"/>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6667500" y="3047999"/>
            <a:ext cx="4951413" cy="9156701"/>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0" name="Text Placeholder 9">
            <a:extLst>
              <a:ext uri="{FF2B5EF4-FFF2-40B4-BE49-F238E27FC236}">
                <a16:creationId xmlns:a16="http://schemas.microsoft.com/office/drawing/2014/main" id="{793A9C8C-F98C-5899-BE8B-D1A544D66C6A}"/>
              </a:ext>
            </a:extLst>
          </p:cNvPr>
          <p:cNvSpPr>
            <a:spLocks noGrp="1"/>
          </p:cNvSpPr>
          <p:nvPr>
            <p:ph type="body" sz="quarter" idx="16"/>
          </p:nvPr>
        </p:nvSpPr>
        <p:spPr>
          <a:xfrm>
            <a:off x="12780000" y="576072"/>
            <a:ext cx="4953000" cy="1843037"/>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12780000" y="3048000"/>
            <a:ext cx="4953000" cy="9156700"/>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cxnSp>
        <p:nvCxnSpPr>
          <p:cNvPr id="14" name="Straight Connector 13" descr="Vertical column divider">
            <a:extLst>
              <a:ext uri="{FF2B5EF4-FFF2-40B4-BE49-F238E27FC236}">
                <a16:creationId xmlns:a16="http://schemas.microsoft.com/office/drawing/2014/main" id="{C6EB28FF-C21F-A83D-2D19-2242B76C6B09}"/>
              </a:ext>
            </a:extLst>
          </p:cNvPr>
          <p:cNvCxnSpPr>
            <a:cxnSpLocks/>
          </p:cNvCxnSpPr>
          <p:nvPr userDrawn="1"/>
        </p:nvCxnSpPr>
        <p:spPr bwMode="auto">
          <a:xfrm>
            <a:off x="6096000" y="570103"/>
            <a:ext cx="0" cy="1162208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8" name="Straight Connector 17" descr="Vertical column divider">
            <a:extLst>
              <a:ext uri="{FF2B5EF4-FFF2-40B4-BE49-F238E27FC236}">
                <a16:creationId xmlns:a16="http://schemas.microsoft.com/office/drawing/2014/main" id="{3D7A0E74-695D-C6F5-07CD-01209D58A70A}"/>
              </a:ext>
            </a:extLst>
          </p:cNvPr>
          <p:cNvCxnSpPr>
            <a:cxnSpLocks/>
          </p:cNvCxnSpPr>
          <p:nvPr userDrawn="1"/>
        </p:nvCxnSpPr>
        <p:spPr bwMode="auto">
          <a:xfrm>
            <a:off x="12188952" y="570103"/>
            <a:ext cx="0" cy="1162507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9" name="Straight Connector 18" descr="Vertical column divider">
            <a:extLst>
              <a:ext uri="{FF2B5EF4-FFF2-40B4-BE49-F238E27FC236}">
                <a16:creationId xmlns:a16="http://schemas.microsoft.com/office/drawing/2014/main" id="{19E1AC9A-B000-435B-E4BC-54B09FB7957C}"/>
              </a:ext>
            </a:extLst>
          </p:cNvPr>
          <p:cNvCxnSpPr>
            <a:cxnSpLocks/>
          </p:cNvCxnSpPr>
          <p:nvPr userDrawn="1"/>
        </p:nvCxnSpPr>
        <p:spPr bwMode="auto">
          <a:xfrm>
            <a:off x="18288000" y="570103"/>
            <a:ext cx="0" cy="1162208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3" name="Text Placeholder 12">
            <a:extLst>
              <a:ext uri="{FF2B5EF4-FFF2-40B4-BE49-F238E27FC236}">
                <a16:creationId xmlns:a16="http://schemas.microsoft.com/office/drawing/2014/main" id="{2A62B128-D226-0D9B-89EC-51AFD07F30CF}"/>
              </a:ext>
            </a:extLst>
          </p:cNvPr>
          <p:cNvSpPr>
            <a:spLocks noGrp="1"/>
          </p:cNvSpPr>
          <p:nvPr userDrawn="1">
            <p:ph type="body" sz="quarter" idx="17"/>
          </p:nvPr>
        </p:nvSpPr>
        <p:spPr>
          <a:xfrm>
            <a:off x="18859500" y="576072"/>
            <a:ext cx="4959350" cy="1843037"/>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1" name="Text Placeholder 10">
            <a:extLst>
              <a:ext uri="{FF2B5EF4-FFF2-40B4-BE49-F238E27FC236}">
                <a16:creationId xmlns:a16="http://schemas.microsoft.com/office/drawing/2014/main" id="{1E0D5184-93C0-B658-7967-FBC78C38A518}"/>
              </a:ext>
            </a:extLst>
          </p:cNvPr>
          <p:cNvSpPr>
            <a:spLocks noGrp="1"/>
          </p:cNvSpPr>
          <p:nvPr userDrawn="1">
            <p:ph type="body" sz="quarter" idx="14"/>
          </p:nvPr>
        </p:nvSpPr>
        <p:spPr>
          <a:xfrm>
            <a:off x="18859500" y="3048000"/>
            <a:ext cx="4959350" cy="9156700"/>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4" name="Footer Placeholder 3">
            <a:extLst>
              <a:ext uri="{FF2B5EF4-FFF2-40B4-BE49-F238E27FC236}">
                <a16:creationId xmlns:a16="http://schemas.microsoft.com/office/drawing/2014/main" id="{6C3F2C39-1D80-7B1C-F53D-B11D6327AF07}"/>
              </a:ext>
            </a:extLst>
          </p:cNvPr>
          <p:cNvSpPr>
            <a:spLocks noGrp="1"/>
          </p:cNvSpPr>
          <p:nvPr userDrawn="1">
            <p:ph type="ftr" sz="quarter" idx="18"/>
          </p:nvPr>
        </p:nvSpPr>
        <p:spPr>
          <a:xfrm>
            <a:off x="576000" y="12816000"/>
            <a:ext cx="4956176" cy="381000"/>
          </a:xfrm>
        </p:spPr>
        <p:txBody>
          <a:bodyPr/>
          <a:lstStyle/>
          <a:p>
            <a:endParaRPr lang="en-US" dirty="0"/>
          </a:p>
        </p:txBody>
      </p:sp>
      <p:sp>
        <p:nvSpPr>
          <p:cNvPr id="8" name="Slide Number">
            <a:extLst>
              <a:ext uri="{FF2B5EF4-FFF2-40B4-BE49-F238E27FC236}">
                <a16:creationId xmlns:a16="http://schemas.microsoft.com/office/drawing/2014/main" id="{56961C62-D766-8A68-1FA3-BF6BE095543D}"/>
              </a:ext>
            </a:extLst>
          </p:cNvPr>
          <p:cNvSpPr txBox="1">
            <a:spLocks noGrp="1"/>
          </p:cNvSpPr>
          <p:nvPr userDrawn="1">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599707034"/>
      </p:ext>
    </p:extLst>
  </p:cSld>
  <p:clrMapOvr>
    <a:masterClrMapping/>
  </p:clrMapOvr>
  <p:transition spd="med"/>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ext, 4 columns, dividers, pictogram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734332-B5B5-4358-3C72-8B35F374A887}"/>
              </a:ext>
            </a:extLst>
          </p:cNvPr>
          <p:cNvSpPr>
            <a:spLocks noGrp="1"/>
          </p:cNvSpPr>
          <p:nvPr>
            <p:ph type="title"/>
          </p:nvPr>
        </p:nvSpPr>
        <p:spPr>
          <a:xfrm>
            <a:off x="576072" y="576072"/>
            <a:ext cx="4949825" cy="2097087"/>
          </a:xfrm>
        </p:spPr>
        <p:txBody>
          <a:bodyPr/>
          <a:lstStyle>
            <a:lvl1pPr>
              <a:lnSpc>
                <a:spcPct val="110000"/>
              </a:lnSpc>
              <a:defRPr sz="2400">
                <a:solidFill>
                  <a:schemeClr val="tx2"/>
                </a:solidFill>
              </a:defRPr>
            </a:lvl1pPr>
          </a:lstStyle>
          <a:p>
            <a:r>
              <a:rPr lang="en-GB"/>
              <a:t>Click to edit Master title style</a:t>
            </a:r>
            <a:endParaRPr lang="en-US" dirty="0"/>
          </a:p>
        </p:txBody>
      </p:sp>
      <p:sp>
        <p:nvSpPr>
          <p:cNvPr id="5" name="Text Placeholder 4">
            <a:extLst>
              <a:ext uri="{FF2B5EF4-FFF2-40B4-BE49-F238E27FC236}">
                <a16:creationId xmlns:a16="http://schemas.microsoft.com/office/drawing/2014/main" id="{A59C4772-2960-241E-274D-18A4B5568DAB}"/>
              </a:ext>
            </a:extLst>
          </p:cNvPr>
          <p:cNvSpPr>
            <a:spLocks noGrp="1"/>
          </p:cNvSpPr>
          <p:nvPr>
            <p:ph type="body" sz="quarter" idx="11"/>
          </p:nvPr>
        </p:nvSpPr>
        <p:spPr>
          <a:xfrm>
            <a:off x="576000" y="3048000"/>
            <a:ext cx="4942078" cy="4578350"/>
          </a:xfrm>
        </p:spPr>
        <p:txBody>
          <a:bodyPr/>
          <a:lstStyle>
            <a:lvl1pPr>
              <a:lnSpc>
                <a:spcPct val="100000"/>
              </a:lnSpc>
              <a:spcBef>
                <a:spcPts val="0"/>
              </a:spcBef>
              <a:defRPr sz="3600">
                <a:solidFill>
                  <a:schemeClr val="tx1"/>
                </a:solidFill>
              </a:defRPr>
            </a:lvl1pPr>
          </a:lstStyle>
          <a:p>
            <a:pPr lvl="0"/>
            <a:r>
              <a:rPr lang="en-GB"/>
              <a:t>Click to edit Master text styles</a:t>
            </a:r>
          </a:p>
        </p:txBody>
      </p:sp>
      <p:sp>
        <p:nvSpPr>
          <p:cNvPr id="14" name="Picture Placeholder 13" descr="Place pictogram here">
            <a:extLst>
              <a:ext uri="{FF2B5EF4-FFF2-40B4-BE49-F238E27FC236}">
                <a16:creationId xmlns:a16="http://schemas.microsoft.com/office/drawing/2014/main" id="{637C5D5A-A533-DB2D-8BBE-C9DAA013CA01}"/>
              </a:ext>
            </a:extLst>
          </p:cNvPr>
          <p:cNvSpPr>
            <a:spLocks noGrp="1"/>
          </p:cNvSpPr>
          <p:nvPr>
            <p:ph type="pic" sz="quarter" idx="15" hasCustomPrompt="1"/>
          </p:nvPr>
        </p:nvSpPr>
        <p:spPr>
          <a:xfrm>
            <a:off x="6667500" y="576072"/>
            <a:ext cx="1216152" cy="1216152"/>
          </a:xfrm>
        </p:spPr>
        <p:txBody>
          <a:bodyPr anchor="ctr"/>
          <a:lstStyle>
            <a:lvl1pPr algn="ctr">
              <a:defRPr sz="1600">
                <a:solidFill>
                  <a:schemeClr val="tx1"/>
                </a:solidFill>
              </a:defRPr>
            </a:lvl1pPr>
          </a:lstStyle>
          <a:p>
            <a:r>
              <a:rPr lang="en-US" dirty="0"/>
              <a:t>Pictogram</a:t>
            </a:r>
          </a:p>
        </p:txBody>
      </p:sp>
      <p:sp>
        <p:nvSpPr>
          <p:cNvPr id="10" name="Text Placeholder 9">
            <a:extLst>
              <a:ext uri="{FF2B5EF4-FFF2-40B4-BE49-F238E27FC236}">
                <a16:creationId xmlns:a16="http://schemas.microsoft.com/office/drawing/2014/main" id="{627CF39F-F0FC-7815-2582-A13E0599BC21}"/>
              </a:ext>
            </a:extLst>
          </p:cNvPr>
          <p:cNvSpPr>
            <a:spLocks noGrp="1"/>
          </p:cNvSpPr>
          <p:nvPr>
            <p:ph type="body" sz="quarter" idx="12"/>
          </p:nvPr>
        </p:nvSpPr>
        <p:spPr>
          <a:xfrm>
            <a:off x="6670675" y="3047999"/>
            <a:ext cx="4951413" cy="9153525"/>
          </a:xfrm>
        </p:spPr>
        <p:txBody>
          <a:bodyPr/>
          <a:lstStyle>
            <a:lvl1pPr>
              <a:lnSpc>
                <a:spcPct val="110000"/>
              </a:lnSpc>
              <a:spcBef>
                <a:spcPts val="0"/>
              </a:spcBef>
              <a:defRPr sz="2400">
                <a:solidFill>
                  <a:schemeClr val="tx1"/>
                </a:solidFill>
              </a:defRPr>
            </a:lvl1pPr>
            <a:lvl2pPr marL="219456" indent="-219456">
              <a:lnSpc>
                <a:spcPct val="110000"/>
              </a:lnSpc>
              <a:spcBef>
                <a:spcPts val="0"/>
              </a:spcBef>
              <a:defRPr sz="2400">
                <a:solidFill>
                  <a:schemeClr val="tx1"/>
                </a:solidFill>
              </a:defRPr>
            </a:lvl2pPr>
            <a:lvl3pPr marL="438912" indent="-219456">
              <a:lnSpc>
                <a:spcPct val="110000"/>
              </a:lnSpc>
              <a:spcBef>
                <a:spcPts val="0"/>
              </a:spcBef>
              <a:defRPr sz="2400">
                <a:solidFill>
                  <a:schemeClr val="tx1"/>
                </a:solidFill>
              </a:defRPr>
            </a:lvl3pPr>
            <a:lvl4pPr marL="658368" indent="-219456">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5" name="Picture Placeholder 13" descr="Place pictogram here">
            <a:extLst>
              <a:ext uri="{FF2B5EF4-FFF2-40B4-BE49-F238E27FC236}">
                <a16:creationId xmlns:a16="http://schemas.microsoft.com/office/drawing/2014/main" id="{81413BEF-DDD1-548F-409B-224DE030B67E}"/>
              </a:ext>
            </a:extLst>
          </p:cNvPr>
          <p:cNvSpPr>
            <a:spLocks noGrp="1"/>
          </p:cNvSpPr>
          <p:nvPr>
            <p:ph type="pic" sz="quarter" idx="16" hasCustomPrompt="1"/>
          </p:nvPr>
        </p:nvSpPr>
        <p:spPr>
          <a:xfrm>
            <a:off x="12780000" y="576072"/>
            <a:ext cx="1216152" cy="1216152"/>
          </a:xfrm>
        </p:spPr>
        <p:txBody>
          <a:bodyPr anchor="ctr"/>
          <a:lstStyle>
            <a:lvl1pPr algn="ctr">
              <a:defRPr sz="1600">
                <a:solidFill>
                  <a:schemeClr val="tx1"/>
                </a:solidFill>
              </a:defRPr>
            </a:lvl1pPr>
          </a:lstStyle>
          <a:p>
            <a:r>
              <a:rPr lang="en-US" dirty="0"/>
              <a:t>Pictogram</a:t>
            </a:r>
          </a:p>
        </p:txBody>
      </p:sp>
      <p:sp>
        <p:nvSpPr>
          <p:cNvPr id="11" name="Text Placeholder 9">
            <a:extLst>
              <a:ext uri="{FF2B5EF4-FFF2-40B4-BE49-F238E27FC236}">
                <a16:creationId xmlns:a16="http://schemas.microsoft.com/office/drawing/2014/main" id="{68C92137-8AC3-46D8-C9A2-F6F058938BEF}"/>
              </a:ext>
            </a:extLst>
          </p:cNvPr>
          <p:cNvSpPr>
            <a:spLocks noGrp="1"/>
          </p:cNvSpPr>
          <p:nvPr>
            <p:ph type="body" sz="quarter" idx="13"/>
          </p:nvPr>
        </p:nvSpPr>
        <p:spPr>
          <a:xfrm>
            <a:off x="12780000" y="3047999"/>
            <a:ext cx="4942120" cy="9153524"/>
          </a:xfrm>
        </p:spPr>
        <p:txBody>
          <a:bodyPr/>
          <a:lstStyle>
            <a:lvl1pPr>
              <a:lnSpc>
                <a:spcPct val="110000"/>
              </a:lnSpc>
              <a:spcBef>
                <a:spcPts val="0"/>
              </a:spcBef>
              <a:defRPr sz="2400">
                <a:solidFill>
                  <a:schemeClr val="tx1"/>
                </a:solidFill>
              </a:defRPr>
            </a:lvl1pPr>
            <a:lvl2pPr marL="219456" indent="-219456">
              <a:lnSpc>
                <a:spcPct val="110000"/>
              </a:lnSpc>
              <a:spcBef>
                <a:spcPts val="0"/>
              </a:spcBef>
              <a:defRPr sz="2400">
                <a:solidFill>
                  <a:schemeClr val="tx1"/>
                </a:solidFill>
              </a:defRPr>
            </a:lvl2pPr>
            <a:lvl3pPr marL="438912" indent="-219456">
              <a:lnSpc>
                <a:spcPct val="110000"/>
              </a:lnSpc>
              <a:spcBef>
                <a:spcPts val="0"/>
              </a:spcBef>
              <a:defRPr sz="2400">
                <a:solidFill>
                  <a:schemeClr val="tx1"/>
                </a:solidFill>
              </a:defRPr>
            </a:lvl3pPr>
            <a:lvl4pPr marL="658368" indent="-219456">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6" name="Picture Placeholder 13" descr="Place pictogram here">
            <a:extLst>
              <a:ext uri="{FF2B5EF4-FFF2-40B4-BE49-F238E27FC236}">
                <a16:creationId xmlns:a16="http://schemas.microsoft.com/office/drawing/2014/main" id="{B37C3DBB-1177-5FC6-7F7F-E6C5931C9620}"/>
              </a:ext>
            </a:extLst>
          </p:cNvPr>
          <p:cNvSpPr>
            <a:spLocks noGrp="1"/>
          </p:cNvSpPr>
          <p:nvPr>
            <p:ph type="pic" sz="quarter" idx="17" hasCustomPrompt="1"/>
          </p:nvPr>
        </p:nvSpPr>
        <p:spPr>
          <a:xfrm>
            <a:off x="18859500" y="576072"/>
            <a:ext cx="1216152" cy="1216152"/>
          </a:xfrm>
        </p:spPr>
        <p:txBody>
          <a:bodyPr anchor="ctr"/>
          <a:lstStyle>
            <a:lvl1pPr algn="ctr">
              <a:defRPr sz="1600">
                <a:solidFill>
                  <a:schemeClr val="tx1"/>
                </a:solidFill>
              </a:defRPr>
            </a:lvl1pPr>
          </a:lstStyle>
          <a:p>
            <a:r>
              <a:rPr lang="en-US" dirty="0"/>
              <a:t>Pictogram</a:t>
            </a:r>
          </a:p>
        </p:txBody>
      </p:sp>
      <p:sp>
        <p:nvSpPr>
          <p:cNvPr id="12" name="Text Placeholder 9">
            <a:extLst>
              <a:ext uri="{FF2B5EF4-FFF2-40B4-BE49-F238E27FC236}">
                <a16:creationId xmlns:a16="http://schemas.microsoft.com/office/drawing/2014/main" id="{AC380211-AA5F-2F8D-309F-DC766DF1EF52}"/>
              </a:ext>
            </a:extLst>
          </p:cNvPr>
          <p:cNvSpPr>
            <a:spLocks noGrp="1"/>
          </p:cNvSpPr>
          <p:nvPr>
            <p:ph type="body" sz="quarter" idx="14"/>
          </p:nvPr>
        </p:nvSpPr>
        <p:spPr>
          <a:xfrm>
            <a:off x="18862677" y="3047999"/>
            <a:ext cx="4941886" cy="9153525"/>
          </a:xfrm>
        </p:spPr>
        <p:txBody>
          <a:bodyPr/>
          <a:lstStyle>
            <a:lvl1pPr>
              <a:lnSpc>
                <a:spcPct val="110000"/>
              </a:lnSpc>
              <a:spcBef>
                <a:spcPts val="0"/>
              </a:spcBef>
              <a:defRPr sz="2400">
                <a:solidFill>
                  <a:schemeClr val="tx1"/>
                </a:solidFill>
              </a:defRPr>
            </a:lvl1pPr>
            <a:lvl2pPr marL="219456" indent="-219456">
              <a:lnSpc>
                <a:spcPct val="110000"/>
              </a:lnSpc>
              <a:spcBef>
                <a:spcPts val="0"/>
              </a:spcBef>
              <a:defRPr sz="2400">
                <a:solidFill>
                  <a:schemeClr val="tx1"/>
                </a:solidFill>
              </a:defRPr>
            </a:lvl2pPr>
            <a:lvl3pPr marL="438912" indent="-219456">
              <a:lnSpc>
                <a:spcPct val="110000"/>
              </a:lnSpc>
              <a:spcBef>
                <a:spcPts val="0"/>
              </a:spcBef>
              <a:defRPr sz="2400">
                <a:solidFill>
                  <a:schemeClr val="tx1"/>
                </a:solidFill>
              </a:defRPr>
            </a:lvl3pPr>
            <a:lvl4pPr marL="658368" indent="-219456">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3" name="Footer Placeholder 3">
            <a:extLst>
              <a:ext uri="{FF2B5EF4-FFF2-40B4-BE49-F238E27FC236}">
                <a16:creationId xmlns:a16="http://schemas.microsoft.com/office/drawing/2014/main" id="{8C59ECBB-8567-F0FF-2B81-7CCA543AC3AF}"/>
              </a:ext>
            </a:extLst>
          </p:cNvPr>
          <p:cNvSpPr>
            <a:spLocks noGrp="1"/>
          </p:cNvSpPr>
          <p:nvPr>
            <p:ph type="ftr" sz="quarter" idx="18"/>
          </p:nvPr>
        </p:nvSpPr>
        <p:spPr>
          <a:xfrm>
            <a:off x="576000" y="12816000"/>
            <a:ext cx="4956176" cy="381000"/>
          </a:xfrm>
        </p:spPr>
        <p:txBody>
          <a:bodyPr/>
          <a:lstStyle/>
          <a:p>
            <a:endParaRPr lang="en-US" dirty="0"/>
          </a:p>
        </p:txBody>
      </p:sp>
      <p:sp>
        <p:nvSpPr>
          <p:cNvPr id="7" name="Slide Number">
            <a:extLst>
              <a:ext uri="{FF2B5EF4-FFF2-40B4-BE49-F238E27FC236}">
                <a16:creationId xmlns:a16="http://schemas.microsoft.com/office/drawing/2014/main" id="{193F0BFF-6925-3869-6436-5F209217E4E7}"/>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cxnSp>
        <p:nvCxnSpPr>
          <p:cNvPr id="4" name="Straight Connector 3" descr="Vertical column divider">
            <a:extLst>
              <a:ext uri="{FF2B5EF4-FFF2-40B4-BE49-F238E27FC236}">
                <a16:creationId xmlns:a16="http://schemas.microsoft.com/office/drawing/2014/main" id="{3EC1ADC5-863A-1C19-32F5-F71459CCBF15}"/>
              </a:ext>
            </a:extLst>
          </p:cNvPr>
          <p:cNvCxnSpPr>
            <a:cxnSpLocks/>
          </p:cNvCxnSpPr>
          <p:nvPr userDrawn="1"/>
        </p:nvCxnSpPr>
        <p:spPr bwMode="auto">
          <a:xfrm>
            <a:off x="6096000" y="570103"/>
            <a:ext cx="0" cy="1163142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6" name="Straight Connector 5" descr="Vertical column divider">
            <a:extLst>
              <a:ext uri="{FF2B5EF4-FFF2-40B4-BE49-F238E27FC236}">
                <a16:creationId xmlns:a16="http://schemas.microsoft.com/office/drawing/2014/main" id="{72E1DB67-171C-F7FE-B9F6-5778755FF746}"/>
              </a:ext>
            </a:extLst>
          </p:cNvPr>
          <p:cNvCxnSpPr>
            <a:cxnSpLocks/>
          </p:cNvCxnSpPr>
          <p:nvPr userDrawn="1"/>
        </p:nvCxnSpPr>
        <p:spPr bwMode="auto">
          <a:xfrm>
            <a:off x="12192127" y="570103"/>
            <a:ext cx="0" cy="1162507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8" name="Straight Connector 7" descr="Vertical column divider">
            <a:extLst>
              <a:ext uri="{FF2B5EF4-FFF2-40B4-BE49-F238E27FC236}">
                <a16:creationId xmlns:a16="http://schemas.microsoft.com/office/drawing/2014/main" id="{6EF3DAE3-95FD-80AD-F6F4-79B5745FA451}"/>
              </a:ext>
            </a:extLst>
          </p:cNvPr>
          <p:cNvCxnSpPr>
            <a:cxnSpLocks/>
          </p:cNvCxnSpPr>
          <p:nvPr userDrawn="1"/>
        </p:nvCxnSpPr>
        <p:spPr bwMode="auto">
          <a:xfrm>
            <a:off x="18288000" y="570103"/>
            <a:ext cx="0" cy="1162208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595899409"/>
      </p:ext>
    </p:extLst>
  </p:cSld>
  <p:clrMapOvr>
    <a:masterClrMapping/>
  </p:clrMapOvr>
  <p:transition spd="med"/>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ext, 1 wide column, divider">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00" y="384048"/>
            <a:ext cx="4942078" cy="3117978"/>
          </a:xfrm>
        </p:spPr>
        <p:txBody>
          <a:bodyPr/>
          <a:lstStyle>
            <a:lvl1pPr>
              <a:lnSpc>
                <a:spcPct val="100000"/>
              </a:lnSpc>
              <a:defRPr sz="6800">
                <a:solidFill>
                  <a:schemeClr val="tx2"/>
                </a:solidFill>
              </a:defRPr>
            </a:lvl1pPr>
          </a:lstStyle>
          <a:p>
            <a:r>
              <a:rPr lang="en-GB"/>
              <a:t>Click to edit Master title style</a:t>
            </a:r>
            <a:endParaRPr lang="en-US" dirty="0"/>
          </a:p>
        </p:txBody>
      </p:sp>
      <p:sp>
        <p:nvSpPr>
          <p:cNvPr id="6" name="Text Placeholder 5">
            <a:extLst>
              <a:ext uri="{FF2B5EF4-FFF2-40B4-BE49-F238E27FC236}">
                <a16:creationId xmlns:a16="http://schemas.microsoft.com/office/drawing/2014/main" id="{9792CE3F-FA6A-2FE0-0146-4BFD45CF296A}"/>
              </a:ext>
            </a:extLst>
          </p:cNvPr>
          <p:cNvSpPr>
            <a:spLocks noGrp="1"/>
          </p:cNvSpPr>
          <p:nvPr>
            <p:ph type="body" sz="quarter" idx="15"/>
          </p:nvPr>
        </p:nvSpPr>
        <p:spPr>
          <a:xfrm>
            <a:off x="6669152" y="384048"/>
            <a:ext cx="4951414" cy="2201269"/>
          </a:xfrm>
        </p:spPr>
        <p:txBody>
          <a:bodyPr/>
          <a:lstStyle>
            <a:lvl1pPr>
              <a:lnSpc>
                <a:spcPct val="100000"/>
              </a:lnSpc>
              <a:spcBef>
                <a:spcPts val="0"/>
              </a:spcBef>
              <a:defRPr sz="6800">
                <a:solidFill>
                  <a:schemeClr val="tx2"/>
                </a:solidFill>
              </a:defRPr>
            </a:lvl1pPr>
            <a:lvl2pPr>
              <a:spcBef>
                <a:spcPts val="0"/>
              </a:spcBef>
              <a:defRPr sz="2800"/>
            </a:lvl2pPr>
            <a:lvl3pPr>
              <a:spcBef>
                <a:spcPts val="0"/>
              </a:spcBef>
              <a:defRPr sz="2800"/>
            </a:lvl3pPr>
            <a:lvl4pPr>
              <a:spcBef>
                <a:spcPts val="0"/>
              </a:spcBef>
              <a:defRPr sz="2800"/>
            </a:lvl4pPr>
            <a:lvl5pPr>
              <a:spcBef>
                <a:spcPts val="0"/>
              </a:spcBef>
              <a:defRPr sz="2800"/>
            </a:lvl5pPr>
          </a:lstStyle>
          <a:p>
            <a:pPr lvl="0"/>
            <a:r>
              <a:rPr lang="en-GB"/>
              <a:t>Click to edit Master text styles</a:t>
            </a:r>
          </a:p>
        </p:txBody>
      </p: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6669153" y="3047999"/>
            <a:ext cx="4951413" cy="9153525"/>
          </a:xfrm>
        </p:spPr>
        <p:txBody>
          <a:bodyPr/>
          <a:lstStyle>
            <a:lvl1pPr>
              <a:spcBef>
                <a:spcPts val="0"/>
              </a:spcBef>
              <a:defRPr sz="2800" b="0" i="0">
                <a:solidFill>
                  <a:schemeClr val="tx1"/>
                </a:solidFill>
                <a:latin typeface="IBM Plex Sans Light" panose="020B0403050203000203" pitchFamily="34" charset="0"/>
              </a:defRPr>
            </a:lvl1pPr>
            <a:lvl2pPr marL="256032" indent="-256032">
              <a:spcBef>
                <a:spcPts val="0"/>
              </a:spcBef>
              <a:defRPr sz="2800" b="0" i="0">
                <a:solidFill>
                  <a:schemeClr val="tx1"/>
                </a:solidFill>
                <a:latin typeface="IBM Plex Sans Light" panose="020B0403050203000203" pitchFamily="34" charset="0"/>
              </a:defRPr>
            </a:lvl2pPr>
            <a:lvl3pPr marL="512064" indent="-256032">
              <a:spcBef>
                <a:spcPts val="0"/>
              </a:spcBef>
              <a:defRPr sz="2800" b="0" i="0">
                <a:solidFill>
                  <a:schemeClr val="tx1"/>
                </a:solidFill>
                <a:latin typeface="IBM Plex Sans Light" panose="020B0403050203000203" pitchFamily="34" charset="0"/>
              </a:defRPr>
            </a:lvl3pPr>
            <a:lvl4pPr marL="768096" indent="-256032">
              <a:spcBef>
                <a:spcPts val="0"/>
              </a:spcBef>
              <a:defRPr sz="2800" b="0" i="0">
                <a:solidFill>
                  <a:schemeClr val="tx1"/>
                </a:solidFill>
                <a:latin typeface="IBM Plex Sans Light" panose="020B0403050203000203" pitchFamily="34" charset="0"/>
              </a:defRPr>
            </a:lvl4pPr>
            <a:lvl5pPr>
              <a:spcBef>
                <a:spcPts val="0"/>
              </a:spcBef>
              <a:defRPr sz="2800" b="0" i="0">
                <a:solidFill>
                  <a:schemeClr val="tx1"/>
                </a:solidFill>
                <a:latin typeface="IBM Plex Sans Light" panose="020B04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12765153" y="3047999"/>
            <a:ext cx="10096500" cy="9153525"/>
          </a:xfrm>
        </p:spPr>
        <p:txBody>
          <a:bodyPr/>
          <a:lstStyle>
            <a:lvl1pPr>
              <a:spcBef>
                <a:spcPts val="0"/>
              </a:spcBef>
              <a:defRPr sz="2800" b="0" i="0">
                <a:solidFill>
                  <a:schemeClr val="tx1"/>
                </a:solidFill>
                <a:latin typeface="IBM Plex Sans Light" panose="020B0403050203000203" pitchFamily="34" charset="0"/>
              </a:defRPr>
            </a:lvl1pPr>
            <a:lvl2pPr marL="256032" indent="-256032">
              <a:spcBef>
                <a:spcPts val="0"/>
              </a:spcBef>
              <a:defRPr sz="2800" b="0" i="0">
                <a:solidFill>
                  <a:schemeClr val="tx1"/>
                </a:solidFill>
                <a:latin typeface="IBM Plex Sans Light" panose="020B0403050203000203" pitchFamily="34" charset="0"/>
              </a:defRPr>
            </a:lvl2pPr>
            <a:lvl3pPr marL="512064" indent="-256032">
              <a:spcBef>
                <a:spcPts val="0"/>
              </a:spcBef>
              <a:defRPr sz="2800" b="0" i="0">
                <a:solidFill>
                  <a:schemeClr val="tx1"/>
                </a:solidFill>
                <a:latin typeface="IBM Plex Sans Light" panose="020B0403050203000203" pitchFamily="34" charset="0"/>
              </a:defRPr>
            </a:lvl3pPr>
            <a:lvl4pPr marL="768096" indent="-256032">
              <a:spcBef>
                <a:spcPts val="0"/>
              </a:spcBef>
              <a:defRPr sz="2800" b="0" i="0">
                <a:solidFill>
                  <a:schemeClr val="tx1"/>
                </a:solidFill>
                <a:latin typeface="IBM Plex Sans Light" panose="020B0403050203000203" pitchFamily="34" charset="0"/>
              </a:defRPr>
            </a:lvl4pPr>
            <a:lvl5pPr>
              <a:spcBef>
                <a:spcPts val="0"/>
              </a:spcBef>
              <a:defRPr sz="2800" b="0" i="0">
                <a:solidFill>
                  <a:schemeClr val="tx1"/>
                </a:solidFill>
                <a:latin typeface="IBM Plex Sans Light" panose="020B04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3" name="Footer Placeholder 3">
            <a:extLst>
              <a:ext uri="{FF2B5EF4-FFF2-40B4-BE49-F238E27FC236}">
                <a16:creationId xmlns:a16="http://schemas.microsoft.com/office/drawing/2014/main" id="{FC93AC5E-9451-FF93-87DD-889A48A00DD1}"/>
              </a:ext>
            </a:extLst>
          </p:cNvPr>
          <p:cNvSpPr>
            <a:spLocks noGrp="1"/>
          </p:cNvSpPr>
          <p:nvPr>
            <p:ph type="ftr" sz="quarter" idx="18"/>
          </p:nvPr>
        </p:nvSpPr>
        <p:spPr>
          <a:xfrm>
            <a:off x="576000" y="12816000"/>
            <a:ext cx="4956176" cy="381000"/>
          </a:xfrm>
        </p:spPr>
        <p:txBody>
          <a:bodyPr/>
          <a:lstStyle/>
          <a:p>
            <a:endParaRPr lang="en-US" dirty="0"/>
          </a:p>
        </p:txBody>
      </p:sp>
      <p:sp>
        <p:nvSpPr>
          <p:cNvPr id="8" name="Slide Number">
            <a:extLst>
              <a:ext uri="{FF2B5EF4-FFF2-40B4-BE49-F238E27FC236}">
                <a16:creationId xmlns:a16="http://schemas.microsoft.com/office/drawing/2014/main" id="{D1F6E83E-BB80-D71A-7819-884C0CD4799E}"/>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3553649678"/>
      </p:ext>
    </p:extLst>
  </p:cSld>
  <p:clrMapOvr>
    <a:masterClrMapping/>
  </p:clrMapOvr>
  <p:transition spd="med"/>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ext, 2 wide column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D46C39-902F-3DA0-AAF4-319DA8AE384D}"/>
              </a:ext>
            </a:extLst>
          </p:cNvPr>
          <p:cNvSpPr>
            <a:spLocks noGrp="1"/>
          </p:cNvSpPr>
          <p:nvPr>
            <p:ph type="title"/>
          </p:nvPr>
        </p:nvSpPr>
        <p:spPr>
          <a:xfrm>
            <a:off x="576000" y="576072"/>
            <a:ext cx="7424927" cy="1906588"/>
          </a:xfrm>
        </p:spPr>
        <p:txBody>
          <a:bodyPr/>
          <a:lstStyle>
            <a:lvl1pPr>
              <a:lnSpc>
                <a:spcPct val="110000"/>
              </a:lnSpc>
              <a:defRPr sz="3600">
                <a:solidFill>
                  <a:schemeClr val="tx2"/>
                </a:solidFill>
              </a:defRPr>
            </a:lvl1pPr>
          </a:lstStyle>
          <a:p>
            <a:r>
              <a:rPr lang="en-GB"/>
              <a:t>Click to edit Master title style</a:t>
            </a:r>
            <a:endParaRPr lang="en-US" dirty="0"/>
          </a:p>
        </p:txBody>
      </p:sp>
      <p:sp>
        <p:nvSpPr>
          <p:cNvPr id="5" name="Text Placeholder 4">
            <a:extLst>
              <a:ext uri="{FF2B5EF4-FFF2-40B4-BE49-F238E27FC236}">
                <a16:creationId xmlns:a16="http://schemas.microsoft.com/office/drawing/2014/main" id="{DABBA43D-8D00-4EDB-B803-D1EEE6CE2CB5}"/>
              </a:ext>
            </a:extLst>
          </p:cNvPr>
          <p:cNvSpPr>
            <a:spLocks noGrp="1"/>
          </p:cNvSpPr>
          <p:nvPr>
            <p:ph type="body" sz="quarter" idx="11"/>
          </p:nvPr>
        </p:nvSpPr>
        <p:spPr>
          <a:xfrm>
            <a:off x="576000" y="3047999"/>
            <a:ext cx="10099675" cy="9153524"/>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6" name="Text Placeholder 4">
            <a:extLst>
              <a:ext uri="{FF2B5EF4-FFF2-40B4-BE49-F238E27FC236}">
                <a16:creationId xmlns:a16="http://schemas.microsoft.com/office/drawing/2014/main" id="{D32DCE7C-29C5-BC86-B154-7DD0C4F0553A}"/>
              </a:ext>
            </a:extLst>
          </p:cNvPr>
          <p:cNvSpPr>
            <a:spLocks noGrp="1"/>
          </p:cNvSpPr>
          <p:nvPr>
            <p:ph type="body" sz="quarter" idx="12"/>
          </p:nvPr>
        </p:nvSpPr>
        <p:spPr>
          <a:xfrm>
            <a:off x="12780000" y="3047999"/>
            <a:ext cx="10096500" cy="9153525"/>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3" name="Footer Placeholder 3">
            <a:extLst>
              <a:ext uri="{FF2B5EF4-FFF2-40B4-BE49-F238E27FC236}">
                <a16:creationId xmlns:a16="http://schemas.microsoft.com/office/drawing/2014/main" id="{C9E836C4-97D9-E198-E7C4-C2E94BADE6BD}"/>
              </a:ext>
            </a:extLst>
          </p:cNvPr>
          <p:cNvSpPr>
            <a:spLocks noGrp="1"/>
          </p:cNvSpPr>
          <p:nvPr>
            <p:ph type="ftr" sz="quarter" idx="18"/>
          </p:nvPr>
        </p:nvSpPr>
        <p:spPr>
          <a:xfrm>
            <a:off x="576000" y="12816000"/>
            <a:ext cx="4956176" cy="381000"/>
          </a:xfrm>
        </p:spPr>
        <p:txBody>
          <a:bodyPr/>
          <a:lstStyle/>
          <a:p>
            <a:endParaRPr lang="en-US" dirty="0"/>
          </a:p>
        </p:txBody>
      </p:sp>
      <p:sp>
        <p:nvSpPr>
          <p:cNvPr id="8" name="Slide Number">
            <a:extLst>
              <a:ext uri="{FF2B5EF4-FFF2-40B4-BE49-F238E27FC236}">
                <a16:creationId xmlns:a16="http://schemas.microsoft.com/office/drawing/2014/main" id="{A861A72C-9D4B-8178-79CE-382DDE87CD24}"/>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3874945124"/>
      </p:ext>
    </p:extLst>
  </p:cSld>
  <p:clrMapOvr>
    <a:masterClrMapping/>
  </p:clrMapOvr>
  <p:transition spd="med"/>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ext, 2 columns, large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691A7-388D-D543-2C74-58FA1F3BC20C}"/>
              </a:ext>
            </a:extLst>
          </p:cNvPr>
          <p:cNvSpPr>
            <a:spLocks noGrp="1"/>
          </p:cNvSpPr>
          <p:nvPr>
            <p:ph type="title"/>
          </p:nvPr>
        </p:nvSpPr>
        <p:spPr>
          <a:xfrm>
            <a:off x="576000" y="384048"/>
            <a:ext cx="11036491" cy="4210177"/>
          </a:xfrm>
        </p:spPr>
        <p:txBody>
          <a:bodyPr rIns="457200"/>
          <a:lstStyle>
            <a:lvl1pPr>
              <a:lnSpc>
                <a:spcPct val="100000"/>
              </a:lnSpc>
              <a:defRPr sz="6800">
                <a:solidFill>
                  <a:schemeClr val="tx2"/>
                </a:solidFill>
              </a:defRPr>
            </a:lvl1pPr>
          </a:lstStyle>
          <a:p>
            <a:r>
              <a:rPr lang="en-GB"/>
              <a:t>Click to edit Master title style</a:t>
            </a:r>
            <a:endParaRPr lang="en-US" dirty="0"/>
          </a:p>
        </p:txBody>
      </p:sp>
      <p:sp>
        <p:nvSpPr>
          <p:cNvPr id="5" name="Text Placeholder 4">
            <a:extLst>
              <a:ext uri="{FF2B5EF4-FFF2-40B4-BE49-F238E27FC236}">
                <a16:creationId xmlns:a16="http://schemas.microsoft.com/office/drawing/2014/main" id="{CDE09569-73DF-2226-A7D7-ABBE84A47048}"/>
              </a:ext>
            </a:extLst>
          </p:cNvPr>
          <p:cNvSpPr>
            <a:spLocks noGrp="1"/>
          </p:cNvSpPr>
          <p:nvPr>
            <p:ph type="body" sz="quarter" idx="11"/>
          </p:nvPr>
        </p:nvSpPr>
        <p:spPr>
          <a:xfrm>
            <a:off x="12766675" y="576071"/>
            <a:ext cx="4949825" cy="11619103"/>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6" name="Text Placeholder 4">
            <a:extLst>
              <a:ext uri="{FF2B5EF4-FFF2-40B4-BE49-F238E27FC236}">
                <a16:creationId xmlns:a16="http://schemas.microsoft.com/office/drawing/2014/main" id="{9B0D0BB0-9896-0353-D972-26B687C3D8DD}"/>
              </a:ext>
            </a:extLst>
          </p:cNvPr>
          <p:cNvSpPr>
            <a:spLocks noGrp="1"/>
          </p:cNvSpPr>
          <p:nvPr>
            <p:ph type="body" sz="quarter" idx="12"/>
          </p:nvPr>
        </p:nvSpPr>
        <p:spPr>
          <a:xfrm>
            <a:off x="18862675" y="576071"/>
            <a:ext cx="4941888" cy="11619103"/>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3" name="Footer Placeholder 3">
            <a:extLst>
              <a:ext uri="{FF2B5EF4-FFF2-40B4-BE49-F238E27FC236}">
                <a16:creationId xmlns:a16="http://schemas.microsoft.com/office/drawing/2014/main" id="{A8BE2778-A9AA-3756-3479-C4A6DD4F0F00}"/>
              </a:ext>
            </a:extLst>
          </p:cNvPr>
          <p:cNvSpPr>
            <a:spLocks noGrp="1"/>
          </p:cNvSpPr>
          <p:nvPr>
            <p:ph type="ftr" sz="quarter" idx="18"/>
          </p:nvPr>
        </p:nvSpPr>
        <p:spPr>
          <a:xfrm>
            <a:off x="576000" y="12816000"/>
            <a:ext cx="4956176" cy="381000"/>
          </a:xfrm>
        </p:spPr>
        <p:txBody>
          <a:bodyPr/>
          <a:lstStyle/>
          <a:p>
            <a:endParaRPr lang="en-US" dirty="0"/>
          </a:p>
        </p:txBody>
      </p:sp>
      <p:sp>
        <p:nvSpPr>
          <p:cNvPr id="8" name="Slide Number">
            <a:extLst>
              <a:ext uri="{FF2B5EF4-FFF2-40B4-BE49-F238E27FC236}">
                <a16:creationId xmlns:a16="http://schemas.microsoft.com/office/drawing/2014/main" id="{31D49C41-81F4-5A73-2F6D-EF2D5E383721}"/>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1559821703"/>
      </p:ext>
    </p:extLst>
  </p:cSld>
  <p:clrMapOvr>
    <a:masterClrMapping/>
  </p:clrMapOvr>
  <p:transition spd="med"/>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ext, 2 columns, small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691A7-388D-D543-2C74-58FA1F3BC20C}"/>
              </a:ext>
            </a:extLst>
          </p:cNvPr>
          <p:cNvSpPr>
            <a:spLocks noGrp="1"/>
          </p:cNvSpPr>
          <p:nvPr>
            <p:ph type="title"/>
          </p:nvPr>
        </p:nvSpPr>
        <p:spPr>
          <a:xfrm>
            <a:off x="576000" y="576072"/>
            <a:ext cx="4942078" cy="3995927"/>
          </a:xfrm>
        </p:spPr>
        <p:txBody>
          <a:bodyPr/>
          <a:lstStyle>
            <a:lvl1pPr>
              <a:lnSpc>
                <a:spcPct val="110000"/>
              </a:lnSpc>
              <a:defRPr sz="3600">
                <a:solidFill>
                  <a:schemeClr val="tx2"/>
                </a:solidFill>
              </a:defRPr>
            </a:lvl1pPr>
          </a:lstStyle>
          <a:p>
            <a:r>
              <a:rPr lang="en-GB"/>
              <a:t>Click to edit Master title style</a:t>
            </a:r>
            <a:endParaRPr lang="en-US" dirty="0"/>
          </a:p>
        </p:txBody>
      </p:sp>
      <p:sp>
        <p:nvSpPr>
          <p:cNvPr id="5" name="Text Placeholder 4">
            <a:extLst>
              <a:ext uri="{FF2B5EF4-FFF2-40B4-BE49-F238E27FC236}">
                <a16:creationId xmlns:a16="http://schemas.microsoft.com/office/drawing/2014/main" id="{CDE09569-73DF-2226-A7D7-ABBE84A47048}"/>
              </a:ext>
            </a:extLst>
          </p:cNvPr>
          <p:cNvSpPr>
            <a:spLocks noGrp="1"/>
          </p:cNvSpPr>
          <p:nvPr>
            <p:ph type="body" sz="quarter" idx="11"/>
          </p:nvPr>
        </p:nvSpPr>
        <p:spPr>
          <a:xfrm>
            <a:off x="12780000" y="576000"/>
            <a:ext cx="4953000" cy="1162208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6" name="Text Placeholder 4">
            <a:extLst>
              <a:ext uri="{FF2B5EF4-FFF2-40B4-BE49-F238E27FC236}">
                <a16:creationId xmlns:a16="http://schemas.microsoft.com/office/drawing/2014/main" id="{9B0D0BB0-9896-0353-D972-26B687C3D8DD}"/>
              </a:ext>
            </a:extLst>
          </p:cNvPr>
          <p:cNvSpPr>
            <a:spLocks noGrp="1"/>
          </p:cNvSpPr>
          <p:nvPr>
            <p:ph type="body" sz="quarter" idx="12"/>
          </p:nvPr>
        </p:nvSpPr>
        <p:spPr>
          <a:xfrm>
            <a:off x="18862675" y="576000"/>
            <a:ext cx="4941888" cy="1162208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3" name="Footer Placeholder 3">
            <a:extLst>
              <a:ext uri="{FF2B5EF4-FFF2-40B4-BE49-F238E27FC236}">
                <a16:creationId xmlns:a16="http://schemas.microsoft.com/office/drawing/2014/main" id="{CB9B0455-A1CF-B58E-3124-86D0B0DD2BB2}"/>
              </a:ext>
            </a:extLst>
          </p:cNvPr>
          <p:cNvSpPr>
            <a:spLocks noGrp="1"/>
          </p:cNvSpPr>
          <p:nvPr>
            <p:ph type="ftr" sz="quarter" idx="18"/>
          </p:nvPr>
        </p:nvSpPr>
        <p:spPr>
          <a:xfrm>
            <a:off x="576000" y="12816000"/>
            <a:ext cx="4956176" cy="381000"/>
          </a:xfrm>
        </p:spPr>
        <p:txBody>
          <a:bodyPr/>
          <a:lstStyle/>
          <a:p>
            <a:endParaRPr lang="en-US" dirty="0"/>
          </a:p>
        </p:txBody>
      </p:sp>
      <p:sp>
        <p:nvSpPr>
          <p:cNvPr id="8" name="Slide Number">
            <a:extLst>
              <a:ext uri="{FF2B5EF4-FFF2-40B4-BE49-F238E27FC236}">
                <a16:creationId xmlns:a16="http://schemas.microsoft.com/office/drawing/2014/main" id="{964E5562-E403-533D-BEAD-AB50713ED183}"/>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2204956051"/>
      </p:ext>
    </p:extLst>
  </p:cSld>
  <p:clrMapOvr>
    <a:masterClrMapping/>
  </p:clrMapOvr>
  <p:transition spd="med"/>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ext, 2 columns, dividers, large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3E75BA-E283-08AE-B230-A89A2245C127}"/>
              </a:ext>
            </a:extLst>
          </p:cNvPr>
          <p:cNvSpPr>
            <a:spLocks noGrp="1"/>
          </p:cNvSpPr>
          <p:nvPr>
            <p:ph type="title"/>
          </p:nvPr>
        </p:nvSpPr>
        <p:spPr>
          <a:xfrm>
            <a:off x="576000" y="384048"/>
            <a:ext cx="11039476" cy="4210176"/>
          </a:xfrm>
        </p:spPr>
        <p:txBody>
          <a:bodyPr rIns="457200"/>
          <a:lstStyle>
            <a:lvl1pPr>
              <a:lnSpc>
                <a:spcPct val="100000"/>
              </a:lnSpc>
              <a:defRPr sz="6800">
                <a:solidFill>
                  <a:schemeClr val="tx2"/>
                </a:solidFill>
              </a:defRPr>
            </a:lvl1pPr>
          </a:lstStyle>
          <a:p>
            <a:r>
              <a:rPr lang="en-GB"/>
              <a:t>Click to edit Master title style</a:t>
            </a:r>
            <a:endParaRPr lang="en-US" dirty="0"/>
          </a:p>
        </p:txBody>
      </p:sp>
      <p:sp>
        <p:nvSpPr>
          <p:cNvPr id="4" name="Text Placeholder 9">
            <a:extLst>
              <a:ext uri="{FF2B5EF4-FFF2-40B4-BE49-F238E27FC236}">
                <a16:creationId xmlns:a16="http://schemas.microsoft.com/office/drawing/2014/main" id="{8AF10F27-0178-9C93-8741-F0241501B4B0}"/>
              </a:ext>
            </a:extLst>
          </p:cNvPr>
          <p:cNvSpPr>
            <a:spLocks noGrp="1"/>
          </p:cNvSpPr>
          <p:nvPr>
            <p:ph type="body" sz="quarter" idx="16"/>
          </p:nvPr>
        </p:nvSpPr>
        <p:spPr>
          <a:xfrm>
            <a:off x="12780000" y="576072"/>
            <a:ext cx="4953000" cy="1877761"/>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9" name="Text Placeholder 8">
            <a:extLst>
              <a:ext uri="{FF2B5EF4-FFF2-40B4-BE49-F238E27FC236}">
                <a16:creationId xmlns:a16="http://schemas.microsoft.com/office/drawing/2014/main" id="{5898D950-EA52-ABF9-D15D-C6C8FE946495}"/>
              </a:ext>
            </a:extLst>
          </p:cNvPr>
          <p:cNvSpPr>
            <a:spLocks noGrp="1"/>
          </p:cNvSpPr>
          <p:nvPr>
            <p:ph type="body" sz="quarter" idx="18"/>
          </p:nvPr>
        </p:nvSpPr>
        <p:spPr>
          <a:xfrm>
            <a:off x="12780000" y="3047999"/>
            <a:ext cx="4953000" cy="9153525"/>
          </a:xfrm>
        </p:spPr>
        <p:txBody>
          <a:bodyPr/>
          <a:lstStyle>
            <a:lvl1pPr>
              <a:lnSpc>
                <a:spcPct val="110000"/>
              </a:lnSpc>
              <a:spcBef>
                <a:spcPts val="0"/>
              </a:spcBef>
              <a:defRPr sz="2000" b="0" i="0">
                <a:solidFill>
                  <a:schemeClr val="tx1"/>
                </a:solidFill>
                <a:latin typeface="IBM Plex Sans" panose="020B0503050203000203" pitchFamily="34" charset="0"/>
              </a:defRPr>
            </a:lvl1pPr>
            <a:lvl2pPr marL="182880" indent="-182880">
              <a:lnSpc>
                <a:spcPct val="110000"/>
              </a:lnSpc>
              <a:spcBef>
                <a:spcPts val="0"/>
              </a:spcBef>
              <a:defRPr sz="2000" b="0" i="0">
                <a:solidFill>
                  <a:schemeClr val="tx1"/>
                </a:solidFill>
                <a:latin typeface="IBM Plex Sans" panose="020B0503050203000203" pitchFamily="34" charset="0"/>
              </a:defRPr>
            </a:lvl2pPr>
            <a:lvl3pPr marL="365760" indent="-182880">
              <a:lnSpc>
                <a:spcPct val="110000"/>
              </a:lnSpc>
              <a:spcBef>
                <a:spcPts val="0"/>
              </a:spcBef>
              <a:defRPr sz="2000" b="0" i="0">
                <a:solidFill>
                  <a:schemeClr val="tx1"/>
                </a:solidFill>
                <a:latin typeface="IBM Plex Sans" panose="020B0503050203000203" pitchFamily="34" charset="0"/>
              </a:defRPr>
            </a:lvl3pPr>
            <a:lvl4pPr marL="548640" indent="-182880">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5" name="Text Placeholder 12">
            <a:extLst>
              <a:ext uri="{FF2B5EF4-FFF2-40B4-BE49-F238E27FC236}">
                <a16:creationId xmlns:a16="http://schemas.microsoft.com/office/drawing/2014/main" id="{17CD3DC6-7946-2D82-C3E4-10BC579C88DE}"/>
              </a:ext>
            </a:extLst>
          </p:cNvPr>
          <p:cNvSpPr>
            <a:spLocks noGrp="1"/>
          </p:cNvSpPr>
          <p:nvPr>
            <p:ph type="body" sz="quarter" idx="17"/>
          </p:nvPr>
        </p:nvSpPr>
        <p:spPr>
          <a:xfrm>
            <a:off x="18859500" y="576072"/>
            <a:ext cx="4959350" cy="1877761"/>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0" name="Text Placeholder 8">
            <a:extLst>
              <a:ext uri="{FF2B5EF4-FFF2-40B4-BE49-F238E27FC236}">
                <a16:creationId xmlns:a16="http://schemas.microsoft.com/office/drawing/2014/main" id="{A501ADC5-5846-FF23-F5DB-93E8D05863E8}"/>
              </a:ext>
            </a:extLst>
          </p:cNvPr>
          <p:cNvSpPr>
            <a:spLocks noGrp="1"/>
          </p:cNvSpPr>
          <p:nvPr>
            <p:ph type="body" sz="quarter" idx="19"/>
          </p:nvPr>
        </p:nvSpPr>
        <p:spPr>
          <a:xfrm>
            <a:off x="18862675" y="3047999"/>
            <a:ext cx="4953000" cy="9153524"/>
          </a:xfrm>
        </p:spPr>
        <p:txBody>
          <a:bodyPr/>
          <a:lstStyle>
            <a:lvl1pPr>
              <a:lnSpc>
                <a:spcPct val="110000"/>
              </a:lnSpc>
              <a:spcBef>
                <a:spcPts val="0"/>
              </a:spcBef>
              <a:defRPr sz="2000" b="0" i="0">
                <a:solidFill>
                  <a:schemeClr val="tx1"/>
                </a:solidFill>
                <a:latin typeface="IBM Plex Sans" panose="020B0503050203000203" pitchFamily="34" charset="0"/>
              </a:defRPr>
            </a:lvl1pPr>
            <a:lvl2pPr marL="182880" indent="-182880">
              <a:lnSpc>
                <a:spcPct val="110000"/>
              </a:lnSpc>
              <a:spcBef>
                <a:spcPts val="0"/>
              </a:spcBef>
              <a:defRPr sz="2000" b="0" i="0">
                <a:solidFill>
                  <a:schemeClr val="tx1"/>
                </a:solidFill>
                <a:latin typeface="IBM Plex Sans" panose="020B0503050203000203" pitchFamily="34" charset="0"/>
              </a:defRPr>
            </a:lvl2pPr>
            <a:lvl3pPr marL="365760" indent="-182880">
              <a:lnSpc>
                <a:spcPct val="110000"/>
              </a:lnSpc>
              <a:spcBef>
                <a:spcPts val="0"/>
              </a:spcBef>
              <a:defRPr sz="2000" b="0" i="0">
                <a:solidFill>
                  <a:schemeClr val="tx1"/>
                </a:solidFill>
                <a:latin typeface="IBM Plex Sans" panose="020B0503050203000203" pitchFamily="34" charset="0"/>
              </a:defRPr>
            </a:lvl3pPr>
            <a:lvl4pPr marL="548640" indent="-182880">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3" name="Footer Placeholder 3">
            <a:extLst>
              <a:ext uri="{FF2B5EF4-FFF2-40B4-BE49-F238E27FC236}">
                <a16:creationId xmlns:a16="http://schemas.microsoft.com/office/drawing/2014/main" id="{C196BE21-C69D-85CB-EE77-49D2E4993A04}"/>
              </a:ext>
            </a:extLst>
          </p:cNvPr>
          <p:cNvSpPr>
            <a:spLocks noGrp="1"/>
          </p:cNvSpPr>
          <p:nvPr>
            <p:ph type="ftr" sz="quarter" idx="20"/>
          </p:nvPr>
        </p:nvSpPr>
        <p:spPr>
          <a:xfrm>
            <a:off x="576000" y="12816000"/>
            <a:ext cx="4956176" cy="381000"/>
          </a:xfrm>
        </p:spPr>
        <p:txBody>
          <a:bodyPr/>
          <a:lstStyle/>
          <a:p>
            <a:endParaRPr lang="en-US" dirty="0"/>
          </a:p>
        </p:txBody>
      </p:sp>
      <p:sp>
        <p:nvSpPr>
          <p:cNvPr id="8" name="Slide Number">
            <a:extLst>
              <a:ext uri="{FF2B5EF4-FFF2-40B4-BE49-F238E27FC236}">
                <a16:creationId xmlns:a16="http://schemas.microsoft.com/office/drawing/2014/main" id="{DBB179B0-7DF8-112C-BC38-B65090C6DD68}"/>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177170831"/>
      </p:ext>
    </p:extLst>
  </p:cSld>
  <p:clrMapOvr>
    <a:masterClrMapping/>
  </p:clrMapOvr>
  <p:transition spd="med"/>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ext, 2 columns, dividers, small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3E75BA-E283-08AE-B230-A89A2245C127}"/>
              </a:ext>
            </a:extLst>
          </p:cNvPr>
          <p:cNvSpPr>
            <a:spLocks noGrp="1"/>
          </p:cNvSpPr>
          <p:nvPr>
            <p:ph type="title"/>
          </p:nvPr>
        </p:nvSpPr>
        <p:spPr>
          <a:xfrm>
            <a:off x="576000" y="576072"/>
            <a:ext cx="4949826" cy="3995927"/>
          </a:xfrm>
        </p:spPr>
        <p:txBody>
          <a:bodyPr rIns="0"/>
          <a:lstStyle>
            <a:lvl1pPr>
              <a:lnSpc>
                <a:spcPct val="110000"/>
              </a:lnSpc>
              <a:defRPr sz="2800">
                <a:solidFill>
                  <a:schemeClr val="tx2"/>
                </a:solidFill>
              </a:defRPr>
            </a:lvl1pPr>
          </a:lstStyle>
          <a:p>
            <a:r>
              <a:rPr lang="en-GB"/>
              <a:t>Click to edit Master title style</a:t>
            </a:r>
            <a:endParaRPr lang="en-US" dirty="0"/>
          </a:p>
        </p:txBody>
      </p:sp>
      <p:sp>
        <p:nvSpPr>
          <p:cNvPr id="4" name="Text Placeholder 9">
            <a:extLst>
              <a:ext uri="{FF2B5EF4-FFF2-40B4-BE49-F238E27FC236}">
                <a16:creationId xmlns:a16="http://schemas.microsoft.com/office/drawing/2014/main" id="{8AF10F27-0178-9C93-8741-F0241501B4B0}"/>
              </a:ext>
            </a:extLst>
          </p:cNvPr>
          <p:cNvSpPr>
            <a:spLocks noGrp="1"/>
          </p:cNvSpPr>
          <p:nvPr>
            <p:ph type="body" sz="quarter" idx="16"/>
          </p:nvPr>
        </p:nvSpPr>
        <p:spPr>
          <a:xfrm>
            <a:off x="12780000" y="576072"/>
            <a:ext cx="4953000" cy="1877761"/>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9" name="Text Placeholder 8">
            <a:extLst>
              <a:ext uri="{FF2B5EF4-FFF2-40B4-BE49-F238E27FC236}">
                <a16:creationId xmlns:a16="http://schemas.microsoft.com/office/drawing/2014/main" id="{5898D950-EA52-ABF9-D15D-C6C8FE946495}"/>
              </a:ext>
            </a:extLst>
          </p:cNvPr>
          <p:cNvSpPr>
            <a:spLocks noGrp="1"/>
          </p:cNvSpPr>
          <p:nvPr>
            <p:ph type="body" sz="quarter" idx="18"/>
          </p:nvPr>
        </p:nvSpPr>
        <p:spPr>
          <a:xfrm>
            <a:off x="12780000" y="3047999"/>
            <a:ext cx="4953000" cy="9153525"/>
          </a:xfrm>
        </p:spPr>
        <p:txBody>
          <a:bodyPr/>
          <a:lstStyle>
            <a:lvl1pPr>
              <a:lnSpc>
                <a:spcPct val="110000"/>
              </a:lnSpc>
              <a:spcBef>
                <a:spcPts val="0"/>
              </a:spcBef>
              <a:defRPr sz="2000" b="0" i="0">
                <a:solidFill>
                  <a:schemeClr val="tx1"/>
                </a:solidFill>
                <a:latin typeface="IBM Plex Sans" panose="020B0503050203000203" pitchFamily="34" charset="0"/>
              </a:defRPr>
            </a:lvl1pPr>
            <a:lvl2pPr marL="182880" indent="-182880">
              <a:lnSpc>
                <a:spcPct val="110000"/>
              </a:lnSpc>
              <a:spcBef>
                <a:spcPts val="0"/>
              </a:spcBef>
              <a:defRPr sz="2000" b="0" i="0">
                <a:solidFill>
                  <a:schemeClr val="tx1"/>
                </a:solidFill>
                <a:latin typeface="IBM Plex Sans" panose="020B0503050203000203" pitchFamily="34" charset="0"/>
              </a:defRPr>
            </a:lvl2pPr>
            <a:lvl3pPr marL="365760" indent="-182880">
              <a:lnSpc>
                <a:spcPct val="110000"/>
              </a:lnSpc>
              <a:spcBef>
                <a:spcPts val="0"/>
              </a:spcBef>
              <a:defRPr sz="2000" b="0" i="0">
                <a:solidFill>
                  <a:schemeClr val="tx1"/>
                </a:solidFill>
                <a:latin typeface="IBM Plex Sans" panose="020B0503050203000203" pitchFamily="34" charset="0"/>
              </a:defRPr>
            </a:lvl3pPr>
            <a:lvl4pPr marL="548640" indent="-182880">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5" name="Text Placeholder 12">
            <a:extLst>
              <a:ext uri="{FF2B5EF4-FFF2-40B4-BE49-F238E27FC236}">
                <a16:creationId xmlns:a16="http://schemas.microsoft.com/office/drawing/2014/main" id="{17CD3DC6-7946-2D82-C3E4-10BC579C88DE}"/>
              </a:ext>
            </a:extLst>
          </p:cNvPr>
          <p:cNvSpPr>
            <a:spLocks noGrp="1"/>
          </p:cNvSpPr>
          <p:nvPr>
            <p:ph type="body" sz="quarter" idx="17"/>
          </p:nvPr>
        </p:nvSpPr>
        <p:spPr>
          <a:xfrm>
            <a:off x="18862675" y="576072"/>
            <a:ext cx="4942078" cy="1877761"/>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0" name="Text Placeholder 8">
            <a:extLst>
              <a:ext uri="{FF2B5EF4-FFF2-40B4-BE49-F238E27FC236}">
                <a16:creationId xmlns:a16="http://schemas.microsoft.com/office/drawing/2014/main" id="{A501ADC5-5846-FF23-F5DB-93E8D05863E8}"/>
              </a:ext>
            </a:extLst>
          </p:cNvPr>
          <p:cNvSpPr>
            <a:spLocks noGrp="1"/>
          </p:cNvSpPr>
          <p:nvPr>
            <p:ph type="body" sz="quarter" idx="19"/>
          </p:nvPr>
        </p:nvSpPr>
        <p:spPr>
          <a:xfrm>
            <a:off x="18862675" y="3047999"/>
            <a:ext cx="4953000" cy="9153525"/>
          </a:xfrm>
        </p:spPr>
        <p:txBody>
          <a:bodyPr/>
          <a:lstStyle>
            <a:lvl1pPr>
              <a:lnSpc>
                <a:spcPct val="110000"/>
              </a:lnSpc>
              <a:spcBef>
                <a:spcPts val="0"/>
              </a:spcBef>
              <a:defRPr sz="2000" b="0" i="0">
                <a:solidFill>
                  <a:schemeClr val="tx1"/>
                </a:solidFill>
                <a:latin typeface="IBM Plex Sans" panose="020B0503050203000203" pitchFamily="34" charset="0"/>
              </a:defRPr>
            </a:lvl1pPr>
            <a:lvl2pPr marL="182880" indent="-182880">
              <a:lnSpc>
                <a:spcPct val="110000"/>
              </a:lnSpc>
              <a:spcBef>
                <a:spcPts val="0"/>
              </a:spcBef>
              <a:defRPr sz="2000" b="0" i="0">
                <a:solidFill>
                  <a:schemeClr val="tx1"/>
                </a:solidFill>
                <a:latin typeface="IBM Plex Sans" panose="020B0503050203000203" pitchFamily="34" charset="0"/>
              </a:defRPr>
            </a:lvl2pPr>
            <a:lvl3pPr marL="365760" indent="-182880">
              <a:lnSpc>
                <a:spcPct val="110000"/>
              </a:lnSpc>
              <a:spcBef>
                <a:spcPts val="0"/>
              </a:spcBef>
              <a:defRPr sz="2000" b="0" i="0">
                <a:solidFill>
                  <a:schemeClr val="tx1"/>
                </a:solidFill>
                <a:latin typeface="IBM Plex Sans" panose="020B0503050203000203" pitchFamily="34" charset="0"/>
              </a:defRPr>
            </a:lvl3pPr>
            <a:lvl4pPr marL="548640" indent="-182880">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3" name="Footer Placeholder 3">
            <a:extLst>
              <a:ext uri="{FF2B5EF4-FFF2-40B4-BE49-F238E27FC236}">
                <a16:creationId xmlns:a16="http://schemas.microsoft.com/office/drawing/2014/main" id="{12FA1770-E046-DD8F-9F28-19D80D1D67C2}"/>
              </a:ext>
            </a:extLst>
          </p:cNvPr>
          <p:cNvSpPr>
            <a:spLocks noGrp="1"/>
          </p:cNvSpPr>
          <p:nvPr>
            <p:ph type="ftr" sz="quarter" idx="20"/>
          </p:nvPr>
        </p:nvSpPr>
        <p:spPr>
          <a:xfrm>
            <a:off x="576000" y="12816000"/>
            <a:ext cx="4956176" cy="381000"/>
          </a:xfrm>
        </p:spPr>
        <p:txBody>
          <a:bodyPr/>
          <a:lstStyle/>
          <a:p>
            <a:endParaRPr lang="en-US" dirty="0"/>
          </a:p>
        </p:txBody>
      </p:sp>
      <p:sp>
        <p:nvSpPr>
          <p:cNvPr id="8" name="Slide Number">
            <a:extLst>
              <a:ext uri="{FF2B5EF4-FFF2-40B4-BE49-F238E27FC236}">
                <a16:creationId xmlns:a16="http://schemas.microsoft.com/office/drawing/2014/main" id="{91ADA982-549A-4D2D-490A-DE5610A50878}"/>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1629240754"/>
      </p:ext>
    </p:extLst>
  </p:cSld>
  <p:clrMapOvr>
    <a:masterClrMapping/>
  </p:clrMapOvr>
  <p:transition spd="med"/>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ext, 2 columns, dividers, pictogram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00" y="384048"/>
            <a:ext cx="4949825" cy="4210177"/>
          </a:xfrm>
        </p:spPr>
        <p:txBody>
          <a:bodyPr/>
          <a:lstStyle>
            <a:lvl1pPr>
              <a:lnSpc>
                <a:spcPct val="100000"/>
              </a:lnSpc>
              <a:defRPr sz="6800">
                <a:solidFill>
                  <a:schemeClr val="tx2"/>
                </a:solidFill>
              </a:defRPr>
            </a:lvl1pPr>
          </a:lstStyle>
          <a:p>
            <a:r>
              <a:rPr lang="en-GB"/>
              <a:t>Click to edit Master title style</a:t>
            </a:r>
            <a:endParaRPr lang="en-US" dirty="0"/>
          </a:p>
        </p:txBody>
      </p:sp>
      <p:sp>
        <p:nvSpPr>
          <p:cNvPr id="6" name="Text Placeholder 5">
            <a:extLst>
              <a:ext uri="{FF2B5EF4-FFF2-40B4-BE49-F238E27FC236}">
                <a16:creationId xmlns:a16="http://schemas.microsoft.com/office/drawing/2014/main" id="{9792CE3F-FA6A-2FE0-0146-4BFD45CF296A}"/>
              </a:ext>
            </a:extLst>
          </p:cNvPr>
          <p:cNvSpPr>
            <a:spLocks noGrp="1"/>
          </p:cNvSpPr>
          <p:nvPr>
            <p:ph type="body" sz="quarter" idx="15"/>
          </p:nvPr>
        </p:nvSpPr>
        <p:spPr>
          <a:xfrm>
            <a:off x="6669151" y="384048"/>
            <a:ext cx="4956175" cy="3110583"/>
          </a:xfrm>
        </p:spPr>
        <p:txBody>
          <a:bodyPr/>
          <a:lstStyle>
            <a:lvl1pPr>
              <a:lnSpc>
                <a:spcPct val="100000"/>
              </a:lnSpc>
              <a:spcBef>
                <a:spcPts val="0"/>
              </a:spcBef>
              <a:defRPr sz="6800">
                <a:solidFill>
                  <a:schemeClr val="tx2"/>
                </a:solidFill>
              </a:defRPr>
            </a:lvl1pPr>
            <a:lvl2pPr>
              <a:lnSpc>
                <a:spcPct val="90000"/>
              </a:lnSpc>
              <a:spcBef>
                <a:spcPts val="0"/>
              </a:spcBef>
              <a:defRPr sz="2800"/>
            </a:lvl2pPr>
            <a:lvl3pPr>
              <a:lnSpc>
                <a:spcPct val="90000"/>
              </a:lnSpc>
              <a:spcBef>
                <a:spcPts val="0"/>
              </a:spcBef>
              <a:defRPr sz="2800"/>
            </a:lvl3pPr>
            <a:lvl4pPr>
              <a:lnSpc>
                <a:spcPct val="90000"/>
              </a:lnSpc>
              <a:spcBef>
                <a:spcPts val="0"/>
              </a:spcBef>
              <a:defRPr sz="2800"/>
            </a:lvl4pPr>
            <a:lvl5pPr>
              <a:lnSpc>
                <a:spcPct val="90000"/>
              </a:lnSpc>
              <a:spcBef>
                <a:spcPts val="0"/>
              </a:spcBef>
              <a:defRPr sz="2800"/>
            </a:lvl5pPr>
          </a:lstStyle>
          <a:p>
            <a:pPr lvl="0"/>
            <a:r>
              <a:rPr lang="en-GB"/>
              <a:t>Click to edit Master text styles</a:t>
            </a:r>
          </a:p>
        </p:txBody>
      </p: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6670675" y="3016790"/>
            <a:ext cx="4951413" cy="9188588"/>
          </a:xfrm>
        </p:spPr>
        <p:txBody>
          <a:bodyPr/>
          <a:lstStyle>
            <a:lvl1pPr>
              <a:spcBef>
                <a:spcPts val="0"/>
              </a:spcBef>
              <a:defRPr sz="2800" b="0" i="0">
                <a:solidFill>
                  <a:schemeClr val="tx1"/>
                </a:solidFill>
                <a:latin typeface="IBM Plex Sans Light" panose="020B0403050203000203" pitchFamily="34" charset="0"/>
              </a:defRPr>
            </a:lvl1pPr>
            <a:lvl2pPr marL="256032" indent="-256032">
              <a:spcBef>
                <a:spcPts val="0"/>
              </a:spcBef>
              <a:defRPr sz="2800" b="0" i="0">
                <a:solidFill>
                  <a:schemeClr val="tx1"/>
                </a:solidFill>
                <a:latin typeface="IBM Plex Sans Light" panose="020B0403050203000203" pitchFamily="34" charset="0"/>
              </a:defRPr>
            </a:lvl2pPr>
            <a:lvl3pPr marL="512064" indent="-256032">
              <a:spcBef>
                <a:spcPts val="0"/>
              </a:spcBef>
              <a:defRPr sz="2800" b="0" i="0">
                <a:solidFill>
                  <a:schemeClr val="tx1"/>
                </a:solidFill>
                <a:latin typeface="IBM Plex Sans Light" panose="020B0403050203000203" pitchFamily="34" charset="0"/>
              </a:defRPr>
            </a:lvl3pPr>
            <a:lvl4pPr marL="768096" indent="-256032">
              <a:spcBef>
                <a:spcPts val="0"/>
              </a:spcBef>
              <a:defRPr sz="2800" b="0" i="0">
                <a:solidFill>
                  <a:schemeClr val="tx1"/>
                </a:solidFill>
                <a:latin typeface="IBM Plex Sans Light" panose="020B0403050203000203" pitchFamily="34" charset="0"/>
              </a:defRPr>
            </a:lvl4pPr>
            <a:lvl5pPr>
              <a:spcBef>
                <a:spcPts val="0"/>
              </a:spcBef>
              <a:defRPr sz="2800" b="0" i="0">
                <a:solidFill>
                  <a:schemeClr val="tx1"/>
                </a:solidFill>
                <a:latin typeface="IBM Plex Sans Light" panose="020B04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5" name="Picture Placeholder 4" descr="Place pictogram here">
            <a:extLst>
              <a:ext uri="{FF2B5EF4-FFF2-40B4-BE49-F238E27FC236}">
                <a16:creationId xmlns:a16="http://schemas.microsoft.com/office/drawing/2014/main" id="{4E8FFEFF-CCD0-A436-418A-5FB8624CCC89}"/>
              </a:ext>
            </a:extLst>
          </p:cNvPr>
          <p:cNvSpPr>
            <a:spLocks noGrp="1" noChangeAspect="1"/>
          </p:cNvSpPr>
          <p:nvPr>
            <p:ph type="pic" sz="quarter" idx="16" hasCustomPrompt="1"/>
          </p:nvPr>
        </p:nvSpPr>
        <p:spPr>
          <a:xfrm>
            <a:off x="12780000" y="576072"/>
            <a:ext cx="1216152" cy="1214462"/>
          </a:xfrm>
        </p:spPr>
        <p:txBody>
          <a:bodyPr anchor="ctr"/>
          <a:lstStyle>
            <a:lvl1pPr algn="ctr">
              <a:defRPr sz="1600">
                <a:solidFill>
                  <a:schemeClr val="tx1"/>
                </a:solidFill>
              </a:defRPr>
            </a:lvl1pPr>
          </a:lstStyle>
          <a:p>
            <a:r>
              <a:rPr lang="en-US" dirty="0"/>
              <a:t>Pictogram</a:t>
            </a:r>
          </a:p>
        </p:txBody>
      </p: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12780000" y="3047999"/>
            <a:ext cx="4953000" cy="9153525"/>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2" name="Picture Placeholder 11" descr="Place pictogram here">
            <a:extLst>
              <a:ext uri="{FF2B5EF4-FFF2-40B4-BE49-F238E27FC236}">
                <a16:creationId xmlns:a16="http://schemas.microsoft.com/office/drawing/2014/main" id="{484E55D7-CBB2-992D-3E77-5CB7B7CADA9C}"/>
              </a:ext>
            </a:extLst>
          </p:cNvPr>
          <p:cNvSpPr>
            <a:spLocks noGrp="1" noChangeAspect="1"/>
          </p:cNvSpPr>
          <p:nvPr>
            <p:ph type="pic" sz="quarter" idx="17" hasCustomPrompt="1"/>
          </p:nvPr>
        </p:nvSpPr>
        <p:spPr>
          <a:xfrm>
            <a:off x="18859500" y="576072"/>
            <a:ext cx="1217844" cy="1216152"/>
          </a:xfrm>
        </p:spPr>
        <p:txBody>
          <a:bodyPr anchor="ctr"/>
          <a:lstStyle>
            <a:lvl1pPr algn="ctr">
              <a:defRPr sz="1600">
                <a:solidFill>
                  <a:schemeClr val="tx1"/>
                </a:solidFill>
              </a:defRPr>
            </a:lvl1pPr>
          </a:lstStyle>
          <a:p>
            <a:r>
              <a:rPr lang="en-US" dirty="0"/>
              <a:t>Pictogram</a:t>
            </a:r>
          </a:p>
        </p:txBody>
      </p:sp>
      <p:sp>
        <p:nvSpPr>
          <p:cNvPr id="11" name="Text Placeholder 10">
            <a:extLst>
              <a:ext uri="{FF2B5EF4-FFF2-40B4-BE49-F238E27FC236}">
                <a16:creationId xmlns:a16="http://schemas.microsoft.com/office/drawing/2014/main" id="{1E0D5184-93C0-B658-7967-FBC78C38A518}"/>
              </a:ext>
            </a:extLst>
          </p:cNvPr>
          <p:cNvSpPr>
            <a:spLocks noGrp="1"/>
          </p:cNvSpPr>
          <p:nvPr>
            <p:ph type="body" sz="quarter" idx="14"/>
          </p:nvPr>
        </p:nvSpPr>
        <p:spPr>
          <a:xfrm>
            <a:off x="18859500" y="3047999"/>
            <a:ext cx="4959350" cy="9153525"/>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3" name="Footer Placeholder 3">
            <a:extLst>
              <a:ext uri="{FF2B5EF4-FFF2-40B4-BE49-F238E27FC236}">
                <a16:creationId xmlns:a16="http://schemas.microsoft.com/office/drawing/2014/main" id="{E7E14D98-D346-214C-0437-7A0B4A7F3F06}"/>
              </a:ext>
            </a:extLst>
          </p:cNvPr>
          <p:cNvSpPr>
            <a:spLocks noGrp="1"/>
          </p:cNvSpPr>
          <p:nvPr>
            <p:ph type="ftr" sz="quarter" idx="18"/>
          </p:nvPr>
        </p:nvSpPr>
        <p:spPr>
          <a:xfrm>
            <a:off x="581024" y="12823285"/>
            <a:ext cx="4956176" cy="381000"/>
          </a:xfrm>
        </p:spPr>
        <p:txBody>
          <a:bodyPr/>
          <a:lstStyle/>
          <a:p>
            <a:endParaRPr lang="en-US" dirty="0"/>
          </a:p>
        </p:txBody>
      </p:sp>
      <p:sp>
        <p:nvSpPr>
          <p:cNvPr id="10" name="Slide Number">
            <a:extLst>
              <a:ext uri="{FF2B5EF4-FFF2-40B4-BE49-F238E27FC236}">
                <a16:creationId xmlns:a16="http://schemas.microsoft.com/office/drawing/2014/main" id="{8CDC5D22-5EFB-A82A-2192-76A569B4B0D5}"/>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cxnSp>
        <p:nvCxnSpPr>
          <p:cNvPr id="8" name="Straight Connector 7" descr="Vertical column divider">
            <a:extLst>
              <a:ext uri="{FF2B5EF4-FFF2-40B4-BE49-F238E27FC236}">
                <a16:creationId xmlns:a16="http://schemas.microsoft.com/office/drawing/2014/main" id="{75E2B956-D8A8-9075-0842-BD0DAFFD4122}"/>
              </a:ext>
            </a:extLst>
          </p:cNvPr>
          <p:cNvCxnSpPr>
            <a:cxnSpLocks/>
          </p:cNvCxnSpPr>
          <p:nvPr userDrawn="1"/>
        </p:nvCxnSpPr>
        <p:spPr bwMode="auto">
          <a:xfrm>
            <a:off x="12192127" y="570103"/>
            <a:ext cx="0" cy="1162507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5" name="Straight Connector 14" descr="Vertical column divider">
            <a:extLst>
              <a:ext uri="{FF2B5EF4-FFF2-40B4-BE49-F238E27FC236}">
                <a16:creationId xmlns:a16="http://schemas.microsoft.com/office/drawing/2014/main" id="{BE2C4D34-A499-856F-2ED0-C6A511B884A1}"/>
              </a:ext>
            </a:extLst>
          </p:cNvPr>
          <p:cNvCxnSpPr>
            <a:cxnSpLocks/>
          </p:cNvCxnSpPr>
          <p:nvPr userDrawn="1"/>
        </p:nvCxnSpPr>
        <p:spPr bwMode="auto">
          <a:xfrm>
            <a:off x="18288000" y="570103"/>
            <a:ext cx="0" cy="1162507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133412524"/>
      </p:ext>
    </p:extLst>
  </p:cSld>
  <p:clrMapOvr>
    <a:masterClrMapping/>
  </p:clrMapOvr>
  <p:transition spd="med"/>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Boxes, 4 stacked wide, pictograms">
    <p:bg>
      <p:bgPr>
        <a:solidFill>
          <a:schemeClr val="bg1"/>
        </a:solidFill>
        <a:effectLst/>
      </p:bgPr>
    </p:bg>
    <p:spTree>
      <p:nvGrpSpPr>
        <p:cNvPr id="1" name=""/>
        <p:cNvGrpSpPr/>
        <p:nvPr/>
      </p:nvGrpSpPr>
      <p:grpSpPr>
        <a:xfrm>
          <a:off x="0" y="0"/>
          <a:ext cx="0" cy="0"/>
          <a:chOff x="0" y="0"/>
          <a:chExt cx="0" cy="0"/>
        </a:xfrm>
      </p:grpSpPr>
      <p:sp>
        <p:nvSpPr>
          <p:cNvPr id="13" name="Picture Placeholder 12" descr="Place pictogram here">
            <a:extLst>
              <a:ext uri="{FF2B5EF4-FFF2-40B4-BE49-F238E27FC236}">
                <a16:creationId xmlns:a16="http://schemas.microsoft.com/office/drawing/2014/main" id="{30AB5158-BCB8-39EE-DA85-F2CD01699FBB}"/>
              </a:ext>
            </a:extLst>
          </p:cNvPr>
          <p:cNvSpPr>
            <a:spLocks noGrp="1"/>
          </p:cNvSpPr>
          <p:nvPr>
            <p:ph type="pic" sz="quarter" idx="15" hasCustomPrompt="1"/>
          </p:nvPr>
        </p:nvSpPr>
        <p:spPr>
          <a:xfrm>
            <a:off x="576072" y="576072"/>
            <a:ext cx="1216152" cy="1216152"/>
          </a:xfrm>
        </p:spPr>
        <p:txBody>
          <a:bodyPr anchor="ctr"/>
          <a:lstStyle>
            <a:lvl1pPr algn="ctr">
              <a:defRPr sz="1600"/>
            </a:lvl1pPr>
          </a:lstStyle>
          <a:p>
            <a:r>
              <a:rPr lang="en-US" dirty="0"/>
              <a:t>Pictogram</a:t>
            </a:r>
          </a:p>
        </p:txBody>
      </p:sp>
      <p:sp>
        <p:nvSpPr>
          <p:cNvPr id="5" name="Text Placeholder 4">
            <a:extLst>
              <a:ext uri="{FF2B5EF4-FFF2-40B4-BE49-F238E27FC236}">
                <a16:creationId xmlns:a16="http://schemas.microsoft.com/office/drawing/2014/main" id="{931099CB-CB87-D5D5-506D-4B49C08161D3}"/>
              </a:ext>
            </a:extLst>
          </p:cNvPr>
          <p:cNvSpPr>
            <a:spLocks noGrp="1"/>
          </p:cNvSpPr>
          <p:nvPr>
            <p:ph type="body" sz="quarter" idx="11"/>
          </p:nvPr>
        </p:nvSpPr>
        <p:spPr>
          <a:xfrm>
            <a:off x="576072" y="2478024"/>
            <a:ext cx="6670675" cy="3048000"/>
          </a:xfrm>
        </p:spPr>
        <p:txBody>
          <a:bodyPr/>
          <a:lstStyle>
            <a:lvl1pPr>
              <a:lnSpc>
                <a:spcPct val="100000"/>
              </a:lnSpc>
              <a:spcBef>
                <a:spcPts val="0"/>
              </a:spcBef>
              <a:defRPr sz="4200">
                <a:solidFill>
                  <a:schemeClr val="tx1"/>
                </a:solidFill>
              </a:defRPr>
            </a:lvl1pPr>
            <a:lvl2pPr marL="402336" indent="-402336">
              <a:lnSpc>
                <a:spcPct val="100000"/>
              </a:lnSpc>
              <a:spcBef>
                <a:spcPts val="0"/>
              </a:spcBef>
              <a:defRPr sz="4200">
                <a:solidFill>
                  <a:schemeClr val="tx1"/>
                </a:solidFill>
              </a:defRPr>
            </a:lvl2pPr>
            <a:lvl3pPr marL="804672" indent="-402336">
              <a:lnSpc>
                <a:spcPct val="100000"/>
              </a:lnSpc>
              <a:spcBef>
                <a:spcPts val="0"/>
              </a:spcBef>
              <a:defRPr sz="4200">
                <a:solidFill>
                  <a:schemeClr val="tx1"/>
                </a:solidFill>
              </a:defRPr>
            </a:lvl3pPr>
            <a:lvl4pPr marL="1115568" indent="-402336">
              <a:lnSpc>
                <a:spcPct val="100000"/>
              </a:lnSpc>
              <a:spcBef>
                <a:spcPts val="0"/>
              </a:spcBef>
              <a:defRPr sz="4200">
                <a:solidFill>
                  <a:schemeClr val="tx1"/>
                </a:solidFill>
              </a:defRPr>
            </a:lvl4pPr>
            <a:lvl5pPr>
              <a:lnSpc>
                <a:spcPct val="100000"/>
              </a:lnSpc>
              <a:spcBef>
                <a:spcPts val="0"/>
              </a:spcBef>
              <a:defRPr sz="4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5" name="Picture Placeholder 14" descr="Place pictogram here">
            <a:extLst>
              <a:ext uri="{FF2B5EF4-FFF2-40B4-BE49-F238E27FC236}">
                <a16:creationId xmlns:a16="http://schemas.microsoft.com/office/drawing/2014/main" id="{3C3730E5-61EB-7405-CC85-AB04242CDBC4}"/>
              </a:ext>
            </a:extLst>
          </p:cNvPr>
          <p:cNvSpPr>
            <a:spLocks noGrp="1"/>
          </p:cNvSpPr>
          <p:nvPr>
            <p:ph type="pic" sz="quarter" idx="16" hasCustomPrompt="1"/>
          </p:nvPr>
        </p:nvSpPr>
        <p:spPr>
          <a:xfrm>
            <a:off x="12780000" y="576072"/>
            <a:ext cx="1216152" cy="1216152"/>
          </a:xfrm>
        </p:spPr>
        <p:txBody>
          <a:bodyPr anchor="ctr"/>
          <a:lstStyle>
            <a:lvl1pPr algn="ctr">
              <a:defRPr sz="1600"/>
            </a:lvl1pPr>
          </a:lstStyle>
          <a:p>
            <a:r>
              <a:rPr lang="en-US" dirty="0"/>
              <a:t>Pictogram</a:t>
            </a:r>
          </a:p>
        </p:txBody>
      </p:sp>
      <p:sp>
        <p:nvSpPr>
          <p:cNvPr id="7" name="Text Placeholder 6">
            <a:extLst>
              <a:ext uri="{FF2B5EF4-FFF2-40B4-BE49-F238E27FC236}">
                <a16:creationId xmlns:a16="http://schemas.microsoft.com/office/drawing/2014/main" id="{FC1DA3C4-E728-0E45-C91D-8EDF4B495FFC}"/>
              </a:ext>
            </a:extLst>
          </p:cNvPr>
          <p:cNvSpPr>
            <a:spLocks noGrp="1"/>
          </p:cNvSpPr>
          <p:nvPr>
            <p:ph type="body" sz="quarter" idx="12"/>
          </p:nvPr>
        </p:nvSpPr>
        <p:spPr>
          <a:xfrm>
            <a:off x="12780000" y="2476500"/>
            <a:ext cx="6675120" cy="3048000"/>
          </a:xfrm>
        </p:spPr>
        <p:txBody>
          <a:bodyPr/>
          <a:lstStyle>
            <a:lvl1pPr>
              <a:lnSpc>
                <a:spcPct val="100000"/>
              </a:lnSpc>
              <a:spcBef>
                <a:spcPts val="0"/>
              </a:spcBef>
              <a:defRPr sz="4200">
                <a:solidFill>
                  <a:schemeClr val="tx1"/>
                </a:solidFill>
              </a:defRPr>
            </a:lvl1pPr>
            <a:lvl2pPr marL="402336" indent="-402336">
              <a:lnSpc>
                <a:spcPct val="100000"/>
              </a:lnSpc>
              <a:spcBef>
                <a:spcPts val="0"/>
              </a:spcBef>
              <a:defRPr sz="4200">
                <a:solidFill>
                  <a:schemeClr val="tx1"/>
                </a:solidFill>
              </a:defRPr>
            </a:lvl2pPr>
            <a:lvl3pPr marL="804672" indent="-402336">
              <a:lnSpc>
                <a:spcPct val="100000"/>
              </a:lnSpc>
              <a:spcBef>
                <a:spcPts val="0"/>
              </a:spcBef>
              <a:defRPr sz="4200">
                <a:solidFill>
                  <a:schemeClr val="tx1"/>
                </a:solidFill>
              </a:defRPr>
            </a:lvl3pPr>
            <a:lvl4pPr marL="1115568" indent="-402336">
              <a:lnSpc>
                <a:spcPct val="100000"/>
              </a:lnSpc>
              <a:spcBef>
                <a:spcPts val="0"/>
              </a:spcBef>
              <a:defRPr sz="4200">
                <a:solidFill>
                  <a:schemeClr val="tx1"/>
                </a:solidFill>
              </a:defRPr>
            </a:lvl4pPr>
            <a:lvl5pPr>
              <a:lnSpc>
                <a:spcPct val="100000"/>
              </a:lnSpc>
              <a:spcBef>
                <a:spcPts val="0"/>
              </a:spcBef>
              <a:defRPr sz="4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cxnSp>
        <p:nvCxnSpPr>
          <p:cNvPr id="16" name="Straight Connector 15" descr="Horizontal row divider">
            <a:extLst>
              <a:ext uri="{FF2B5EF4-FFF2-40B4-BE49-F238E27FC236}">
                <a16:creationId xmlns:a16="http://schemas.microsoft.com/office/drawing/2014/main" id="{9C5483A0-0E31-72CE-21C3-6248FAEBC09A}"/>
              </a:ext>
              <a:ext uri="{C183D7F6-B498-43B3-948B-1728B52AA6E4}">
                <adec:decorative xmlns:adec="http://schemas.microsoft.com/office/drawing/2017/decorative" val="0"/>
              </a:ext>
            </a:extLst>
          </p:cNvPr>
          <p:cNvCxnSpPr>
            <a:cxnSpLocks/>
          </p:cNvCxnSpPr>
          <p:nvPr userDrawn="1"/>
        </p:nvCxnSpPr>
        <p:spPr bwMode="auto">
          <a:xfrm>
            <a:off x="576072" y="6096000"/>
            <a:ext cx="23236428"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7" name="Picture Placeholder 16" descr="Place pictogram here">
            <a:extLst>
              <a:ext uri="{FF2B5EF4-FFF2-40B4-BE49-F238E27FC236}">
                <a16:creationId xmlns:a16="http://schemas.microsoft.com/office/drawing/2014/main" id="{62C94928-6A9B-2EA7-301C-71E5F2547C8A}"/>
              </a:ext>
            </a:extLst>
          </p:cNvPr>
          <p:cNvSpPr>
            <a:spLocks noGrp="1"/>
          </p:cNvSpPr>
          <p:nvPr>
            <p:ph type="pic" sz="quarter" idx="17" hasCustomPrompt="1"/>
          </p:nvPr>
        </p:nvSpPr>
        <p:spPr>
          <a:xfrm>
            <a:off x="576072" y="6473951"/>
            <a:ext cx="1216152" cy="1216152"/>
          </a:xfrm>
        </p:spPr>
        <p:txBody>
          <a:bodyPr anchor="ctr"/>
          <a:lstStyle>
            <a:lvl1pPr algn="ctr">
              <a:defRPr sz="1600"/>
            </a:lvl1pPr>
          </a:lstStyle>
          <a:p>
            <a:r>
              <a:rPr lang="en-US" dirty="0"/>
              <a:t>Pictogram</a:t>
            </a:r>
          </a:p>
        </p:txBody>
      </p:sp>
      <p:sp>
        <p:nvSpPr>
          <p:cNvPr id="9" name="Text Placeholder 8">
            <a:extLst>
              <a:ext uri="{FF2B5EF4-FFF2-40B4-BE49-F238E27FC236}">
                <a16:creationId xmlns:a16="http://schemas.microsoft.com/office/drawing/2014/main" id="{B0565063-698E-31B0-B619-B99A9A0B3DB6}"/>
              </a:ext>
            </a:extLst>
          </p:cNvPr>
          <p:cNvSpPr>
            <a:spLocks noGrp="1"/>
          </p:cNvSpPr>
          <p:nvPr>
            <p:ph type="body" sz="quarter" idx="13"/>
          </p:nvPr>
        </p:nvSpPr>
        <p:spPr>
          <a:xfrm>
            <a:off x="576072" y="8385048"/>
            <a:ext cx="6670676" cy="3048000"/>
          </a:xfrm>
        </p:spPr>
        <p:txBody>
          <a:bodyPr/>
          <a:lstStyle>
            <a:lvl1pPr>
              <a:lnSpc>
                <a:spcPct val="100000"/>
              </a:lnSpc>
              <a:spcBef>
                <a:spcPts val="0"/>
              </a:spcBef>
              <a:defRPr sz="4200">
                <a:solidFill>
                  <a:schemeClr val="tx1"/>
                </a:solidFill>
              </a:defRPr>
            </a:lvl1pPr>
            <a:lvl2pPr marL="402336" indent="-402336">
              <a:lnSpc>
                <a:spcPct val="100000"/>
              </a:lnSpc>
              <a:spcBef>
                <a:spcPts val="0"/>
              </a:spcBef>
              <a:defRPr sz="4200">
                <a:solidFill>
                  <a:schemeClr val="tx1"/>
                </a:solidFill>
              </a:defRPr>
            </a:lvl2pPr>
            <a:lvl3pPr marL="804672" indent="-402336">
              <a:lnSpc>
                <a:spcPct val="100000"/>
              </a:lnSpc>
              <a:spcBef>
                <a:spcPts val="0"/>
              </a:spcBef>
              <a:defRPr sz="4200">
                <a:solidFill>
                  <a:schemeClr val="tx1"/>
                </a:solidFill>
              </a:defRPr>
            </a:lvl3pPr>
            <a:lvl4pPr marL="1115568" indent="-402336">
              <a:lnSpc>
                <a:spcPct val="100000"/>
              </a:lnSpc>
              <a:spcBef>
                <a:spcPts val="0"/>
              </a:spcBef>
              <a:defRPr sz="4200">
                <a:solidFill>
                  <a:schemeClr val="tx1"/>
                </a:solidFill>
              </a:defRPr>
            </a:lvl4pPr>
            <a:lvl5pPr>
              <a:lnSpc>
                <a:spcPct val="100000"/>
              </a:lnSpc>
              <a:spcBef>
                <a:spcPts val="0"/>
              </a:spcBef>
              <a:defRPr sz="4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9" name="Picture Placeholder 18" descr="Place pictogram here">
            <a:extLst>
              <a:ext uri="{FF2B5EF4-FFF2-40B4-BE49-F238E27FC236}">
                <a16:creationId xmlns:a16="http://schemas.microsoft.com/office/drawing/2014/main" id="{2E840026-2FAF-826F-DCFD-3FF0082B0823}"/>
              </a:ext>
            </a:extLst>
          </p:cNvPr>
          <p:cNvSpPr>
            <a:spLocks noGrp="1"/>
          </p:cNvSpPr>
          <p:nvPr>
            <p:ph type="pic" sz="quarter" idx="18" hasCustomPrompt="1"/>
          </p:nvPr>
        </p:nvSpPr>
        <p:spPr>
          <a:xfrm>
            <a:off x="12780000" y="6477000"/>
            <a:ext cx="1216152" cy="1216152"/>
          </a:xfrm>
        </p:spPr>
        <p:txBody>
          <a:bodyPr anchor="ctr"/>
          <a:lstStyle>
            <a:lvl1pPr algn="ctr">
              <a:defRPr sz="1600"/>
            </a:lvl1pPr>
          </a:lstStyle>
          <a:p>
            <a:r>
              <a:rPr lang="en-US" dirty="0"/>
              <a:t>Pictogram</a:t>
            </a:r>
          </a:p>
        </p:txBody>
      </p:sp>
      <p:sp>
        <p:nvSpPr>
          <p:cNvPr id="11" name="Text Placeholder 10">
            <a:extLst>
              <a:ext uri="{FF2B5EF4-FFF2-40B4-BE49-F238E27FC236}">
                <a16:creationId xmlns:a16="http://schemas.microsoft.com/office/drawing/2014/main" id="{B4E44FFD-1EB7-1873-F6D1-67DE839EF09E}"/>
              </a:ext>
            </a:extLst>
          </p:cNvPr>
          <p:cNvSpPr>
            <a:spLocks noGrp="1"/>
          </p:cNvSpPr>
          <p:nvPr>
            <p:ph type="body" sz="quarter" idx="14"/>
          </p:nvPr>
        </p:nvSpPr>
        <p:spPr>
          <a:xfrm>
            <a:off x="12780000" y="8382000"/>
            <a:ext cx="6675120" cy="3048000"/>
          </a:xfrm>
        </p:spPr>
        <p:txBody>
          <a:bodyPr/>
          <a:lstStyle>
            <a:lvl1pPr>
              <a:lnSpc>
                <a:spcPct val="100000"/>
              </a:lnSpc>
              <a:spcBef>
                <a:spcPts val="0"/>
              </a:spcBef>
              <a:defRPr sz="4200">
                <a:solidFill>
                  <a:schemeClr val="tx1"/>
                </a:solidFill>
              </a:defRPr>
            </a:lvl1pPr>
            <a:lvl2pPr marL="402336" indent="-402336">
              <a:lnSpc>
                <a:spcPct val="100000"/>
              </a:lnSpc>
              <a:spcBef>
                <a:spcPts val="0"/>
              </a:spcBef>
              <a:defRPr sz="4200">
                <a:solidFill>
                  <a:schemeClr val="tx1"/>
                </a:solidFill>
              </a:defRPr>
            </a:lvl2pPr>
            <a:lvl3pPr marL="804672" indent="-402336">
              <a:lnSpc>
                <a:spcPct val="100000"/>
              </a:lnSpc>
              <a:spcBef>
                <a:spcPts val="0"/>
              </a:spcBef>
              <a:defRPr sz="4200">
                <a:solidFill>
                  <a:schemeClr val="tx1"/>
                </a:solidFill>
              </a:defRPr>
            </a:lvl3pPr>
            <a:lvl4pPr marL="1115568" indent="-402336">
              <a:lnSpc>
                <a:spcPct val="100000"/>
              </a:lnSpc>
              <a:spcBef>
                <a:spcPts val="0"/>
              </a:spcBef>
              <a:defRPr sz="4200">
                <a:solidFill>
                  <a:schemeClr val="tx1"/>
                </a:solidFill>
              </a:defRPr>
            </a:lvl4pPr>
            <a:lvl5pPr>
              <a:lnSpc>
                <a:spcPct val="100000"/>
              </a:lnSpc>
              <a:spcBef>
                <a:spcPts val="0"/>
              </a:spcBef>
              <a:defRPr sz="4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3" name="Footer Placeholder 3">
            <a:extLst>
              <a:ext uri="{FF2B5EF4-FFF2-40B4-BE49-F238E27FC236}">
                <a16:creationId xmlns:a16="http://schemas.microsoft.com/office/drawing/2014/main" id="{1FC9DA86-6E63-7EF1-DAC1-73040332758F}"/>
              </a:ext>
            </a:extLst>
          </p:cNvPr>
          <p:cNvSpPr>
            <a:spLocks noGrp="1"/>
          </p:cNvSpPr>
          <p:nvPr>
            <p:ph type="ftr" sz="quarter" idx="19"/>
          </p:nvPr>
        </p:nvSpPr>
        <p:spPr>
          <a:xfrm>
            <a:off x="576000" y="12816000"/>
            <a:ext cx="4956176" cy="381000"/>
          </a:xfrm>
        </p:spPr>
        <p:txBody>
          <a:bodyPr/>
          <a:lstStyle/>
          <a:p>
            <a:endParaRPr lang="en-US" dirty="0"/>
          </a:p>
        </p:txBody>
      </p:sp>
      <p:sp>
        <p:nvSpPr>
          <p:cNvPr id="6" name="Slide Number">
            <a:extLst>
              <a:ext uri="{FF2B5EF4-FFF2-40B4-BE49-F238E27FC236}">
                <a16:creationId xmlns:a16="http://schemas.microsoft.com/office/drawing/2014/main" id="{BE7CD285-42F9-CF03-AB5C-1DC86205FBC3}"/>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cxnSp>
        <p:nvCxnSpPr>
          <p:cNvPr id="4" name="Straight Connector 3" descr="Vertical column divider">
            <a:extLst>
              <a:ext uri="{FF2B5EF4-FFF2-40B4-BE49-F238E27FC236}">
                <a16:creationId xmlns:a16="http://schemas.microsoft.com/office/drawing/2014/main" id="{E664AD27-CDB8-1E16-6F0A-1A4FF8BD97F5}"/>
              </a:ext>
            </a:extLst>
          </p:cNvPr>
          <p:cNvCxnSpPr>
            <a:cxnSpLocks/>
          </p:cNvCxnSpPr>
          <p:nvPr userDrawn="1"/>
        </p:nvCxnSpPr>
        <p:spPr bwMode="auto">
          <a:xfrm>
            <a:off x="12192127" y="570103"/>
            <a:ext cx="0" cy="1162507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380496384"/>
      </p:ext>
    </p:extLst>
  </p:cSld>
  <p:clrMapOvr>
    <a:masterClrMapping/>
  </p:clrMapOvr>
  <p:transition spd="med"/>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Boxes, 4 stacked, small title">
    <p:bg>
      <p:bgPr>
        <a:solidFill>
          <a:schemeClr val="bg1"/>
        </a:solid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E29EF9E2-1551-8357-22BD-8C43EF5EBE34}"/>
              </a:ext>
            </a:extLst>
          </p:cNvPr>
          <p:cNvSpPr>
            <a:spLocks noGrp="1"/>
          </p:cNvSpPr>
          <p:nvPr>
            <p:ph type="body" sz="quarter" idx="21"/>
          </p:nvPr>
        </p:nvSpPr>
        <p:spPr>
          <a:xfrm>
            <a:off x="576000" y="576072"/>
            <a:ext cx="4961128" cy="462153"/>
          </a:xfrm>
        </p:spPr>
        <p:txBody>
          <a:bodyPr/>
          <a:lstStyle>
            <a:lvl1pPr>
              <a:defRPr sz="2800">
                <a:solidFill>
                  <a:schemeClr val="tx2"/>
                </a:solidFill>
              </a:defRPr>
            </a:lvl1pPr>
          </a:lstStyle>
          <a:p>
            <a:pPr lvl="0"/>
            <a:r>
              <a:rPr lang="en-GB"/>
              <a:t>Click to edit Master text styles</a:t>
            </a:r>
          </a:p>
        </p:txBody>
      </p:sp>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00" y="1524000"/>
            <a:ext cx="4948428" cy="3048000"/>
          </a:xfrm>
        </p:spPr>
        <p:txBody>
          <a:bodyPr/>
          <a:lstStyle>
            <a:lvl1pPr>
              <a:lnSpc>
                <a:spcPct val="110000"/>
              </a:lnSpc>
              <a:defRPr sz="3600">
                <a:solidFill>
                  <a:schemeClr val="tx2"/>
                </a:solidFill>
              </a:defRPr>
            </a:lvl1pPr>
          </a:lstStyle>
          <a:p>
            <a:r>
              <a:rPr lang="en-GB"/>
              <a:t>Click to edit Master title style</a:t>
            </a:r>
            <a:endParaRPr lang="en-US" dirty="0"/>
          </a:p>
        </p:txBody>
      </p:sp>
      <p:sp>
        <p:nvSpPr>
          <p:cNvPr id="10" name="Text Placeholder 9">
            <a:extLst>
              <a:ext uri="{FF2B5EF4-FFF2-40B4-BE49-F238E27FC236}">
                <a16:creationId xmlns:a16="http://schemas.microsoft.com/office/drawing/2014/main" id="{793A9C8C-F98C-5899-BE8B-D1A544D66C6A}"/>
              </a:ext>
            </a:extLst>
          </p:cNvPr>
          <p:cNvSpPr>
            <a:spLocks noGrp="1"/>
          </p:cNvSpPr>
          <p:nvPr>
            <p:ph type="body" sz="quarter" idx="16"/>
          </p:nvPr>
        </p:nvSpPr>
        <p:spPr>
          <a:xfrm>
            <a:off x="12780000" y="576073"/>
            <a:ext cx="4953000" cy="4948428"/>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3" name="Text Placeholder 12">
            <a:extLst>
              <a:ext uri="{FF2B5EF4-FFF2-40B4-BE49-F238E27FC236}">
                <a16:creationId xmlns:a16="http://schemas.microsoft.com/office/drawing/2014/main" id="{2A62B128-D226-0D9B-89EC-51AFD07F30CF}"/>
              </a:ext>
            </a:extLst>
          </p:cNvPr>
          <p:cNvSpPr>
            <a:spLocks noGrp="1"/>
          </p:cNvSpPr>
          <p:nvPr>
            <p:ph type="body" sz="quarter" idx="17"/>
          </p:nvPr>
        </p:nvSpPr>
        <p:spPr>
          <a:xfrm>
            <a:off x="18862675" y="576072"/>
            <a:ext cx="4959350" cy="4948427"/>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5" name="Text Placeholder 4">
            <a:extLst>
              <a:ext uri="{FF2B5EF4-FFF2-40B4-BE49-F238E27FC236}">
                <a16:creationId xmlns:a16="http://schemas.microsoft.com/office/drawing/2014/main" id="{A5DD5CF1-28D6-74AF-B345-5911CB10D454}"/>
              </a:ext>
            </a:extLst>
          </p:cNvPr>
          <p:cNvSpPr>
            <a:spLocks noGrp="1"/>
          </p:cNvSpPr>
          <p:nvPr>
            <p:ph type="body" sz="quarter" idx="18"/>
          </p:nvPr>
        </p:nvSpPr>
        <p:spPr>
          <a:xfrm>
            <a:off x="12780000" y="6670675"/>
            <a:ext cx="4953000" cy="4948428"/>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2" name="Text Placeholder 11">
            <a:extLst>
              <a:ext uri="{FF2B5EF4-FFF2-40B4-BE49-F238E27FC236}">
                <a16:creationId xmlns:a16="http://schemas.microsoft.com/office/drawing/2014/main" id="{67B1C684-915C-90D4-C69F-C24979A42EFC}"/>
              </a:ext>
            </a:extLst>
          </p:cNvPr>
          <p:cNvSpPr>
            <a:spLocks noGrp="1"/>
          </p:cNvSpPr>
          <p:nvPr>
            <p:ph type="body" sz="quarter" idx="19"/>
          </p:nvPr>
        </p:nvSpPr>
        <p:spPr>
          <a:xfrm>
            <a:off x="18862675" y="6670675"/>
            <a:ext cx="4953000" cy="4948427"/>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3" name="Footer Placeholder 3">
            <a:extLst>
              <a:ext uri="{FF2B5EF4-FFF2-40B4-BE49-F238E27FC236}">
                <a16:creationId xmlns:a16="http://schemas.microsoft.com/office/drawing/2014/main" id="{4D288907-977D-2E2D-D334-59684842A637}"/>
              </a:ext>
            </a:extLst>
          </p:cNvPr>
          <p:cNvSpPr>
            <a:spLocks noGrp="1"/>
          </p:cNvSpPr>
          <p:nvPr>
            <p:ph type="ftr" sz="quarter" idx="22"/>
          </p:nvPr>
        </p:nvSpPr>
        <p:spPr>
          <a:xfrm>
            <a:off x="576000" y="12816000"/>
            <a:ext cx="4956176" cy="381000"/>
          </a:xfrm>
        </p:spPr>
        <p:txBody>
          <a:bodyPr/>
          <a:lstStyle/>
          <a:p>
            <a:endParaRPr lang="en-US" dirty="0"/>
          </a:p>
        </p:txBody>
      </p:sp>
      <p:sp>
        <p:nvSpPr>
          <p:cNvPr id="8" name="Slide Number">
            <a:extLst>
              <a:ext uri="{FF2B5EF4-FFF2-40B4-BE49-F238E27FC236}">
                <a16:creationId xmlns:a16="http://schemas.microsoft.com/office/drawing/2014/main" id="{299C7C32-4361-2D42-DB76-E3E2316F597E}"/>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70433241"/>
      </p:ext>
    </p:extLst>
  </p:cSld>
  <p:clrMapOvr>
    <a:masterClrMapping/>
  </p:clrMapOvr>
  <p:transition spd="med"/>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Boxes, 4 stacked, large title">
    <p:bg>
      <p:bgPr>
        <a:solidFill>
          <a:schemeClr val="bg1"/>
        </a:solid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E29EF9E2-1551-8357-22BD-8C43EF5EBE34}"/>
              </a:ext>
            </a:extLst>
          </p:cNvPr>
          <p:cNvSpPr>
            <a:spLocks noGrp="1"/>
          </p:cNvSpPr>
          <p:nvPr>
            <p:ph type="body" sz="quarter" idx="21"/>
          </p:nvPr>
        </p:nvSpPr>
        <p:spPr>
          <a:xfrm>
            <a:off x="576000" y="576072"/>
            <a:ext cx="4961128" cy="462153"/>
          </a:xfrm>
        </p:spPr>
        <p:txBody>
          <a:bodyPr/>
          <a:lstStyle>
            <a:lvl1pPr>
              <a:defRPr sz="2800">
                <a:solidFill>
                  <a:schemeClr val="tx2"/>
                </a:solidFill>
              </a:defRPr>
            </a:lvl1pPr>
          </a:lstStyle>
          <a:p>
            <a:pPr lvl="0"/>
            <a:r>
              <a:rPr lang="en-GB"/>
              <a:t>Click to edit Master text styles</a:t>
            </a:r>
          </a:p>
        </p:txBody>
      </p:sp>
      <p:sp>
        <p:nvSpPr>
          <p:cNvPr id="10" name="Text Placeholder 9">
            <a:extLst>
              <a:ext uri="{FF2B5EF4-FFF2-40B4-BE49-F238E27FC236}">
                <a16:creationId xmlns:a16="http://schemas.microsoft.com/office/drawing/2014/main" id="{793A9C8C-F98C-5899-BE8B-D1A544D66C6A}"/>
              </a:ext>
            </a:extLst>
          </p:cNvPr>
          <p:cNvSpPr>
            <a:spLocks noGrp="1"/>
          </p:cNvSpPr>
          <p:nvPr>
            <p:ph type="body" sz="quarter" idx="16"/>
          </p:nvPr>
        </p:nvSpPr>
        <p:spPr>
          <a:xfrm>
            <a:off x="12780000" y="576073"/>
            <a:ext cx="4953000" cy="4948428"/>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3" name="Text Placeholder 12">
            <a:extLst>
              <a:ext uri="{FF2B5EF4-FFF2-40B4-BE49-F238E27FC236}">
                <a16:creationId xmlns:a16="http://schemas.microsoft.com/office/drawing/2014/main" id="{2A62B128-D226-0D9B-89EC-51AFD07F30CF}"/>
              </a:ext>
            </a:extLst>
          </p:cNvPr>
          <p:cNvSpPr>
            <a:spLocks noGrp="1"/>
          </p:cNvSpPr>
          <p:nvPr>
            <p:ph type="body" sz="quarter" idx="17"/>
          </p:nvPr>
        </p:nvSpPr>
        <p:spPr>
          <a:xfrm>
            <a:off x="18862675" y="576072"/>
            <a:ext cx="4959350" cy="4948427"/>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5" name="Text Placeholder 4">
            <a:extLst>
              <a:ext uri="{FF2B5EF4-FFF2-40B4-BE49-F238E27FC236}">
                <a16:creationId xmlns:a16="http://schemas.microsoft.com/office/drawing/2014/main" id="{A5DD5CF1-28D6-74AF-B345-5911CB10D454}"/>
              </a:ext>
            </a:extLst>
          </p:cNvPr>
          <p:cNvSpPr>
            <a:spLocks noGrp="1"/>
          </p:cNvSpPr>
          <p:nvPr>
            <p:ph type="body" sz="quarter" idx="18"/>
          </p:nvPr>
        </p:nvSpPr>
        <p:spPr>
          <a:xfrm>
            <a:off x="12780000" y="6670675"/>
            <a:ext cx="4953000" cy="4948428"/>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2" name="Text Placeholder 11">
            <a:extLst>
              <a:ext uri="{FF2B5EF4-FFF2-40B4-BE49-F238E27FC236}">
                <a16:creationId xmlns:a16="http://schemas.microsoft.com/office/drawing/2014/main" id="{67B1C684-915C-90D4-C69F-C24979A42EFC}"/>
              </a:ext>
            </a:extLst>
          </p:cNvPr>
          <p:cNvSpPr>
            <a:spLocks noGrp="1"/>
          </p:cNvSpPr>
          <p:nvPr>
            <p:ph type="body" sz="quarter" idx="19"/>
          </p:nvPr>
        </p:nvSpPr>
        <p:spPr>
          <a:xfrm>
            <a:off x="18862675" y="6670675"/>
            <a:ext cx="4953000" cy="4948427"/>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3" name="Footer Placeholder 3">
            <a:extLst>
              <a:ext uri="{FF2B5EF4-FFF2-40B4-BE49-F238E27FC236}">
                <a16:creationId xmlns:a16="http://schemas.microsoft.com/office/drawing/2014/main" id="{4D288907-977D-2E2D-D334-59684842A637}"/>
              </a:ext>
            </a:extLst>
          </p:cNvPr>
          <p:cNvSpPr>
            <a:spLocks noGrp="1"/>
          </p:cNvSpPr>
          <p:nvPr>
            <p:ph type="ftr" sz="quarter" idx="22"/>
          </p:nvPr>
        </p:nvSpPr>
        <p:spPr>
          <a:xfrm>
            <a:off x="576000" y="12816000"/>
            <a:ext cx="4956176" cy="381000"/>
          </a:xfrm>
        </p:spPr>
        <p:txBody>
          <a:bodyPr/>
          <a:lstStyle/>
          <a:p>
            <a:endParaRPr lang="en-US" dirty="0"/>
          </a:p>
        </p:txBody>
      </p:sp>
      <p:sp>
        <p:nvSpPr>
          <p:cNvPr id="8" name="Slide Number">
            <a:extLst>
              <a:ext uri="{FF2B5EF4-FFF2-40B4-BE49-F238E27FC236}">
                <a16:creationId xmlns:a16="http://schemas.microsoft.com/office/drawing/2014/main" id="{299C7C32-4361-2D42-DB76-E3E2316F597E}"/>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4" name="Title 1">
            <a:extLst>
              <a:ext uri="{FF2B5EF4-FFF2-40B4-BE49-F238E27FC236}">
                <a16:creationId xmlns:a16="http://schemas.microsoft.com/office/drawing/2014/main" id="{8009016F-5759-0B27-8DB2-77BDD7980942}"/>
              </a:ext>
            </a:extLst>
          </p:cNvPr>
          <p:cNvSpPr>
            <a:spLocks noGrp="1"/>
          </p:cNvSpPr>
          <p:nvPr>
            <p:ph type="title"/>
          </p:nvPr>
        </p:nvSpPr>
        <p:spPr>
          <a:xfrm>
            <a:off x="576000" y="1523872"/>
            <a:ext cx="11044239" cy="4572128"/>
          </a:xfrm>
        </p:spPr>
        <p:txBody>
          <a:bodyPr rIns="457200"/>
          <a:lstStyle>
            <a:lvl1pPr>
              <a:lnSpc>
                <a:spcPct val="110000"/>
              </a:lnSpc>
              <a:defRPr sz="6800">
                <a:solidFill>
                  <a:schemeClr val="tx2"/>
                </a:solidFill>
              </a:defRPr>
            </a:lvl1pPr>
          </a:lstStyle>
          <a:p>
            <a:r>
              <a:rPr lang="en-GB"/>
              <a:t>Click to edit Master title style</a:t>
            </a:r>
            <a:endParaRPr lang="en-US" dirty="0"/>
          </a:p>
        </p:txBody>
      </p:sp>
    </p:spTree>
    <p:extLst>
      <p:ext uri="{BB962C8B-B14F-4D97-AF65-F5344CB8AC3E}">
        <p14:creationId xmlns:p14="http://schemas.microsoft.com/office/powerpoint/2010/main" val="3092975277"/>
      </p:ext>
    </p:extLst>
  </p:cSld>
  <p:clrMapOvr>
    <a:masterClrMapping/>
  </p:clrMapOvr>
  <p:transition spd="med"/>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Boxes, 4 horizontal, small title">
    <p:bg>
      <p:bgPr>
        <a:solidFill>
          <a:schemeClr val="bg1"/>
        </a:solidFill>
        <a:effectLst/>
      </p:bgPr>
    </p:bg>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2A71C2BF-857E-B291-7D82-5920AF4A5278}"/>
              </a:ext>
            </a:extLst>
          </p:cNvPr>
          <p:cNvSpPr>
            <a:spLocks noGrp="1"/>
          </p:cNvSpPr>
          <p:nvPr>
            <p:ph type="body" sz="quarter" idx="11"/>
          </p:nvPr>
        </p:nvSpPr>
        <p:spPr>
          <a:xfrm>
            <a:off x="576072" y="6675882"/>
            <a:ext cx="4949825" cy="5519293"/>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2" name="Text Placeholder 10">
            <a:extLst>
              <a:ext uri="{FF2B5EF4-FFF2-40B4-BE49-F238E27FC236}">
                <a16:creationId xmlns:a16="http://schemas.microsoft.com/office/drawing/2014/main" id="{257EC586-7CBB-7AC4-C2FA-85F4BA8AA030}"/>
              </a:ext>
            </a:extLst>
          </p:cNvPr>
          <p:cNvSpPr>
            <a:spLocks noGrp="1"/>
          </p:cNvSpPr>
          <p:nvPr>
            <p:ph type="body" sz="quarter" idx="12"/>
          </p:nvPr>
        </p:nvSpPr>
        <p:spPr>
          <a:xfrm>
            <a:off x="6663241" y="6673851"/>
            <a:ext cx="4949825" cy="5521323"/>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3" name="Text Placeholder 10">
            <a:extLst>
              <a:ext uri="{FF2B5EF4-FFF2-40B4-BE49-F238E27FC236}">
                <a16:creationId xmlns:a16="http://schemas.microsoft.com/office/drawing/2014/main" id="{A0ABD1EA-F6CD-F56B-B5E1-034EEB64D63E}"/>
              </a:ext>
            </a:extLst>
          </p:cNvPr>
          <p:cNvSpPr>
            <a:spLocks noGrp="1"/>
          </p:cNvSpPr>
          <p:nvPr>
            <p:ph type="body" sz="quarter" idx="13"/>
          </p:nvPr>
        </p:nvSpPr>
        <p:spPr>
          <a:xfrm>
            <a:off x="12767760" y="6673851"/>
            <a:ext cx="4949825" cy="5521323"/>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4" name="Text Placeholder 10">
            <a:extLst>
              <a:ext uri="{FF2B5EF4-FFF2-40B4-BE49-F238E27FC236}">
                <a16:creationId xmlns:a16="http://schemas.microsoft.com/office/drawing/2014/main" id="{0F2DD97F-E181-3C33-32D8-844B57967D83}"/>
              </a:ext>
            </a:extLst>
          </p:cNvPr>
          <p:cNvSpPr>
            <a:spLocks noGrp="1"/>
          </p:cNvSpPr>
          <p:nvPr>
            <p:ph type="body" sz="quarter" idx="14"/>
          </p:nvPr>
        </p:nvSpPr>
        <p:spPr>
          <a:xfrm>
            <a:off x="18859500" y="6673851"/>
            <a:ext cx="4949825" cy="5521324"/>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3" name="Footer Placeholder 3">
            <a:extLst>
              <a:ext uri="{FF2B5EF4-FFF2-40B4-BE49-F238E27FC236}">
                <a16:creationId xmlns:a16="http://schemas.microsoft.com/office/drawing/2014/main" id="{EB933E98-EDAA-167B-D822-384AE57CFD41}"/>
              </a:ext>
            </a:extLst>
          </p:cNvPr>
          <p:cNvSpPr>
            <a:spLocks noGrp="1"/>
          </p:cNvSpPr>
          <p:nvPr>
            <p:ph type="ftr" sz="quarter" idx="18"/>
          </p:nvPr>
        </p:nvSpPr>
        <p:spPr>
          <a:xfrm>
            <a:off x="576000" y="12816000"/>
            <a:ext cx="4956176" cy="381000"/>
          </a:xfrm>
        </p:spPr>
        <p:txBody>
          <a:bodyPr/>
          <a:lstStyle/>
          <a:p>
            <a:endParaRPr lang="en-US" dirty="0"/>
          </a:p>
        </p:txBody>
      </p:sp>
      <p:sp>
        <p:nvSpPr>
          <p:cNvPr id="6" name="Slide Number">
            <a:extLst>
              <a:ext uri="{FF2B5EF4-FFF2-40B4-BE49-F238E27FC236}">
                <a16:creationId xmlns:a16="http://schemas.microsoft.com/office/drawing/2014/main" id="{9CE74F70-DD3B-B787-1122-8CC2F06AD01A}"/>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17" name="Text Placeholder 6">
            <a:extLst>
              <a:ext uri="{FF2B5EF4-FFF2-40B4-BE49-F238E27FC236}">
                <a16:creationId xmlns:a16="http://schemas.microsoft.com/office/drawing/2014/main" id="{73047254-F916-4821-F269-6EDEB3A3FAD7}"/>
              </a:ext>
            </a:extLst>
          </p:cNvPr>
          <p:cNvSpPr>
            <a:spLocks noGrp="1"/>
          </p:cNvSpPr>
          <p:nvPr>
            <p:ph type="body" sz="quarter" idx="21"/>
          </p:nvPr>
        </p:nvSpPr>
        <p:spPr>
          <a:xfrm>
            <a:off x="576000" y="576072"/>
            <a:ext cx="4942078" cy="3995928"/>
          </a:xfrm>
        </p:spPr>
        <p:txBody>
          <a:bodyPr/>
          <a:lstStyle>
            <a:lvl1pPr>
              <a:defRPr sz="2800">
                <a:solidFill>
                  <a:schemeClr val="tx2"/>
                </a:solidFill>
              </a:defRPr>
            </a:lvl1pPr>
          </a:lstStyle>
          <a:p>
            <a:pPr lvl="0"/>
            <a:r>
              <a:rPr lang="en-GB"/>
              <a:t>Click to edit Master text styles</a:t>
            </a:r>
          </a:p>
        </p:txBody>
      </p:sp>
    </p:spTree>
    <p:extLst>
      <p:ext uri="{BB962C8B-B14F-4D97-AF65-F5344CB8AC3E}">
        <p14:creationId xmlns:p14="http://schemas.microsoft.com/office/powerpoint/2010/main" val="2954362297"/>
      </p:ext>
    </p:extLst>
  </p:cSld>
  <p:clrMapOvr>
    <a:masterClrMapping/>
  </p:clrMapOvr>
  <p:transition spd="med"/>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Boxes, 4 horizontal, large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24353C-7670-AC55-CDA3-888971A5482E}"/>
              </a:ext>
            </a:extLst>
          </p:cNvPr>
          <p:cNvSpPr>
            <a:spLocks noGrp="1"/>
          </p:cNvSpPr>
          <p:nvPr>
            <p:ph type="title"/>
          </p:nvPr>
        </p:nvSpPr>
        <p:spPr>
          <a:xfrm>
            <a:off x="576000" y="384048"/>
            <a:ext cx="11036994" cy="4210177"/>
          </a:xfrm>
        </p:spPr>
        <p:txBody>
          <a:bodyPr rIns="457200"/>
          <a:lstStyle>
            <a:lvl1pPr>
              <a:lnSpc>
                <a:spcPct val="100000"/>
              </a:lnSpc>
              <a:defRPr sz="6800">
                <a:solidFill>
                  <a:schemeClr val="tx2"/>
                </a:solidFill>
              </a:defRPr>
            </a:lvl1pPr>
          </a:lstStyle>
          <a:p>
            <a:r>
              <a:rPr lang="en-GB"/>
              <a:t>Click to edit Master title style</a:t>
            </a:r>
            <a:endParaRPr lang="en-US" dirty="0"/>
          </a:p>
        </p:txBody>
      </p:sp>
      <p:sp>
        <p:nvSpPr>
          <p:cNvPr id="3" name="Footer Placeholder 3">
            <a:extLst>
              <a:ext uri="{FF2B5EF4-FFF2-40B4-BE49-F238E27FC236}">
                <a16:creationId xmlns:a16="http://schemas.microsoft.com/office/drawing/2014/main" id="{A61589D3-5821-F43C-9924-D7FBDD5E84A5}"/>
              </a:ext>
            </a:extLst>
          </p:cNvPr>
          <p:cNvSpPr>
            <a:spLocks noGrp="1"/>
          </p:cNvSpPr>
          <p:nvPr>
            <p:ph type="ftr" sz="quarter" idx="18"/>
          </p:nvPr>
        </p:nvSpPr>
        <p:spPr>
          <a:xfrm>
            <a:off x="581024" y="12823285"/>
            <a:ext cx="4956176" cy="381000"/>
          </a:xfrm>
        </p:spPr>
        <p:txBody>
          <a:bodyPr/>
          <a:lstStyle/>
          <a:p>
            <a:endParaRPr lang="en-US" dirty="0"/>
          </a:p>
        </p:txBody>
      </p:sp>
      <p:sp>
        <p:nvSpPr>
          <p:cNvPr id="6" name="Slide Number">
            <a:extLst>
              <a:ext uri="{FF2B5EF4-FFF2-40B4-BE49-F238E27FC236}">
                <a16:creationId xmlns:a16="http://schemas.microsoft.com/office/drawing/2014/main" id="{9EA471B4-B30A-F4D7-84E4-C54A4D1ACDB2}"/>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4" name="Text Placeholder 10">
            <a:extLst>
              <a:ext uri="{FF2B5EF4-FFF2-40B4-BE49-F238E27FC236}">
                <a16:creationId xmlns:a16="http://schemas.microsoft.com/office/drawing/2014/main" id="{C5CEBFE7-AD2E-DFE8-B046-3B866828612E}"/>
              </a:ext>
            </a:extLst>
          </p:cNvPr>
          <p:cNvSpPr>
            <a:spLocks noGrp="1"/>
          </p:cNvSpPr>
          <p:nvPr>
            <p:ph type="body" sz="quarter" idx="11"/>
          </p:nvPr>
        </p:nvSpPr>
        <p:spPr>
          <a:xfrm>
            <a:off x="576072" y="6675882"/>
            <a:ext cx="4949825" cy="5519293"/>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5" name="Text Placeholder 10">
            <a:extLst>
              <a:ext uri="{FF2B5EF4-FFF2-40B4-BE49-F238E27FC236}">
                <a16:creationId xmlns:a16="http://schemas.microsoft.com/office/drawing/2014/main" id="{42695C8E-740F-09FE-EEF5-F2D3F3F88137}"/>
              </a:ext>
            </a:extLst>
          </p:cNvPr>
          <p:cNvSpPr>
            <a:spLocks noGrp="1"/>
          </p:cNvSpPr>
          <p:nvPr>
            <p:ph type="body" sz="quarter" idx="12"/>
          </p:nvPr>
        </p:nvSpPr>
        <p:spPr>
          <a:xfrm>
            <a:off x="6663241" y="6673851"/>
            <a:ext cx="4949825" cy="5521323"/>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7" name="Text Placeholder 10">
            <a:extLst>
              <a:ext uri="{FF2B5EF4-FFF2-40B4-BE49-F238E27FC236}">
                <a16:creationId xmlns:a16="http://schemas.microsoft.com/office/drawing/2014/main" id="{59937119-9484-C422-CDBB-7ACF8FB463EA}"/>
              </a:ext>
            </a:extLst>
          </p:cNvPr>
          <p:cNvSpPr>
            <a:spLocks noGrp="1"/>
          </p:cNvSpPr>
          <p:nvPr>
            <p:ph type="body" sz="quarter" idx="13"/>
          </p:nvPr>
        </p:nvSpPr>
        <p:spPr>
          <a:xfrm>
            <a:off x="12767760" y="6673851"/>
            <a:ext cx="4949825" cy="5521323"/>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8" name="Text Placeholder 10">
            <a:extLst>
              <a:ext uri="{FF2B5EF4-FFF2-40B4-BE49-F238E27FC236}">
                <a16:creationId xmlns:a16="http://schemas.microsoft.com/office/drawing/2014/main" id="{031FDB97-22F2-B958-137D-E25328D2B01D}"/>
              </a:ext>
            </a:extLst>
          </p:cNvPr>
          <p:cNvSpPr>
            <a:spLocks noGrp="1"/>
          </p:cNvSpPr>
          <p:nvPr>
            <p:ph type="body" sz="quarter" idx="14"/>
          </p:nvPr>
        </p:nvSpPr>
        <p:spPr>
          <a:xfrm>
            <a:off x="18859500" y="6673851"/>
            <a:ext cx="4949825" cy="5521324"/>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Tree>
    <p:extLst>
      <p:ext uri="{BB962C8B-B14F-4D97-AF65-F5344CB8AC3E}">
        <p14:creationId xmlns:p14="http://schemas.microsoft.com/office/powerpoint/2010/main" val="3457828484"/>
      </p:ext>
    </p:extLst>
  </p:cSld>
  <p:clrMapOvr>
    <a:masterClrMapping/>
  </p:clrMapOvr>
  <p:transition spd="med"/>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Boxes, 6 stacke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00" y="576072"/>
            <a:ext cx="4949825" cy="3995928"/>
          </a:xfrm>
        </p:spPr>
        <p:txBody>
          <a:bodyPr/>
          <a:lstStyle>
            <a:lvl1pPr>
              <a:lnSpc>
                <a:spcPct val="110000"/>
              </a:lnSpc>
              <a:defRPr sz="2800">
                <a:solidFill>
                  <a:schemeClr val="tx2"/>
                </a:solidFill>
              </a:defRPr>
            </a:lvl1pPr>
          </a:lstStyle>
          <a:p>
            <a:r>
              <a:rPr lang="en-GB"/>
              <a:t>Click to edit Master title style</a:t>
            </a:r>
            <a:endParaRPr lang="en-US" dirty="0"/>
          </a:p>
        </p:txBody>
      </p:sp>
      <p:sp>
        <p:nvSpPr>
          <p:cNvPr id="14" name="Text Placeholder 9">
            <a:extLst>
              <a:ext uri="{FF2B5EF4-FFF2-40B4-BE49-F238E27FC236}">
                <a16:creationId xmlns:a16="http://schemas.microsoft.com/office/drawing/2014/main" id="{B1D44C30-196F-B4B1-540A-E556579735DB}"/>
              </a:ext>
            </a:extLst>
          </p:cNvPr>
          <p:cNvSpPr>
            <a:spLocks noGrp="1"/>
          </p:cNvSpPr>
          <p:nvPr>
            <p:ph type="body" sz="quarter" idx="20"/>
          </p:nvPr>
        </p:nvSpPr>
        <p:spPr>
          <a:xfrm>
            <a:off x="6666415" y="576071"/>
            <a:ext cx="4956048" cy="4956048"/>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0" name="Text Placeholder 9">
            <a:extLst>
              <a:ext uri="{FF2B5EF4-FFF2-40B4-BE49-F238E27FC236}">
                <a16:creationId xmlns:a16="http://schemas.microsoft.com/office/drawing/2014/main" id="{793A9C8C-F98C-5899-BE8B-D1A544D66C6A}"/>
              </a:ext>
            </a:extLst>
          </p:cNvPr>
          <p:cNvSpPr>
            <a:spLocks noGrp="1"/>
          </p:cNvSpPr>
          <p:nvPr>
            <p:ph type="body" sz="quarter" idx="16"/>
          </p:nvPr>
        </p:nvSpPr>
        <p:spPr>
          <a:xfrm>
            <a:off x="12763500" y="576071"/>
            <a:ext cx="4956048" cy="4956048"/>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3" name="Text Placeholder 12">
            <a:extLst>
              <a:ext uri="{FF2B5EF4-FFF2-40B4-BE49-F238E27FC236}">
                <a16:creationId xmlns:a16="http://schemas.microsoft.com/office/drawing/2014/main" id="{2A62B128-D226-0D9B-89EC-51AFD07F30CF}"/>
              </a:ext>
            </a:extLst>
          </p:cNvPr>
          <p:cNvSpPr>
            <a:spLocks noGrp="1"/>
          </p:cNvSpPr>
          <p:nvPr>
            <p:ph type="body" sz="quarter" idx="17"/>
          </p:nvPr>
        </p:nvSpPr>
        <p:spPr>
          <a:xfrm>
            <a:off x="18859499" y="576071"/>
            <a:ext cx="4946904" cy="4956048"/>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3" name="Footer Placeholder 3">
            <a:extLst>
              <a:ext uri="{FF2B5EF4-FFF2-40B4-BE49-F238E27FC236}">
                <a16:creationId xmlns:a16="http://schemas.microsoft.com/office/drawing/2014/main" id="{06DFE032-E717-840D-774E-AC6218CA01A8}"/>
              </a:ext>
            </a:extLst>
          </p:cNvPr>
          <p:cNvSpPr>
            <a:spLocks noGrp="1"/>
          </p:cNvSpPr>
          <p:nvPr>
            <p:ph type="ftr" sz="quarter" idx="22"/>
          </p:nvPr>
        </p:nvSpPr>
        <p:spPr>
          <a:xfrm>
            <a:off x="581024" y="12823285"/>
            <a:ext cx="4956176" cy="381000"/>
          </a:xfrm>
        </p:spPr>
        <p:txBody>
          <a:bodyPr/>
          <a:lstStyle/>
          <a:p>
            <a:endParaRPr lang="en-US" dirty="0"/>
          </a:p>
        </p:txBody>
      </p:sp>
      <p:sp>
        <p:nvSpPr>
          <p:cNvPr id="7" name="Slide Number">
            <a:extLst>
              <a:ext uri="{FF2B5EF4-FFF2-40B4-BE49-F238E27FC236}">
                <a16:creationId xmlns:a16="http://schemas.microsoft.com/office/drawing/2014/main" id="{219EFD5E-874A-DCAB-55D5-D376C79F2C67}"/>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6" name="Text Placeholder 10">
            <a:extLst>
              <a:ext uri="{FF2B5EF4-FFF2-40B4-BE49-F238E27FC236}">
                <a16:creationId xmlns:a16="http://schemas.microsoft.com/office/drawing/2014/main" id="{0813F20A-BEE4-B8A6-B7C6-A452A39FAD7F}"/>
              </a:ext>
            </a:extLst>
          </p:cNvPr>
          <p:cNvSpPr>
            <a:spLocks noGrp="1"/>
          </p:cNvSpPr>
          <p:nvPr>
            <p:ph type="body" sz="quarter" idx="12"/>
          </p:nvPr>
        </p:nvSpPr>
        <p:spPr>
          <a:xfrm>
            <a:off x="6666415" y="6673850"/>
            <a:ext cx="4956048" cy="4956048"/>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8" name="Text Placeholder 10">
            <a:extLst>
              <a:ext uri="{FF2B5EF4-FFF2-40B4-BE49-F238E27FC236}">
                <a16:creationId xmlns:a16="http://schemas.microsoft.com/office/drawing/2014/main" id="{150973AC-ED14-F5BF-FFA2-3AA73BE9F47C}"/>
              </a:ext>
            </a:extLst>
          </p:cNvPr>
          <p:cNvSpPr>
            <a:spLocks noGrp="1"/>
          </p:cNvSpPr>
          <p:nvPr>
            <p:ph type="body" sz="quarter" idx="13"/>
          </p:nvPr>
        </p:nvSpPr>
        <p:spPr>
          <a:xfrm>
            <a:off x="12763500" y="6673850"/>
            <a:ext cx="4956048" cy="4956048"/>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9" name="Text Placeholder 10">
            <a:extLst>
              <a:ext uri="{FF2B5EF4-FFF2-40B4-BE49-F238E27FC236}">
                <a16:creationId xmlns:a16="http://schemas.microsoft.com/office/drawing/2014/main" id="{BE127C12-10BF-D35C-4112-2B9F89481529}"/>
              </a:ext>
            </a:extLst>
          </p:cNvPr>
          <p:cNvSpPr>
            <a:spLocks noGrp="1"/>
          </p:cNvSpPr>
          <p:nvPr>
            <p:ph type="body" sz="quarter" idx="14"/>
          </p:nvPr>
        </p:nvSpPr>
        <p:spPr>
          <a:xfrm>
            <a:off x="18859499" y="6673850"/>
            <a:ext cx="4946904" cy="4956048"/>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Tree>
    <p:extLst>
      <p:ext uri="{BB962C8B-B14F-4D97-AF65-F5344CB8AC3E}">
        <p14:creationId xmlns:p14="http://schemas.microsoft.com/office/powerpoint/2010/main" val="3156056091"/>
      </p:ext>
    </p:extLst>
  </p:cSld>
  <p:clrMapOvr>
    <a:masterClrMapping/>
  </p:clrMapOvr>
  <p:transition spd="med"/>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Boxes, 6 stacked, icon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3A5819-78ED-4475-16CD-65C8A2C5EC85}"/>
              </a:ext>
            </a:extLst>
          </p:cNvPr>
          <p:cNvSpPr>
            <a:spLocks noGrp="1"/>
          </p:cNvSpPr>
          <p:nvPr>
            <p:ph type="title"/>
          </p:nvPr>
        </p:nvSpPr>
        <p:spPr>
          <a:xfrm>
            <a:off x="576000" y="576072"/>
            <a:ext cx="4949825" cy="3995928"/>
          </a:xfrm>
        </p:spPr>
        <p:txBody>
          <a:bodyPr/>
          <a:lstStyle>
            <a:lvl1pPr>
              <a:lnSpc>
                <a:spcPct val="110000"/>
              </a:lnSpc>
              <a:defRPr sz="2800">
                <a:solidFill>
                  <a:schemeClr val="tx2"/>
                </a:solidFill>
              </a:defRPr>
            </a:lvl1pPr>
          </a:lstStyle>
          <a:p>
            <a:r>
              <a:rPr lang="en-GB"/>
              <a:t>Click to edit Master title style</a:t>
            </a:r>
            <a:endParaRPr lang="en-US" dirty="0"/>
          </a:p>
        </p:txBody>
      </p:sp>
      <p:sp>
        <p:nvSpPr>
          <p:cNvPr id="16" name="Picture Placeholder 15" descr="Place icon here">
            <a:extLst>
              <a:ext uri="{FF2B5EF4-FFF2-40B4-BE49-F238E27FC236}">
                <a16:creationId xmlns:a16="http://schemas.microsoft.com/office/drawing/2014/main" id="{DD1F0C48-79E5-E356-43FC-0FCF2DE89A20}"/>
              </a:ext>
            </a:extLst>
          </p:cNvPr>
          <p:cNvSpPr>
            <a:spLocks noGrp="1"/>
          </p:cNvSpPr>
          <p:nvPr>
            <p:ph type="pic" sz="quarter" idx="17" hasCustomPrompt="1"/>
          </p:nvPr>
        </p:nvSpPr>
        <p:spPr>
          <a:xfrm>
            <a:off x="6667500" y="576072"/>
            <a:ext cx="402336" cy="403225"/>
          </a:xfrm>
        </p:spPr>
        <p:txBody>
          <a:bodyPr/>
          <a:lstStyle>
            <a:lvl1pPr>
              <a:defRPr sz="1400">
                <a:solidFill>
                  <a:schemeClr val="tx1"/>
                </a:solidFill>
              </a:defRPr>
            </a:lvl1pPr>
          </a:lstStyle>
          <a:p>
            <a:r>
              <a:rPr lang="en-US" dirty="0"/>
              <a:t>Icon</a:t>
            </a:r>
          </a:p>
        </p:txBody>
      </p:sp>
      <p:sp>
        <p:nvSpPr>
          <p:cNvPr id="5" name="Text Placeholder 4">
            <a:extLst>
              <a:ext uri="{FF2B5EF4-FFF2-40B4-BE49-F238E27FC236}">
                <a16:creationId xmlns:a16="http://schemas.microsoft.com/office/drawing/2014/main" id="{B3148C06-F3C6-0E95-A225-29F730DD158B}"/>
              </a:ext>
            </a:extLst>
          </p:cNvPr>
          <p:cNvSpPr>
            <a:spLocks noGrp="1"/>
          </p:cNvSpPr>
          <p:nvPr>
            <p:ph type="body" sz="quarter" idx="11"/>
          </p:nvPr>
        </p:nvSpPr>
        <p:spPr>
          <a:xfrm>
            <a:off x="6667499" y="1524000"/>
            <a:ext cx="4956048" cy="3999102"/>
          </a:xfrm>
        </p:spPr>
        <p:txBody>
          <a:bodyPr/>
          <a:lstStyle>
            <a:lvl1pPr>
              <a:lnSpc>
                <a:spcPct val="110000"/>
              </a:lnSpc>
              <a:spcBef>
                <a:spcPts val="0"/>
              </a:spcBef>
              <a:defRPr sz="2400">
                <a:solidFill>
                  <a:schemeClr val="tx1"/>
                </a:solidFill>
              </a:defRPr>
            </a:lvl1pPr>
            <a:lvl2pPr marL="219456" indent="-219456">
              <a:lnSpc>
                <a:spcPct val="110000"/>
              </a:lnSpc>
              <a:spcBef>
                <a:spcPts val="0"/>
              </a:spcBef>
              <a:defRPr sz="2400">
                <a:solidFill>
                  <a:schemeClr val="tx1"/>
                </a:solidFill>
              </a:defRPr>
            </a:lvl2pPr>
            <a:lvl3pPr marL="438912" indent="-219456">
              <a:lnSpc>
                <a:spcPct val="110000"/>
              </a:lnSpc>
              <a:spcBef>
                <a:spcPts val="0"/>
              </a:spcBef>
              <a:defRPr sz="2400">
                <a:solidFill>
                  <a:schemeClr val="tx1"/>
                </a:solidFill>
              </a:defRPr>
            </a:lvl3pPr>
            <a:lvl4pPr marL="658368" indent="-219456">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7" name="Picture Placeholder 15" descr="Place icon here">
            <a:extLst>
              <a:ext uri="{FF2B5EF4-FFF2-40B4-BE49-F238E27FC236}">
                <a16:creationId xmlns:a16="http://schemas.microsoft.com/office/drawing/2014/main" id="{18E9E323-0756-7849-8F52-19C58A517BD5}"/>
              </a:ext>
            </a:extLst>
          </p:cNvPr>
          <p:cNvSpPr>
            <a:spLocks noGrp="1"/>
          </p:cNvSpPr>
          <p:nvPr>
            <p:ph type="pic" sz="quarter" idx="18" hasCustomPrompt="1"/>
          </p:nvPr>
        </p:nvSpPr>
        <p:spPr>
          <a:xfrm>
            <a:off x="12780000" y="576072"/>
            <a:ext cx="402336" cy="403225"/>
          </a:xfrm>
        </p:spPr>
        <p:txBody>
          <a:bodyPr/>
          <a:lstStyle>
            <a:lvl1pPr>
              <a:defRPr sz="1400">
                <a:solidFill>
                  <a:schemeClr val="tx1"/>
                </a:solidFill>
              </a:defRPr>
            </a:lvl1pPr>
          </a:lstStyle>
          <a:p>
            <a:r>
              <a:rPr lang="en-US" dirty="0"/>
              <a:t>Icon</a:t>
            </a:r>
          </a:p>
        </p:txBody>
      </p:sp>
      <p:sp>
        <p:nvSpPr>
          <p:cNvPr id="6" name="Text Placeholder 4">
            <a:extLst>
              <a:ext uri="{FF2B5EF4-FFF2-40B4-BE49-F238E27FC236}">
                <a16:creationId xmlns:a16="http://schemas.microsoft.com/office/drawing/2014/main" id="{81FD5E03-A007-B728-4616-E05622A43A3D}"/>
              </a:ext>
            </a:extLst>
          </p:cNvPr>
          <p:cNvSpPr>
            <a:spLocks noGrp="1"/>
          </p:cNvSpPr>
          <p:nvPr>
            <p:ph type="body" sz="quarter" idx="12"/>
          </p:nvPr>
        </p:nvSpPr>
        <p:spPr>
          <a:xfrm>
            <a:off x="12780000" y="1524000"/>
            <a:ext cx="4953000" cy="3999102"/>
          </a:xfrm>
        </p:spPr>
        <p:txBody>
          <a:bodyPr/>
          <a:lstStyle>
            <a:lvl1pPr>
              <a:lnSpc>
                <a:spcPct val="110000"/>
              </a:lnSpc>
              <a:spcBef>
                <a:spcPts val="0"/>
              </a:spcBef>
              <a:defRPr sz="2400">
                <a:solidFill>
                  <a:schemeClr val="tx1"/>
                </a:solidFill>
              </a:defRPr>
            </a:lvl1pPr>
            <a:lvl2pPr marL="219456" indent="-219456">
              <a:lnSpc>
                <a:spcPct val="110000"/>
              </a:lnSpc>
              <a:spcBef>
                <a:spcPts val="0"/>
              </a:spcBef>
              <a:defRPr sz="2400">
                <a:solidFill>
                  <a:schemeClr val="tx1"/>
                </a:solidFill>
              </a:defRPr>
            </a:lvl2pPr>
            <a:lvl3pPr marL="438912" indent="-219456">
              <a:lnSpc>
                <a:spcPct val="110000"/>
              </a:lnSpc>
              <a:spcBef>
                <a:spcPts val="0"/>
              </a:spcBef>
              <a:defRPr sz="2400">
                <a:solidFill>
                  <a:schemeClr val="tx1"/>
                </a:solidFill>
              </a:defRPr>
            </a:lvl3pPr>
            <a:lvl4pPr marL="658368" indent="-219456">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8" name="Picture Placeholder 15" descr="Place icon here">
            <a:extLst>
              <a:ext uri="{FF2B5EF4-FFF2-40B4-BE49-F238E27FC236}">
                <a16:creationId xmlns:a16="http://schemas.microsoft.com/office/drawing/2014/main" id="{7C3BFFDB-5499-B3D7-98B2-1ABDA7D5C9DD}"/>
              </a:ext>
            </a:extLst>
          </p:cNvPr>
          <p:cNvSpPr>
            <a:spLocks noGrp="1"/>
          </p:cNvSpPr>
          <p:nvPr>
            <p:ph type="pic" sz="quarter" idx="19" hasCustomPrompt="1"/>
          </p:nvPr>
        </p:nvSpPr>
        <p:spPr>
          <a:xfrm>
            <a:off x="18859501" y="576072"/>
            <a:ext cx="402336" cy="403225"/>
          </a:xfrm>
        </p:spPr>
        <p:txBody>
          <a:bodyPr/>
          <a:lstStyle>
            <a:lvl1pPr>
              <a:defRPr sz="1400">
                <a:solidFill>
                  <a:schemeClr val="tx1"/>
                </a:solidFill>
              </a:defRPr>
            </a:lvl1pPr>
          </a:lstStyle>
          <a:p>
            <a:r>
              <a:rPr lang="en-US" dirty="0"/>
              <a:t>Icon</a:t>
            </a:r>
          </a:p>
        </p:txBody>
      </p:sp>
      <p:sp>
        <p:nvSpPr>
          <p:cNvPr id="7" name="Text Placeholder 4">
            <a:extLst>
              <a:ext uri="{FF2B5EF4-FFF2-40B4-BE49-F238E27FC236}">
                <a16:creationId xmlns:a16="http://schemas.microsoft.com/office/drawing/2014/main" id="{EEC06719-7195-BBE7-0154-56A039A4B388}"/>
              </a:ext>
            </a:extLst>
          </p:cNvPr>
          <p:cNvSpPr>
            <a:spLocks noGrp="1"/>
          </p:cNvSpPr>
          <p:nvPr>
            <p:ph type="body" sz="quarter" idx="13"/>
          </p:nvPr>
        </p:nvSpPr>
        <p:spPr>
          <a:xfrm>
            <a:off x="18859501" y="1523999"/>
            <a:ext cx="4946904" cy="3999099"/>
          </a:xfrm>
        </p:spPr>
        <p:txBody>
          <a:bodyPr/>
          <a:lstStyle>
            <a:lvl1pPr>
              <a:lnSpc>
                <a:spcPct val="110000"/>
              </a:lnSpc>
              <a:spcBef>
                <a:spcPts val="0"/>
              </a:spcBef>
              <a:defRPr sz="2400">
                <a:solidFill>
                  <a:schemeClr val="tx1"/>
                </a:solidFill>
              </a:defRPr>
            </a:lvl1pPr>
            <a:lvl2pPr marL="219456" indent="-219456">
              <a:lnSpc>
                <a:spcPct val="110000"/>
              </a:lnSpc>
              <a:spcBef>
                <a:spcPts val="0"/>
              </a:spcBef>
              <a:defRPr sz="2400">
                <a:solidFill>
                  <a:schemeClr val="tx1"/>
                </a:solidFill>
              </a:defRPr>
            </a:lvl2pPr>
            <a:lvl3pPr marL="438912" indent="-219456">
              <a:lnSpc>
                <a:spcPct val="110000"/>
              </a:lnSpc>
              <a:spcBef>
                <a:spcPts val="0"/>
              </a:spcBef>
              <a:defRPr sz="2400">
                <a:solidFill>
                  <a:schemeClr val="tx1"/>
                </a:solidFill>
              </a:defRPr>
            </a:lvl3pPr>
            <a:lvl4pPr marL="658368" indent="-219456">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cxnSp>
        <p:nvCxnSpPr>
          <p:cNvPr id="23" name="Straight Connector 22" descr="Horizontal row divider">
            <a:extLst>
              <a:ext uri="{FF2B5EF4-FFF2-40B4-BE49-F238E27FC236}">
                <a16:creationId xmlns:a16="http://schemas.microsoft.com/office/drawing/2014/main" id="{252CDB94-BA57-B58F-95F0-D406FE34BB40}"/>
              </a:ext>
              <a:ext uri="{C183D7F6-B498-43B3-948B-1728B52AA6E4}">
                <adec:decorative xmlns:adec="http://schemas.microsoft.com/office/drawing/2017/decorative" val="0"/>
              </a:ext>
            </a:extLst>
          </p:cNvPr>
          <p:cNvCxnSpPr>
            <a:cxnSpLocks/>
          </p:cNvCxnSpPr>
          <p:nvPr userDrawn="1"/>
        </p:nvCxnSpPr>
        <p:spPr bwMode="auto">
          <a:xfrm>
            <a:off x="6096000" y="6096000"/>
            <a:ext cx="17722850"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9" name="Picture Placeholder 15" descr="Place icon here">
            <a:extLst>
              <a:ext uri="{FF2B5EF4-FFF2-40B4-BE49-F238E27FC236}">
                <a16:creationId xmlns:a16="http://schemas.microsoft.com/office/drawing/2014/main" id="{C00295A2-8D30-455D-EBB9-FA7A46791936}"/>
              </a:ext>
            </a:extLst>
          </p:cNvPr>
          <p:cNvSpPr>
            <a:spLocks noGrp="1"/>
          </p:cNvSpPr>
          <p:nvPr>
            <p:ph type="pic" sz="quarter" idx="20" hasCustomPrompt="1"/>
          </p:nvPr>
        </p:nvSpPr>
        <p:spPr>
          <a:xfrm>
            <a:off x="6667500" y="6694631"/>
            <a:ext cx="402336" cy="403225"/>
          </a:xfrm>
        </p:spPr>
        <p:txBody>
          <a:bodyPr/>
          <a:lstStyle>
            <a:lvl1pPr>
              <a:defRPr sz="1400">
                <a:solidFill>
                  <a:schemeClr val="tx1"/>
                </a:solidFill>
              </a:defRPr>
            </a:lvl1pPr>
          </a:lstStyle>
          <a:p>
            <a:r>
              <a:rPr lang="en-US" dirty="0"/>
              <a:t>Icon</a:t>
            </a:r>
          </a:p>
        </p:txBody>
      </p:sp>
      <p:sp>
        <p:nvSpPr>
          <p:cNvPr id="8" name="Text Placeholder 4">
            <a:extLst>
              <a:ext uri="{FF2B5EF4-FFF2-40B4-BE49-F238E27FC236}">
                <a16:creationId xmlns:a16="http://schemas.microsoft.com/office/drawing/2014/main" id="{2704E464-B0E0-CDD0-B14B-FA6386285AEC}"/>
              </a:ext>
            </a:extLst>
          </p:cNvPr>
          <p:cNvSpPr>
            <a:spLocks noGrp="1"/>
          </p:cNvSpPr>
          <p:nvPr>
            <p:ph type="body" sz="quarter" idx="14"/>
          </p:nvPr>
        </p:nvSpPr>
        <p:spPr>
          <a:xfrm>
            <a:off x="6667499" y="7623594"/>
            <a:ext cx="4956048" cy="3998295"/>
          </a:xfrm>
        </p:spPr>
        <p:txBody>
          <a:bodyPr/>
          <a:lstStyle>
            <a:lvl1pPr>
              <a:lnSpc>
                <a:spcPct val="110000"/>
              </a:lnSpc>
              <a:spcBef>
                <a:spcPts val="0"/>
              </a:spcBef>
              <a:defRPr sz="2400">
                <a:solidFill>
                  <a:schemeClr val="tx1"/>
                </a:solidFill>
              </a:defRPr>
            </a:lvl1pPr>
            <a:lvl2pPr marL="219456" indent="-219456">
              <a:lnSpc>
                <a:spcPct val="110000"/>
              </a:lnSpc>
              <a:spcBef>
                <a:spcPts val="0"/>
              </a:spcBef>
              <a:defRPr sz="2400">
                <a:solidFill>
                  <a:schemeClr val="tx1"/>
                </a:solidFill>
              </a:defRPr>
            </a:lvl2pPr>
            <a:lvl3pPr marL="438912" indent="-219456">
              <a:lnSpc>
                <a:spcPct val="110000"/>
              </a:lnSpc>
              <a:spcBef>
                <a:spcPts val="0"/>
              </a:spcBef>
              <a:defRPr sz="2400">
                <a:solidFill>
                  <a:schemeClr val="tx1"/>
                </a:solidFill>
              </a:defRPr>
            </a:lvl3pPr>
            <a:lvl4pPr marL="658368" indent="-219456">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20" name="Picture Placeholder 15" descr="Place icon here">
            <a:extLst>
              <a:ext uri="{FF2B5EF4-FFF2-40B4-BE49-F238E27FC236}">
                <a16:creationId xmlns:a16="http://schemas.microsoft.com/office/drawing/2014/main" id="{F30F0F2C-CA19-3A79-4375-EB8A00FA887C}"/>
              </a:ext>
            </a:extLst>
          </p:cNvPr>
          <p:cNvSpPr>
            <a:spLocks noGrp="1"/>
          </p:cNvSpPr>
          <p:nvPr>
            <p:ph type="pic" sz="quarter" idx="21" hasCustomPrompt="1"/>
          </p:nvPr>
        </p:nvSpPr>
        <p:spPr>
          <a:xfrm>
            <a:off x="12780000" y="6694631"/>
            <a:ext cx="402336" cy="403225"/>
          </a:xfrm>
        </p:spPr>
        <p:txBody>
          <a:bodyPr/>
          <a:lstStyle>
            <a:lvl1pPr>
              <a:defRPr sz="1400">
                <a:solidFill>
                  <a:schemeClr val="tx1"/>
                </a:solidFill>
              </a:defRPr>
            </a:lvl1pPr>
          </a:lstStyle>
          <a:p>
            <a:r>
              <a:rPr lang="en-US" dirty="0"/>
              <a:t>Icon</a:t>
            </a:r>
          </a:p>
        </p:txBody>
      </p:sp>
      <p:sp>
        <p:nvSpPr>
          <p:cNvPr id="9" name="Text Placeholder 4">
            <a:extLst>
              <a:ext uri="{FF2B5EF4-FFF2-40B4-BE49-F238E27FC236}">
                <a16:creationId xmlns:a16="http://schemas.microsoft.com/office/drawing/2014/main" id="{E96B64B8-6DA8-8704-DD30-37587B3E6824}"/>
              </a:ext>
            </a:extLst>
          </p:cNvPr>
          <p:cNvSpPr>
            <a:spLocks noGrp="1"/>
          </p:cNvSpPr>
          <p:nvPr>
            <p:ph type="body" sz="quarter" idx="15"/>
          </p:nvPr>
        </p:nvSpPr>
        <p:spPr>
          <a:xfrm>
            <a:off x="12780000" y="7623594"/>
            <a:ext cx="4956048" cy="3998291"/>
          </a:xfrm>
        </p:spPr>
        <p:txBody>
          <a:bodyPr/>
          <a:lstStyle>
            <a:lvl1pPr>
              <a:lnSpc>
                <a:spcPct val="110000"/>
              </a:lnSpc>
              <a:spcBef>
                <a:spcPts val="0"/>
              </a:spcBef>
              <a:defRPr sz="2400">
                <a:solidFill>
                  <a:schemeClr val="tx1"/>
                </a:solidFill>
              </a:defRPr>
            </a:lvl1pPr>
            <a:lvl2pPr marL="219456" indent="-219456">
              <a:lnSpc>
                <a:spcPct val="110000"/>
              </a:lnSpc>
              <a:spcBef>
                <a:spcPts val="0"/>
              </a:spcBef>
              <a:defRPr sz="2400">
                <a:solidFill>
                  <a:schemeClr val="tx1"/>
                </a:solidFill>
              </a:defRPr>
            </a:lvl2pPr>
            <a:lvl3pPr marL="438912" indent="-219456">
              <a:lnSpc>
                <a:spcPct val="110000"/>
              </a:lnSpc>
              <a:spcBef>
                <a:spcPts val="0"/>
              </a:spcBef>
              <a:defRPr sz="2400">
                <a:solidFill>
                  <a:schemeClr val="tx1"/>
                </a:solidFill>
              </a:defRPr>
            </a:lvl3pPr>
            <a:lvl4pPr marL="658368" indent="-219456">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21" name="Picture Placeholder 15" descr="Place icon here">
            <a:extLst>
              <a:ext uri="{FF2B5EF4-FFF2-40B4-BE49-F238E27FC236}">
                <a16:creationId xmlns:a16="http://schemas.microsoft.com/office/drawing/2014/main" id="{9354D8C6-F61D-3FC1-07F8-FEE730E2D7A8}"/>
              </a:ext>
            </a:extLst>
          </p:cNvPr>
          <p:cNvSpPr>
            <a:spLocks noGrp="1"/>
          </p:cNvSpPr>
          <p:nvPr>
            <p:ph type="pic" sz="quarter" idx="22" hasCustomPrompt="1"/>
          </p:nvPr>
        </p:nvSpPr>
        <p:spPr>
          <a:xfrm>
            <a:off x="18859501" y="6694631"/>
            <a:ext cx="402336" cy="403225"/>
          </a:xfrm>
        </p:spPr>
        <p:txBody>
          <a:bodyPr/>
          <a:lstStyle>
            <a:lvl1pPr>
              <a:defRPr sz="1400">
                <a:solidFill>
                  <a:schemeClr val="tx1"/>
                </a:solidFill>
              </a:defRPr>
            </a:lvl1pPr>
          </a:lstStyle>
          <a:p>
            <a:r>
              <a:rPr lang="en-US" dirty="0"/>
              <a:t>Icon</a:t>
            </a:r>
          </a:p>
        </p:txBody>
      </p:sp>
      <p:sp>
        <p:nvSpPr>
          <p:cNvPr id="10" name="Text Placeholder 4">
            <a:extLst>
              <a:ext uri="{FF2B5EF4-FFF2-40B4-BE49-F238E27FC236}">
                <a16:creationId xmlns:a16="http://schemas.microsoft.com/office/drawing/2014/main" id="{AF965C82-A0A6-A670-C10A-6073DD3549EB}"/>
              </a:ext>
            </a:extLst>
          </p:cNvPr>
          <p:cNvSpPr>
            <a:spLocks noGrp="1"/>
          </p:cNvSpPr>
          <p:nvPr>
            <p:ph type="body" sz="quarter" idx="16"/>
          </p:nvPr>
        </p:nvSpPr>
        <p:spPr>
          <a:xfrm>
            <a:off x="18859501" y="7623594"/>
            <a:ext cx="4946904" cy="3998287"/>
          </a:xfrm>
        </p:spPr>
        <p:txBody>
          <a:bodyPr/>
          <a:lstStyle>
            <a:lvl1pPr>
              <a:lnSpc>
                <a:spcPct val="110000"/>
              </a:lnSpc>
              <a:spcBef>
                <a:spcPts val="0"/>
              </a:spcBef>
              <a:defRPr sz="2400">
                <a:solidFill>
                  <a:schemeClr val="tx1"/>
                </a:solidFill>
              </a:defRPr>
            </a:lvl1pPr>
            <a:lvl2pPr marL="219456" indent="-219456">
              <a:lnSpc>
                <a:spcPct val="110000"/>
              </a:lnSpc>
              <a:spcBef>
                <a:spcPts val="0"/>
              </a:spcBef>
              <a:defRPr sz="2400">
                <a:solidFill>
                  <a:schemeClr val="tx1"/>
                </a:solidFill>
              </a:defRPr>
            </a:lvl2pPr>
            <a:lvl3pPr marL="438912" indent="-219456">
              <a:lnSpc>
                <a:spcPct val="110000"/>
              </a:lnSpc>
              <a:spcBef>
                <a:spcPts val="0"/>
              </a:spcBef>
              <a:defRPr sz="2400">
                <a:solidFill>
                  <a:schemeClr val="tx1"/>
                </a:solidFill>
              </a:defRPr>
            </a:lvl3pPr>
            <a:lvl4pPr marL="658368" indent="-219456">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3" name="Footer Placeholder 3">
            <a:extLst>
              <a:ext uri="{FF2B5EF4-FFF2-40B4-BE49-F238E27FC236}">
                <a16:creationId xmlns:a16="http://schemas.microsoft.com/office/drawing/2014/main" id="{56C9A7FC-6BA2-EF1D-18D5-F605D8C7C003}"/>
              </a:ext>
            </a:extLst>
          </p:cNvPr>
          <p:cNvSpPr>
            <a:spLocks noGrp="1"/>
          </p:cNvSpPr>
          <p:nvPr>
            <p:ph type="ftr" sz="quarter" idx="23"/>
          </p:nvPr>
        </p:nvSpPr>
        <p:spPr>
          <a:xfrm>
            <a:off x="576000" y="12816000"/>
            <a:ext cx="4956176" cy="381000"/>
          </a:xfrm>
        </p:spPr>
        <p:txBody>
          <a:bodyPr/>
          <a:lstStyle/>
          <a:p>
            <a:endParaRPr lang="en-US" dirty="0"/>
          </a:p>
        </p:txBody>
      </p:sp>
      <p:sp>
        <p:nvSpPr>
          <p:cNvPr id="12" name="Slide Number">
            <a:extLst>
              <a:ext uri="{FF2B5EF4-FFF2-40B4-BE49-F238E27FC236}">
                <a16:creationId xmlns:a16="http://schemas.microsoft.com/office/drawing/2014/main" id="{C0294F07-890E-B2F9-0CAD-1B5AFB7648AB}"/>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cxnSp>
        <p:nvCxnSpPr>
          <p:cNvPr id="4" name="Straight Connector 3" descr="Vertical column divider">
            <a:extLst>
              <a:ext uri="{FF2B5EF4-FFF2-40B4-BE49-F238E27FC236}">
                <a16:creationId xmlns:a16="http://schemas.microsoft.com/office/drawing/2014/main" id="{0E795639-6102-AB6C-5918-29F86236BFD2}"/>
              </a:ext>
            </a:extLst>
          </p:cNvPr>
          <p:cNvCxnSpPr>
            <a:cxnSpLocks/>
          </p:cNvCxnSpPr>
          <p:nvPr userDrawn="1"/>
        </p:nvCxnSpPr>
        <p:spPr bwMode="auto">
          <a:xfrm>
            <a:off x="6096000" y="570103"/>
            <a:ext cx="0" cy="1162208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1" name="Straight Connector 10" descr="Vertical column divider">
            <a:extLst>
              <a:ext uri="{FF2B5EF4-FFF2-40B4-BE49-F238E27FC236}">
                <a16:creationId xmlns:a16="http://schemas.microsoft.com/office/drawing/2014/main" id="{357E5319-53C7-E291-189E-B5A9A71EC85F}"/>
              </a:ext>
            </a:extLst>
          </p:cNvPr>
          <p:cNvCxnSpPr>
            <a:cxnSpLocks/>
          </p:cNvCxnSpPr>
          <p:nvPr userDrawn="1"/>
        </p:nvCxnSpPr>
        <p:spPr bwMode="auto">
          <a:xfrm>
            <a:off x="12192127" y="570103"/>
            <a:ext cx="0" cy="1162507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3" name="Straight Connector 12" descr="Vertical column divider">
            <a:extLst>
              <a:ext uri="{FF2B5EF4-FFF2-40B4-BE49-F238E27FC236}">
                <a16:creationId xmlns:a16="http://schemas.microsoft.com/office/drawing/2014/main" id="{C5786CF5-FEFB-F111-90C8-4410630FD7A3}"/>
              </a:ext>
            </a:extLst>
          </p:cNvPr>
          <p:cNvCxnSpPr>
            <a:cxnSpLocks/>
          </p:cNvCxnSpPr>
          <p:nvPr userDrawn="1"/>
        </p:nvCxnSpPr>
        <p:spPr bwMode="auto">
          <a:xfrm>
            <a:off x="18288000" y="570103"/>
            <a:ext cx="0" cy="1162208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654205542"/>
      </p:ext>
    </p:extLst>
  </p:cSld>
  <p:clrMapOvr>
    <a:masterClrMapping/>
  </p:clrMapOvr>
  <p:transition spd="med"/>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Boxes, 6 stacked, alternate, large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B3E52F-EEA1-D56F-5E7A-C1983151DCC0}"/>
              </a:ext>
            </a:extLst>
          </p:cNvPr>
          <p:cNvSpPr>
            <a:spLocks noGrp="1"/>
          </p:cNvSpPr>
          <p:nvPr>
            <p:ph type="title"/>
          </p:nvPr>
        </p:nvSpPr>
        <p:spPr>
          <a:xfrm>
            <a:off x="576000" y="384048"/>
            <a:ext cx="11039475" cy="3413126"/>
          </a:xfrm>
        </p:spPr>
        <p:txBody>
          <a:bodyPr rIns="457200"/>
          <a:lstStyle>
            <a:lvl1pPr>
              <a:lnSpc>
                <a:spcPct val="100000"/>
              </a:lnSpc>
              <a:defRPr sz="6800">
                <a:solidFill>
                  <a:schemeClr val="tx2"/>
                </a:solidFill>
              </a:defRPr>
            </a:lvl1pPr>
          </a:lstStyle>
          <a:p>
            <a:r>
              <a:rPr lang="en-GB"/>
              <a:t>Click to edit Master title style</a:t>
            </a:r>
            <a:endParaRPr lang="en-US" dirty="0"/>
          </a:p>
        </p:txBody>
      </p:sp>
      <p:sp>
        <p:nvSpPr>
          <p:cNvPr id="7" name="Text Placeholder 6">
            <a:extLst>
              <a:ext uri="{FF2B5EF4-FFF2-40B4-BE49-F238E27FC236}">
                <a16:creationId xmlns:a16="http://schemas.microsoft.com/office/drawing/2014/main" id="{6D534223-A15F-A9E6-C7FA-95FFDF117A57}"/>
              </a:ext>
            </a:extLst>
          </p:cNvPr>
          <p:cNvSpPr>
            <a:spLocks noGrp="1"/>
          </p:cNvSpPr>
          <p:nvPr>
            <p:ph type="body" sz="quarter" idx="12"/>
          </p:nvPr>
        </p:nvSpPr>
        <p:spPr>
          <a:xfrm>
            <a:off x="12780000" y="576072"/>
            <a:ext cx="4953000" cy="495458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cxnSp>
        <p:nvCxnSpPr>
          <p:cNvPr id="19" name="Straight Connector 18" descr="Vertical column divider">
            <a:extLst>
              <a:ext uri="{FF2B5EF4-FFF2-40B4-BE49-F238E27FC236}">
                <a16:creationId xmlns:a16="http://schemas.microsoft.com/office/drawing/2014/main" id="{B87B78A1-A315-98D3-1692-18AAAF4C6002}"/>
              </a:ext>
              <a:ext uri="{C183D7F6-B498-43B3-948B-1728B52AA6E4}">
                <adec:decorative xmlns:adec="http://schemas.microsoft.com/office/drawing/2017/decorative" val="0"/>
              </a:ext>
            </a:extLst>
          </p:cNvPr>
          <p:cNvCxnSpPr>
            <a:cxnSpLocks/>
          </p:cNvCxnSpPr>
          <p:nvPr userDrawn="1"/>
        </p:nvCxnSpPr>
        <p:spPr bwMode="auto">
          <a:xfrm>
            <a:off x="18288000" y="573138"/>
            <a:ext cx="0" cy="1162203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8" name="Text Placeholder 6">
            <a:extLst>
              <a:ext uri="{FF2B5EF4-FFF2-40B4-BE49-F238E27FC236}">
                <a16:creationId xmlns:a16="http://schemas.microsoft.com/office/drawing/2014/main" id="{C1675E3B-BB72-1CF2-CC6C-1977AEAF5921}"/>
              </a:ext>
            </a:extLst>
          </p:cNvPr>
          <p:cNvSpPr>
            <a:spLocks noGrp="1"/>
          </p:cNvSpPr>
          <p:nvPr userDrawn="1">
            <p:ph type="body" sz="quarter" idx="13"/>
          </p:nvPr>
        </p:nvSpPr>
        <p:spPr>
          <a:xfrm>
            <a:off x="18862675" y="576072"/>
            <a:ext cx="4953000" cy="495458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cxnSp>
        <p:nvCxnSpPr>
          <p:cNvPr id="16" name="Straight Connector 15" descr="Horizontal row divider">
            <a:extLst>
              <a:ext uri="{FF2B5EF4-FFF2-40B4-BE49-F238E27FC236}">
                <a16:creationId xmlns:a16="http://schemas.microsoft.com/office/drawing/2014/main" id="{4F455E69-0B51-1D31-E569-651079398D33}"/>
              </a:ext>
              <a:ext uri="{C183D7F6-B498-43B3-948B-1728B52AA6E4}">
                <adec:decorative xmlns:adec="http://schemas.microsoft.com/office/drawing/2017/decorative" val="0"/>
              </a:ext>
            </a:extLst>
          </p:cNvPr>
          <p:cNvCxnSpPr>
            <a:cxnSpLocks/>
          </p:cNvCxnSpPr>
          <p:nvPr userDrawn="1"/>
        </p:nvCxnSpPr>
        <p:spPr bwMode="auto">
          <a:xfrm>
            <a:off x="576072" y="6096000"/>
            <a:ext cx="23228491"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8" name="Straight Connector 17" descr="Vertical column divider">
            <a:extLst>
              <a:ext uri="{FF2B5EF4-FFF2-40B4-BE49-F238E27FC236}">
                <a16:creationId xmlns:a16="http://schemas.microsoft.com/office/drawing/2014/main" id="{54C560F4-CB2D-6B04-588B-57BB4D4E6DC3}"/>
              </a:ext>
              <a:ext uri="{C183D7F6-B498-43B3-948B-1728B52AA6E4}">
                <adec:decorative xmlns:adec="http://schemas.microsoft.com/office/drawing/2017/decorative" val="0"/>
              </a:ext>
            </a:extLst>
          </p:cNvPr>
          <p:cNvCxnSpPr>
            <a:cxnSpLocks/>
          </p:cNvCxnSpPr>
          <p:nvPr userDrawn="1"/>
        </p:nvCxnSpPr>
        <p:spPr bwMode="auto">
          <a:xfrm>
            <a:off x="6096000" y="6096000"/>
            <a:ext cx="0" cy="6099175"/>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3" name="Footer Placeholder 3">
            <a:extLst>
              <a:ext uri="{FF2B5EF4-FFF2-40B4-BE49-F238E27FC236}">
                <a16:creationId xmlns:a16="http://schemas.microsoft.com/office/drawing/2014/main" id="{59A0B1DF-AF8B-38B3-B47C-60722DFBF162}"/>
              </a:ext>
            </a:extLst>
          </p:cNvPr>
          <p:cNvSpPr>
            <a:spLocks noGrp="1"/>
          </p:cNvSpPr>
          <p:nvPr userDrawn="1">
            <p:ph type="ftr" sz="quarter" idx="18"/>
          </p:nvPr>
        </p:nvSpPr>
        <p:spPr>
          <a:xfrm>
            <a:off x="576000" y="12816000"/>
            <a:ext cx="4956176" cy="381000"/>
          </a:xfrm>
        </p:spPr>
        <p:txBody>
          <a:bodyPr/>
          <a:lstStyle/>
          <a:p>
            <a:endParaRPr lang="en-US" dirty="0"/>
          </a:p>
        </p:txBody>
      </p:sp>
      <p:sp>
        <p:nvSpPr>
          <p:cNvPr id="6" name="Slide Number">
            <a:extLst>
              <a:ext uri="{FF2B5EF4-FFF2-40B4-BE49-F238E27FC236}">
                <a16:creationId xmlns:a16="http://schemas.microsoft.com/office/drawing/2014/main" id="{EFD38FC2-A92F-D3A8-74D5-CE6E95D9C133}"/>
              </a:ext>
            </a:extLst>
          </p:cNvPr>
          <p:cNvSpPr txBox="1">
            <a:spLocks noGrp="1"/>
          </p:cNvSpPr>
          <p:nvPr userDrawn="1">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cxnSp>
        <p:nvCxnSpPr>
          <p:cNvPr id="5" name="Straight Connector 4" descr="Vertical column divider">
            <a:extLst>
              <a:ext uri="{FF2B5EF4-FFF2-40B4-BE49-F238E27FC236}">
                <a16:creationId xmlns:a16="http://schemas.microsoft.com/office/drawing/2014/main" id="{A5B6E0FE-2F6F-9D77-9834-2DF9E13E2262}"/>
              </a:ext>
            </a:extLst>
          </p:cNvPr>
          <p:cNvCxnSpPr>
            <a:cxnSpLocks/>
          </p:cNvCxnSpPr>
          <p:nvPr userDrawn="1"/>
        </p:nvCxnSpPr>
        <p:spPr bwMode="auto">
          <a:xfrm>
            <a:off x="12192127" y="570103"/>
            <a:ext cx="0" cy="1162507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9" name="Text Placeholder 10">
            <a:extLst>
              <a:ext uri="{FF2B5EF4-FFF2-40B4-BE49-F238E27FC236}">
                <a16:creationId xmlns:a16="http://schemas.microsoft.com/office/drawing/2014/main" id="{022E65FD-CDEF-1AA2-2521-5B200BF4B6BD}"/>
              </a:ext>
            </a:extLst>
          </p:cNvPr>
          <p:cNvSpPr>
            <a:spLocks noGrp="1"/>
          </p:cNvSpPr>
          <p:nvPr>
            <p:ph type="body" sz="quarter" idx="11"/>
          </p:nvPr>
        </p:nvSpPr>
        <p:spPr>
          <a:xfrm>
            <a:off x="576072" y="6675882"/>
            <a:ext cx="4949825" cy="5519293"/>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0" name="Text Placeholder 10">
            <a:extLst>
              <a:ext uri="{FF2B5EF4-FFF2-40B4-BE49-F238E27FC236}">
                <a16:creationId xmlns:a16="http://schemas.microsoft.com/office/drawing/2014/main" id="{83C43A7A-FFA5-D00F-7BEB-AA5C5DA6FB8E}"/>
              </a:ext>
            </a:extLst>
          </p:cNvPr>
          <p:cNvSpPr>
            <a:spLocks noGrp="1"/>
          </p:cNvSpPr>
          <p:nvPr>
            <p:ph type="body" sz="quarter" idx="19"/>
          </p:nvPr>
        </p:nvSpPr>
        <p:spPr>
          <a:xfrm>
            <a:off x="6663241" y="6673851"/>
            <a:ext cx="4949825" cy="5521323"/>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1" name="Text Placeholder 10">
            <a:extLst>
              <a:ext uri="{FF2B5EF4-FFF2-40B4-BE49-F238E27FC236}">
                <a16:creationId xmlns:a16="http://schemas.microsoft.com/office/drawing/2014/main" id="{6558C27E-CF79-F761-3827-DA392178DC8E}"/>
              </a:ext>
            </a:extLst>
          </p:cNvPr>
          <p:cNvSpPr>
            <a:spLocks noGrp="1"/>
          </p:cNvSpPr>
          <p:nvPr>
            <p:ph type="body" sz="quarter" idx="20"/>
          </p:nvPr>
        </p:nvSpPr>
        <p:spPr>
          <a:xfrm>
            <a:off x="12780000" y="6673851"/>
            <a:ext cx="4949825" cy="5521323"/>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2" name="Text Placeholder 10">
            <a:extLst>
              <a:ext uri="{FF2B5EF4-FFF2-40B4-BE49-F238E27FC236}">
                <a16:creationId xmlns:a16="http://schemas.microsoft.com/office/drawing/2014/main" id="{C0BF9C6F-22AC-2FF0-D8C9-37373CDEB3A5}"/>
              </a:ext>
            </a:extLst>
          </p:cNvPr>
          <p:cNvSpPr>
            <a:spLocks noGrp="1"/>
          </p:cNvSpPr>
          <p:nvPr>
            <p:ph type="body" sz="quarter" idx="14"/>
          </p:nvPr>
        </p:nvSpPr>
        <p:spPr>
          <a:xfrm>
            <a:off x="18859500" y="6673851"/>
            <a:ext cx="4949825" cy="5521324"/>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Tree>
    <p:extLst>
      <p:ext uri="{BB962C8B-B14F-4D97-AF65-F5344CB8AC3E}">
        <p14:creationId xmlns:p14="http://schemas.microsoft.com/office/powerpoint/2010/main" val="784512172"/>
      </p:ext>
    </p:extLst>
  </p:cSld>
  <p:clrMapOvr>
    <a:masterClrMapping/>
  </p:clrMapOvr>
  <p:transition spd="med"/>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Boxes, 6 stacked, alternate, small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B3E52F-EEA1-D56F-5E7A-C1983151DCC0}"/>
              </a:ext>
            </a:extLst>
          </p:cNvPr>
          <p:cNvSpPr>
            <a:spLocks noGrp="1"/>
          </p:cNvSpPr>
          <p:nvPr>
            <p:ph type="title"/>
          </p:nvPr>
        </p:nvSpPr>
        <p:spPr>
          <a:xfrm>
            <a:off x="576000" y="576072"/>
            <a:ext cx="4949825" cy="3413126"/>
          </a:xfrm>
        </p:spPr>
        <p:txBody>
          <a:bodyPr rIns="0"/>
          <a:lstStyle>
            <a:lvl1pPr>
              <a:lnSpc>
                <a:spcPct val="110000"/>
              </a:lnSpc>
              <a:defRPr sz="3600">
                <a:solidFill>
                  <a:schemeClr val="tx2"/>
                </a:solidFill>
              </a:defRPr>
            </a:lvl1pPr>
          </a:lstStyle>
          <a:p>
            <a:r>
              <a:rPr lang="en-GB"/>
              <a:t>Click to edit Master title style</a:t>
            </a:r>
            <a:endParaRPr lang="en-US" dirty="0"/>
          </a:p>
        </p:txBody>
      </p:sp>
      <p:sp>
        <p:nvSpPr>
          <p:cNvPr id="7" name="Text Placeholder 6">
            <a:extLst>
              <a:ext uri="{FF2B5EF4-FFF2-40B4-BE49-F238E27FC236}">
                <a16:creationId xmlns:a16="http://schemas.microsoft.com/office/drawing/2014/main" id="{6D534223-A15F-A9E6-C7FA-95FFDF117A57}"/>
              </a:ext>
            </a:extLst>
          </p:cNvPr>
          <p:cNvSpPr>
            <a:spLocks noGrp="1"/>
          </p:cNvSpPr>
          <p:nvPr>
            <p:ph type="body" sz="quarter" idx="12"/>
          </p:nvPr>
        </p:nvSpPr>
        <p:spPr>
          <a:xfrm>
            <a:off x="12780000" y="576072"/>
            <a:ext cx="4953000" cy="495458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8" name="Text Placeholder 6">
            <a:extLst>
              <a:ext uri="{FF2B5EF4-FFF2-40B4-BE49-F238E27FC236}">
                <a16:creationId xmlns:a16="http://schemas.microsoft.com/office/drawing/2014/main" id="{C1675E3B-BB72-1CF2-CC6C-1977AEAF5921}"/>
              </a:ext>
            </a:extLst>
          </p:cNvPr>
          <p:cNvSpPr>
            <a:spLocks noGrp="1"/>
          </p:cNvSpPr>
          <p:nvPr>
            <p:ph type="body" sz="quarter" idx="13"/>
          </p:nvPr>
        </p:nvSpPr>
        <p:spPr>
          <a:xfrm>
            <a:off x="18862675" y="576072"/>
            <a:ext cx="4953000" cy="495458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3" name="Footer Placeholder 3">
            <a:extLst>
              <a:ext uri="{FF2B5EF4-FFF2-40B4-BE49-F238E27FC236}">
                <a16:creationId xmlns:a16="http://schemas.microsoft.com/office/drawing/2014/main" id="{7C192388-DAC3-247F-4457-03A65F8CDF36}"/>
              </a:ext>
            </a:extLst>
          </p:cNvPr>
          <p:cNvSpPr>
            <a:spLocks noGrp="1"/>
          </p:cNvSpPr>
          <p:nvPr>
            <p:ph type="ftr" sz="quarter" idx="18"/>
          </p:nvPr>
        </p:nvSpPr>
        <p:spPr>
          <a:xfrm>
            <a:off x="576000" y="12816000"/>
            <a:ext cx="4956176" cy="381000"/>
          </a:xfrm>
        </p:spPr>
        <p:txBody>
          <a:bodyPr/>
          <a:lstStyle/>
          <a:p>
            <a:endParaRPr lang="en-US" dirty="0"/>
          </a:p>
        </p:txBody>
      </p:sp>
      <p:sp>
        <p:nvSpPr>
          <p:cNvPr id="6" name="Slide Number">
            <a:extLst>
              <a:ext uri="{FF2B5EF4-FFF2-40B4-BE49-F238E27FC236}">
                <a16:creationId xmlns:a16="http://schemas.microsoft.com/office/drawing/2014/main" id="{72D75691-23B7-FADC-4357-CB3662EB3779}"/>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cxnSp>
        <p:nvCxnSpPr>
          <p:cNvPr id="5" name="Straight Connector 4" descr="Vertical column divider">
            <a:extLst>
              <a:ext uri="{FF2B5EF4-FFF2-40B4-BE49-F238E27FC236}">
                <a16:creationId xmlns:a16="http://schemas.microsoft.com/office/drawing/2014/main" id="{CB17488F-3B5A-CD3F-8D89-787477C1F946}"/>
              </a:ext>
              <a:ext uri="{C183D7F6-B498-43B3-948B-1728B52AA6E4}">
                <adec:decorative xmlns:adec="http://schemas.microsoft.com/office/drawing/2017/decorative" val="0"/>
              </a:ext>
            </a:extLst>
          </p:cNvPr>
          <p:cNvCxnSpPr>
            <a:cxnSpLocks/>
          </p:cNvCxnSpPr>
          <p:nvPr userDrawn="1"/>
        </p:nvCxnSpPr>
        <p:spPr bwMode="auto">
          <a:xfrm>
            <a:off x="18288000" y="573138"/>
            <a:ext cx="0" cy="1162203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3" name="Straight Connector 12" descr="Horizontal row divider">
            <a:extLst>
              <a:ext uri="{FF2B5EF4-FFF2-40B4-BE49-F238E27FC236}">
                <a16:creationId xmlns:a16="http://schemas.microsoft.com/office/drawing/2014/main" id="{7B2108DD-FE3A-F98C-D857-CDFA3DAD9666}"/>
              </a:ext>
              <a:ext uri="{C183D7F6-B498-43B3-948B-1728B52AA6E4}">
                <adec:decorative xmlns:adec="http://schemas.microsoft.com/office/drawing/2017/decorative" val="0"/>
              </a:ext>
            </a:extLst>
          </p:cNvPr>
          <p:cNvCxnSpPr>
            <a:cxnSpLocks/>
          </p:cNvCxnSpPr>
          <p:nvPr userDrawn="1"/>
        </p:nvCxnSpPr>
        <p:spPr bwMode="auto">
          <a:xfrm>
            <a:off x="576072" y="6096000"/>
            <a:ext cx="23228491"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4" name="Straight Connector 13" descr="Vertical column divider">
            <a:extLst>
              <a:ext uri="{FF2B5EF4-FFF2-40B4-BE49-F238E27FC236}">
                <a16:creationId xmlns:a16="http://schemas.microsoft.com/office/drawing/2014/main" id="{03D0E68D-02AF-474A-3224-FF5108D23382}"/>
              </a:ext>
              <a:ext uri="{C183D7F6-B498-43B3-948B-1728B52AA6E4}">
                <adec:decorative xmlns:adec="http://schemas.microsoft.com/office/drawing/2017/decorative" val="0"/>
              </a:ext>
            </a:extLst>
          </p:cNvPr>
          <p:cNvCxnSpPr>
            <a:cxnSpLocks/>
          </p:cNvCxnSpPr>
          <p:nvPr userDrawn="1"/>
        </p:nvCxnSpPr>
        <p:spPr bwMode="auto">
          <a:xfrm>
            <a:off x="6096000" y="6083300"/>
            <a:ext cx="0" cy="6111875"/>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5" name="Straight Connector 14" descr="Vertical column divider">
            <a:extLst>
              <a:ext uri="{FF2B5EF4-FFF2-40B4-BE49-F238E27FC236}">
                <a16:creationId xmlns:a16="http://schemas.microsoft.com/office/drawing/2014/main" id="{5600EFDE-928F-B419-8585-5582A68373F2}"/>
              </a:ext>
            </a:extLst>
          </p:cNvPr>
          <p:cNvCxnSpPr>
            <a:cxnSpLocks/>
          </p:cNvCxnSpPr>
          <p:nvPr userDrawn="1"/>
        </p:nvCxnSpPr>
        <p:spPr bwMode="auto">
          <a:xfrm>
            <a:off x="12192127" y="570103"/>
            <a:ext cx="0" cy="1162507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6" name="Text Placeholder 10">
            <a:extLst>
              <a:ext uri="{FF2B5EF4-FFF2-40B4-BE49-F238E27FC236}">
                <a16:creationId xmlns:a16="http://schemas.microsoft.com/office/drawing/2014/main" id="{5C1B1885-0510-1907-4EAD-DB9018C133E5}"/>
              </a:ext>
            </a:extLst>
          </p:cNvPr>
          <p:cNvSpPr>
            <a:spLocks noGrp="1"/>
          </p:cNvSpPr>
          <p:nvPr>
            <p:ph type="body" sz="quarter" idx="11"/>
          </p:nvPr>
        </p:nvSpPr>
        <p:spPr>
          <a:xfrm>
            <a:off x="576072" y="6675882"/>
            <a:ext cx="4949825" cy="5519293"/>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7" name="Text Placeholder 10">
            <a:extLst>
              <a:ext uri="{FF2B5EF4-FFF2-40B4-BE49-F238E27FC236}">
                <a16:creationId xmlns:a16="http://schemas.microsoft.com/office/drawing/2014/main" id="{5804D2DB-0651-E704-D761-49FB6352B7C3}"/>
              </a:ext>
            </a:extLst>
          </p:cNvPr>
          <p:cNvSpPr>
            <a:spLocks noGrp="1"/>
          </p:cNvSpPr>
          <p:nvPr>
            <p:ph type="body" sz="quarter" idx="19"/>
          </p:nvPr>
        </p:nvSpPr>
        <p:spPr>
          <a:xfrm>
            <a:off x="6663241" y="6673851"/>
            <a:ext cx="4949825" cy="5521323"/>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8" name="Text Placeholder 10">
            <a:extLst>
              <a:ext uri="{FF2B5EF4-FFF2-40B4-BE49-F238E27FC236}">
                <a16:creationId xmlns:a16="http://schemas.microsoft.com/office/drawing/2014/main" id="{9900EBA3-CCC2-CE83-A620-B68ADAF8371C}"/>
              </a:ext>
            </a:extLst>
          </p:cNvPr>
          <p:cNvSpPr>
            <a:spLocks noGrp="1"/>
          </p:cNvSpPr>
          <p:nvPr>
            <p:ph type="body" sz="quarter" idx="20"/>
          </p:nvPr>
        </p:nvSpPr>
        <p:spPr>
          <a:xfrm>
            <a:off x="12780000" y="6673851"/>
            <a:ext cx="4949825" cy="5521323"/>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9" name="Text Placeholder 10">
            <a:extLst>
              <a:ext uri="{FF2B5EF4-FFF2-40B4-BE49-F238E27FC236}">
                <a16:creationId xmlns:a16="http://schemas.microsoft.com/office/drawing/2014/main" id="{FAB4091C-FF62-7BAF-B996-F22392D5E709}"/>
              </a:ext>
            </a:extLst>
          </p:cNvPr>
          <p:cNvSpPr>
            <a:spLocks noGrp="1"/>
          </p:cNvSpPr>
          <p:nvPr>
            <p:ph type="body" sz="quarter" idx="14"/>
          </p:nvPr>
        </p:nvSpPr>
        <p:spPr>
          <a:xfrm>
            <a:off x="18859500" y="6673851"/>
            <a:ext cx="4949825" cy="5521324"/>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Tree>
    <p:extLst>
      <p:ext uri="{BB962C8B-B14F-4D97-AF65-F5344CB8AC3E}">
        <p14:creationId xmlns:p14="http://schemas.microsoft.com/office/powerpoint/2010/main" val="171212167"/>
      </p:ext>
    </p:extLst>
  </p:cSld>
  <p:clrMapOvr>
    <a:masterClrMapping/>
  </p:clrMapOvr>
  <p:transition spd="med"/>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Video or imagery, half, inse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00" y="576072"/>
            <a:ext cx="4949825" cy="1525588"/>
          </a:xfrm>
        </p:spPr>
        <p:txBody>
          <a:bodyPr/>
          <a:lstStyle>
            <a:lvl1pPr>
              <a:lnSpc>
                <a:spcPct val="110000"/>
              </a:lnSpc>
              <a:defRPr sz="2800">
                <a:solidFill>
                  <a:schemeClr val="tx2"/>
                </a:solidFill>
              </a:defRPr>
            </a:lvl1pPr>
          </a:lstStyle>
          <a:p>
            <a:r>
              <a:rPr lang="en-GB"/>
              <a:t>Click to edit Master title style</a:t>
            </a:r>
            <a:endParaRPr lang="en-US" dirty="0"/>
          </a:p>
        </p:txBody>
      </p:sp>
      <p:sp>
        <p:nvSpPr>
          <p:cNvPr id="6" name="Text Placeholder 5">
            <a:extLst>
              <a:ext uri="{FF2B5EF4-FFF2-40B4-BE49-F238E27FC236}">
                <a16:creationId xmlns:a16="http://schemas.microsoft.com/office/drawing/2014/main" id="{28FE37E5-0FED-B2B2-3150-F02A8956CD38}"/>
              </a:ext>
            </a:extLst>
          </p:cNvPr>
          <p:cNvSpPr>
            <a:spLocks noGrp="1"/>
          </p:cNvSpPr>
          <p:nvPr>
            <p:ph type="body" sz="quarter" idx="12"/>
          </p:nvPr>
        </p:nvSpPr>
        <p:spPr>
          <a:xfrm>
            <a:off x="576000" y="3041649"/>
            <a:ext cx="4946904" cy="9153525"/>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7" name="Text Placeholder 5">
            <a:extLst>
              <a:ext uri="{FF2B5EF4-FFF2-40B4-BE49-F238E27FC236}">
                <a16:creationId xmlns:a16="http://schemas.microsoft.com/office/drawing/2014/main" id="{88F00625-4E10-D884-2256-56B294B4BA89}"/>
              </a:ext>
            </a:extLst>
          </p:cNvPr>
          <p:cNvSpPr>
            <a:spLocks noGrp="1"/>
          </p:cNvSpPr>
          <p:nvPr>
            <p:ph type="body" sz="quarter" idx="13"/>
          </p:nvPr>
        </p:nvSpPr>
        <p:spPr>
          <a:xfrm>
            <a:off x="6670675" y="3041649"/>
            <a:ext cx="4951413" cy="9153525"/>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5" name="Picture Placeholder 10" descr="Place imagery here">
            <a:extLst>
              <a:ext uri="{FF2B5EF4-FFF2-40B4-BE49-F238E27FC236}">
                <a16:creationId xmlns:a16="http://schemas.microsoft.com/office/drawing/2014/main" id="{468A48E8-BE84-7972-AB73-8E31C1C13499}"/>
              </a:ext>
            </a:extLst>
          </p:cNvPr>
          <p:cNvSpPr>
            <a:spLocks noGrp="1"/>
          </p:cNvSpPr>
          <p:nvPr>
            <p:ph type="pic" sz="quarter" idx="15" hasCustomPrompt="1"/>
          </p:nvPr>
        </p:nvSpPr>
        <p:spPr>
          <a:xfrm>
            <a:off x="12763500" y="576073"/>
            <a:ext cx="11041253" cy="12571602"/>
          </a:xfrm>
          <a:solidFill>
            <a:srgbClr val="E0E0E0"/>
          </a:solidFill>
        </p:spPr>
        <p:txBody>
          <a:bodyPr anchor="ctr"/>
          <a:lstStyle>
            <a:lvl1pPr algn="ctr">
              <a:defRPr>
                <a:solidFill>
                  <a:schemeClr val="accent5"/>
                </a:solidFill>
              </a:defRPr>
            </a:lvl1pPr>
          </a:lstStyle>
          <a:p>
            <a:r>
              <a:rPr lang="en-US" dirty="0"/>
              <a:t>Place imagery here</a:t>
            </a:r>
          </a:p>
        </p:txBody>
      </p:sp>
      <p:sp>
        <p:nvSpPr>
          <p:cNvPr id="3" name="Footer Placeholder 3">
            <a:extLst>
              <a:ext uri="{FF2B5EF4-FFF2-40B4-BE49-F238E27FC236}">
                <a16:creationId xmlns:a16="http://schemas.microsoft.com/office/drawing/2014/main" id="{765F8DDE-78BD-E2B6-1CAB-2A9EF14E9F71}"/>
              </a:ext>
            </a:extLst>
          </p:cNvPr>
          <p:cNvSpPr>
            <a:spLocks noGrp="1"/>
          </p:cNvSpPr>
          <p:nvPr>
            <p:ph type="ftr" sz="quarter" idx="18"/>
          </p:nvPr>
        </p:nvSpPr>
        <p:spPr>
          <a:xfrm>
            <a:off x="576000" y="12816000"/>
            <a:ext cx="4956176" cy="381000"/>
          </a:xfrm>
        </p:spPr>
        <p:txBody>
          <a:bodyPr/>
          <a:lstStyle/>
          <a:p>
            <a:endParaRPr lang="en-US" dirty="0"/>
          </a:p>
        </p:txBody>
      </p:sp>
    </p:spTree>
    <p:extLst>
      <p:ext uri="{BB962C8B-B14F-4D97-AF65-F5344CB8AC3E}">
        <p14:creationId xmlns:p14="http://schemas.microsoft.com/office/powerpoint/2010/main" val="3224836230"/>
      </p:ext>
    </p:extLst>
  </p:cSld>
  <p:clrMapOvr>
    <a:masterClrMapping/>
  </p:clrMapOvr>
  <p:transition spd="med"/>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Video or imagery, 3/4, blee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00" y="576072"/>
            <a:ext cx="4949825" cy="1525588"/>
          </a:xfrm>
        </p:spPr>
        <p:txBody>
          <a:bodyPr/>
          <a:lstStyle>
            <a:lvl1pPr>
              <a:lnSpc>
                <a:spcPct val="110000"/>
              </a:lnSpc>
              <a:defRPr sz="2800">
                <a:solidFill>
                  <a:schemeClr val="tx2"/>
                </a:solidFill>
              </a:defRPr>
            </a:lvl1pPr>
          </a:lstStyle>
          <a:p>
            <a:r>
              <a:rPr lang="en-GB"/>
              <a:t>Click to edit Master title style</a:t>
            </a:r>
            <a:endParaRPr lang="en-US" dirty="0"/>
          </a:p>
        </p:txBody>
      </p:sp>
      <p:sp>
        <p:nvSpPr>
          <p:cNvPr id="6" name="Text Placeholder 5">
            <a:extLst>
              <a:ext uri="{FF2B5EF4-FFF2-40B4-BE49-F238E27FC236}">
                <a16:creationId xmlns:a16="http://schemas.microsoft.com/office/drawing/2014/main" id="{75EDE688-75EF-DA04-F0B3-24F53FFC6BAF}"/>
              </a:ext>
            </a:extLst>
          </p:cNvPr>
          <p:cNvSpPr>
            <a:spLocks noGrp="1"/>
          </p:cNvSpPr>
          <p:nvPr>
            <p:ph type="body" sz="quarter" idx="13"/>
          </p:nvPr>
        </p:nvSpPr>
        <p:spPr>
          <a:xfrm>
            <a:off x="576000" y="3041649"/>
            <a:ext cx="4956175" cy="9153525"/>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2" name="Picture Placeholder 11" descr="Place imagery here">
            <a:extLst>
              <a:ext uri="{FF2B5EF4-FFF2-40B4-BE49-F238E27FC236}">
                <a16:creationId xmlns:a16="http://schemas.microsoft.com/office/drawing/2014/main" id="{DE390102-FDF4-C834-3F45-02B57A70ADB2}"/>
              </a:ext>
            </a:extLst>
          </p:cNvPr>
          <p:cNvSpPr>
            <a:spLocks noGrp="1"/>
          </p:cNvSpPr>
          <p:nvPr>
            <p:ph type="pic" sz="quarter" idx="14" hasCustomPrompt="1"/>
          </p:nvPr>
        </p:nvSpPr>
        <p:spPr>
          <a:xfrm>
            <a:off x="6096000" y="0"/>
            <a:ext cx="18291175" cy="13716000"/>
          </a:xfrm>
          <a:solidFill>
            <a:srgbClr val="E0E0E0"/>
          </a:solidFill>
        </p:spPr>
        <p:txBody>
          <a:bodyPr anchor="ctr"/>
          <a:lstStyle>
            <a:lvl1pPr algn="ctr">
              <a:defRPr>
                <a:solidFill>
                  <a:schemeClr val="accent5"/>
                </a:solidFill>
              </a:defRPr>
            </a:lvl1pPr>
          </a:lstStyle>
          <a:p>
            <a:r>
              <a:rPr lang="en-US" dirty="0"/>
              <a:t>Place imagery here</a:t>
            </a:r>
          </a:p>
        </p:txBody>
      </p:sp>
      <p:sp>
        <p:nvSpPr>
          <p:cNvPr id="5" name="Footer Placeholder 3">
            <a:extLst>
              <a:ext uri="{FF2B5EF4-FFF2-40B4-BE49-F238E27FC236}">
                <a16:creationId xmlns:a16="http://schemas.microsoft.com/office/drawing/2014/main" id="{7B09C899-A6D4-3826-EAB8-A75F78607CE3}"/>
              </a:ext>
            </a:extLst>
          </p:cNvPr>
          <p:cNvSpPr>
            <a:spLocks noGrp="1"/>
          </p:cNvSpPr>
          <p:nvPr>
            <p:ph type="ftr" sz="quarter" idx="18"/>
          </p:nvPr>
        </p:nvSpPr>
        <p:spPr>
          <a:xfrm>
            <a:off x="576000" y="12816000"/>
            <a:ext cx="4956176" cy="381000"/>
          </a:xfrm>
        </p:spPr>
        <p:txBody>
          <a:bodyPr/>
          <a:lstStyle/>
          <a:p>
            <a:endParaRPr lang="en-US" dirty="0"/>
          </a:p>
        </p:txBody>
      </p:sp>
      <p:sp>
        <p:nvSpPr>
          <p:cNvPr id="7" name="Slide Number">
            <a:extLst>
              <a:ext uri="{FF2B5EF4-FFF2-40B4-BE49-F238E27FC236}">
                <a16:creationId xmlns:a16="http://schemas.microsoft.com/office/drawing/2014/main" id="{BEB46264-65A0-272C-CC19-DCA9B586608B}"/>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2830154425"/>
      </p:ext>
    </p:extLst>
  </p:cSld>
  <p:clrMapOvr>
    <a:masterClrMapping/>
  </p:clrMapOvr>
  <p:transition spd="med"/>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Video or imagery, 3/4, inse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00" y="576072"/>
            <a:ext cx="4949825" cy="1525588"/>
          </a:xfrm>
        </p:spPr>
        <p:txBody>
          <a:bodyPr/>
          <a:lstStyle>
            <a:lvl1pPr>
              <a:lnSpc>
                <a:spcPct val="110000"/>
              </a:lnSpc>
              <a:defRPr sz="2800">
                <a:solidFill>
                  <a:schemeClr val="tx2"/>
                </a:solidFill>
              </a:defRPr>
            </a:lvl1pPr>
          </a:lstStyle>
          <a:p>
            <a:r>
              <a:rPr lang="en-GB"/>
              <a:t>Click to edit Master title style</a:t>
            </a:r>
            <a:endParaRPr lang="en-US" dirty="0"/>
          </a:p>
        </p:txBody>
      </p:sp>
      <p:sp>
        <p:nvSpPr>
          <p:cNvPr id="6" name="Text Placeholder 5">
            <a:extLst>
              <a:ext uri="{FF2B5EF4-FFF2-40B4-BE49-F238E27FC236}">
                <a16:creationId xmlns:a16="http://schemas.microsoft.com/office/drawing/2014/main" id="{28FE37E5-0FED-B2B2-3150-F02A8956CD38}"/>
              </a:ext>
            </a:extLst>
          </p:cNvPr>
          <p:cNvSpPr>
            <a:spLocks noGrp="1"/>
          </p:cNvSpPr>
          <p:nvPr>
            <p:ph type="body" sz="quarter" idx="12"/>
          </p:nvPr>
        </p:nvSpPr>
        <p:spPr>
          <a:xfrm>
            <a:off x="576000" y="3041649"/>
            <a:ext cx="4956175" cy="9153525"/>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7" name="Picture Placeholder 6" descr="Place imagery here">
            <a:extLst>
              <a:ext uri="{FF2B5EF4-FFF2-40B4-BE49-F238E27FC236}">
                <a16:creationId xmlns:a16="http://schemas.microsoft.com/office/drawing/2014/main" id="{CC70703B-65B6-4B78-8B7C-73857A06C3A8}"/>
              </a:ext>
            </a:extLst>
          </p:cNvPr>
          <p:cNvSpPr>
            <a:spLocks noGrp="1"/>
          </p:cNvSpPr>
          <p:nvPr>
            <p:ph type="pic" sz="quarter" idx="14" hasCustomPrompt="1"/>
          </p:nvPr>
        </p:nvSpPr>
        <p:spPr>
          <a:xfrm>
            <a:off x="6667500" y="571500"/>
            <a:ext cx="17137063" cy="12579350"/>
          </a:xfrm>
          <a:solidFill>
            <a:srgbClr val="E0E0E0"/>
          </a:solidFill>
        </p:spPr>
        <p:txBody>
          <a:bodyPr anchor="ctr"/>
          <a:lstStyle>
            <a:lvl1pPr algn="ctr">
              <a:defRPr>
                <a:solidFill>
                  <a:schemeClr val="accent5"/>
                </a:solidFill>
              </a:defRPr>
            </a:lvl1pPr>
          </a:lstStyle>
          <a:p>
            <a:r>
              <a:rPr lang="en-US" dirty="0"/>
              <a:t>Place imagery here</a:t>
            </a:r>
          </a:p>
        </p:txBody>
      </p:sp>
      <p:sp>
        <p:nvSpPr>
          <p:cNvPr id="3" name="Footer Placeholder 3">
            <a:extLst>
              <a:ext uri="{FF2B5EF4-FFF2-40B4-BE49-F238E27FC236}">
                <a16:creationId xmlns:a16="http://schemas.microsoft.com/office/drawing/2014/main" id="{547D5110-D587-CC11-18F6-FEB7AA2D7851}"/>
              </a:ext>
            </a:extLst>
          </p:cNvPr>
          <p:cNvSpPr>
            <a:spLocks noGrp="1"/>
          </p:cNvSpPr>
          <p:nvPr>
            <p:ph type="ftr" sz="quarter" idx="18"/>
          </p:nvPr>
        </p:nvSpPr>
        <p:spPr>
          <a:xfrm>
            <a:off x="576000" y="12816000"/>
            <a:ext cx="4956176" cy="381000"/>
          </a:xfrm>
        </p:spPr>
        <p:txBody>
          <a:bodyPr/>
          <a:lstStyle/>
          <a:p>
            <a:endParaRPr lang="en-US" dirty="0"/>
          </a:p>
        </p:txBody>
      </p:sp>
    </p:spTree>
    <p:extLst>
      <p:ext uri="{BB962C8B-B14F-4D97-AF65-F5344CB8AC3E}">
        <p14:creationId xmlns:p14="http://schemas.microsoft.com/office/powerpoint/2010/main" val="2327768506"/>
      </p:ext>
    </p:extLst>
  </p:cSld>
  <p:clrMapOvr>
    <a:masterClrMapping/>
  </p:clrMapOvr>
  <p:transition spd="med"/>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Video or imagery, bleed">
    <p:bg>
      <p:bgPr>
        <a:solidFill>
          <a:schemeClr val="bg1"/>
        </a:solidFill>
        <a:effectLst/>
      </p:bgPr>
    </p:bg>
    <p:spTree>
      <p:nvGrpSpPr>
        <p:cNvPr id="1" name=""/>
        <p:cNvGrpSpPr/>
        <p:nvPr/>
      </p:nvGrpSpPr>
      <p:grpSpPr>
        <a:xfrm>
          <a:off x="0" y="0"/>
          <a:ext cx="0" cy="0"/>
          <a:chOff x="0" y="0"/>
          <a:chExt cx="0" cy="0"/>
        </a:xfrm>
      </p:grpSpPr>
      <p:sp>
        <p:nvSpPr>
          <p:cNvPr id="4" name="Picture Placeholder 3" descr="Place imagery here">
            <a:extLst>
              <a:ext uri="{FF2B5EF4-FFF2-40B4-BE49-F238E27FC236}">
                <a16:creationId xmlns:a16="http://schemas.microsoft.com/office/drawing/2014/main" id="{F6679120-DB81-97FD-CD5A-00DC1F5E6658}"/>
              </a:ext>
            </a:extLst>
          </p:cNvPr>
          <p:cNvSpPr>
            <a:spLocks noGrp="1"/>
          </p:cNvSpPr>
          <p:nvPr>
            <p:ph type="pic" sz="quarter" idx="11" hasCustomPrompt="1"/>
          </p:nvPr>
        </p:nvSpPr>
        <p:spPr>
          <a:xfrm>
            <a:off x="1" y="0"/>
            <a:ext cx="24387174" cy="13715999"/>
          </a:xfrm>
          <a:solidFill>
            <a:srgbClr val="E0E0E0"/>
          </a:solidFill>
        </p:spPr>
        <p:txBody>
          <a:bodyPr anchor="ctr"/>
          <a:lstStyle>
            <a:lvl1pPr algn="ctr">
              <a:defRPr>
                <a:solidFill>
                  <a:schemeClr val="accent5"/>
                </a:solidFill>
              </a:defRPr>
            </a:lvl1pPr>
          </a:lstStyle>
          <a:p>
            <a:r>
              <a:rPr lang="en-US" dirty="0"/>
              <a:t>Place imagery here</a:t>
            </a:r>
          </a:p>
        </p:txBody>
      </p:sp>
      <p:sp>
        <p:nvSpPr>
          <p:cNvPr id="2" name="Slide Number">
            <a:extLst>
              <a:ext uri="{FF2B5EF4-FFF2-40B4-BE49-F238E27FC236}">
                <a16:creationId xmlns:a16="http://schemas.microsoft.com/office/drawing/2014/main" id="{8A69D316-0792-83BD-3912-71CDE3BB681F}"/>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4066270910"/>
      </p:ext>
    </p:extLst>
  </p:cSld>
  <p:clrMapOvr>
    <a:masterClrMapping/>
  </p:clrMapOvr>
  <p:transition spd="med"/>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Video or imagery, inset">
    <p:bg>
      <p:bgPr>
        <a:solidFill>
          <a:schemeClr val="bg1"/>
        </a:solidFill>
        <a:effectLst/>
      </p:bgPr>
    </p:bg>
    <p:spTree>
      <p:nvGrpSpPr>
        <p:cNvPr id="1" name=""/>
        <p:cNvGrpSpPr/>
        <p:nvPr/>
      </p:nvGrpSpPr>
      <p:grpSpPr>
        <a:xfrm>
          <a:off x="0" y="0"/>
          <a:ext cx="0" cy="0"/>
          <a:chOff x="0" y="0"/>
          <a:chExt cx="0" cy="0"/>
        </a:xfrm>
      </p:grpSpPr>
      <p:sp>
        <p:nvSpPr>
          <p:cNvPr id="4" name="Picture Placeholder 3" descr="Place imagery here">
            <a:extLst>
              <a:ext uri="{FF2B5EF4-FFF2-40B4-BE49-F238E27FC236}">
                <a16:creationId xmlns:a16="http://schemas.microsoft.com/office/drawing/2014/main" id="{34239CCE-9A38-90E1-F860-FF40FBDA2409}"/>
              </a:ext>
            </a:extLst>
          </p:cNvPr>
          <p:cNvSpPr>
            <a:spLocks noGrp="1"/>
          </p:cNvSpPr>
          <p:nvPr>
            <p:ph type="pic" sz="quarter" idx="11" hasCustomPrompt="1"/>
          </p:nvPr>
        </p:nvSpPr>
        <p:spPr>
          <a:xfrm>
            <a:off x="577850" y="571500"/>
            <a:ext cx="23226713" cy="12579349"/>
          </a:xfrm>
          <a:solidFill>
            <a:srgbClr val="E0E0E0"/>
          </a:solidFill>
        </p:spPr>
        <p:txBody>
          <a:bodyPr anchor="ctr"/>
          <a:lstStyle>
            <a:lvl1pPr algn="ctr">
              <a:defRPr>
                <a:solidFill>
                  <a:schemeClr val="accent5"/>
                </a:solidFill>
              </a:defRPr>
            </a:lvl1pPr>
          </a:lstStyle>
          <a:p>
            <a:r>
              <a:rPr lang="en-US" dirty="0"/>
              <a:t>Place imagery here</a:t>
            </a:r>
          </a:p>
        </p:txBody>
      </p:sp>
    </p:spTree>
    <p:extLst>
      <p:ext uri="{BB962C8B-B14F-4D97-AF65-F5344CB8AC3E}">
        <p14:creationId xmlns:p14="http://schemas.microsoft.com/office/powerpoint/2010/main" val="7694905"/>
      </p:ext>
    </p:extLst>
  </p:cSld>
  <p:clrMapOvr>
    <a:masterClrMapping/>
  </p:clrMapOvr>
  <p:transition spd="med"/>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Contacts, profiles, contributors">
    <p:bg>
      <p:bgPr>
        <a:solidFill>
          <a:schemeClr val="bg1"/>
        </a:solidFill>
        <a:effectLst/>
      </p:bgPr>
    </p:bg>
    <p:spTree>
      <p:nvGrpSpPr>
        <p:cNvPr id="1" name=""/>
        <p:cNvGrpSpPr/>
        <p:nvPr/>
      </p:nvGrpSpPr>
      <p:grpSpPr>
        <a:xfrm>
          <a:off x="0" y="0"/>
          <a:ext cx="0" cy="0"/>
          <a:chOff x="0" y="0"/>
          <a:chExt cx="0" cy="0"/>
        </a:xfrm>
      </p:grpSpPr>
      <p:sp>
        <p:nvSpPr>
          <p:cNvPr id="7" name="Picture Placeholder 7" descr="Place bio portrait here">
            <a:extLst>
              <a:ext uri="{FF2B5EF4-FFF2-40B4-BE49-F238E27FC236}">
                <a16:creationId xmlns:a16="http://schemas.microsoft.com/office/drawing/2014/main" id="{0B1677E6-5066-100D-29D6-CCAD04C21BCE}"/>
              </a:ext>
            </a:extLst>
          </p:cNvPr>
          <p:cNvSpPr>
            <a:spLocks noGrp="1"/>
          </p:cNvSpPr>
          <p:nvPr>
            <p:ph type="pic" sz="quarter" idx="28" hasCustomPrompt="1"/>
          </p:nvPr>
        </p:nvSpPr>
        <p:spPr>
          <a:xfrm>
            <a:off x="576000" y="3044825"/>
            <a:ext cx="2462402" cy="2476500"/>
          </a:xfrm>
          <a:solidFill>
            <a:srgbClr val="E0E0E0"/>
          </a:solidFill>
        </p:spPr>
        <p:txBody>
          <a:bodyPr anchor="ctr"/>
          <a:lstStyle>
            <a:lvl1pPr algn="ctr">
              <a:defRPr>
                <a:solidFill>
                  <a:schemeClr val="accent5"/>
                </a:solidFill>
              </a:defRPr>
            </a:lvl1pPr>
          </a:lstStyle>
          <a:p>
            <a:r>
              <a:rPr lang="en-US" dirty="0"/>
              <a:t>Place imagery here</a:t>
            </a:r>
          </a:p>
        </p:txBody>
      </p:sp>
      <p:sp>
        <p:nvSpPr>
          <p:cNvPr id="13" name="Picture Placeholder 7" descr="Place bio portrait here">
            <a:extLst>
              <a:ext uri="{FF2B5EF4-FFF2-40B4-BE49-F238E27FC236}">
                <a16:creationId xmlns:a16="http://schemas.microsoft.com/office/drawing/2014/main" id="{3DCE12BA-53E1-8B67-A029-029F1E6F9163}"/>
              </a:ext>
            </a:extLst>
          </p:cNvPr>
          <p:cNvSpPr>
            <a:spLocks noGrp="1"/>
          </p:cNvSpPr>
          <p:nvPr>
            <p:ph type="pic" sz="quarter" idx="30" hasCustomPrompt="1"/>
          </p:nvPr>
        </p:nvSpPr>
        <p:spPr>
          <a:xfrm>
            <a:off x="576000" y="6096000"/>
            <a:ext cx="2462402" cy="2476500"/>
          </a:xfrm>
          <a:solidFill>
            <a:srgbClr val="E0E0E0"/>
          </a:solidFill>
        </p:spPr>
        <p:txBody>
          <a:bodyPr anchor="ctr"/>
          <a:lstStyle>
            <a:lvl1pPr marL="0" marR="0" indent="0" algn="ctr" defTabSz="2438400"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2438400" rtl="0" eaLnBrk="1" fontAlgn="auto" latinLnBrk="0" hangingPunct="1">
              <a:lnSpc>
                <a:spcPct val="110000"/>
              </a:lnSpc>
              <a:spcBef>
                <a:spcPts val="0"/>
              </a:spcBef>
              <a:spcAft>
                <a:spcPts val="0"/>
              </a:spcAft>
              <a:buClrTx/>
              <a:buSzTx/>
              <a:buFontTx/>
              <a:buNone/>
              <a:tabLst/>
              <a:defRPr/>
            </a:pPr>
            <a:r>
              <a:rPr lang="en-US" dirty="0"/>
              <a:t>Place imagery here</a:t>
            </a:r>
          </a:p>
        </p:txBody>
      </p:sp>
      <p:sp>
        <p:nvSpPr>
          <p:cNvPr id="15" name="Picture Placeholder 7" descr="Place bio portrait here">
            <a:extLst>
              <a:ext uri="{FF2B5EF4-FFF2-40B4-BE49-F238E27FC236}">
                <a16:creationId xmlns:a16="http://schemas.microsoft.com/office/drawing/2014/main" id="{05E149CA-A25F-74EE-93DF-1A877CDE924F}"/>
              </a:ext>
            </a:extLst>
          </p:cNvPr>
          <p:cNvSpPr>
            <a:spLocks noGrp="1"/>
          </p:cNvSpPr>
          <p:nvPr>
            <p:ph type="pic" sz="quarter" idx="32" hasCustomPrompt="1"/>
          </p:nvPr>
        </p:nvSpPr>
        <p:spPr>
          <a:xfrm>
            <a:off x="576000" y="9140825"/>
            <a:ext cx="2462402" cy="2476500"/>
          </a:xfrm>
          <a:solidFill>
            <a:srgbClr val="E0E0E0"/>
          </a:solidFill>
        </p:spPr>
        <p:txBody>
          <a:bodyPr anchor="ctr"/>
          <a:lstStyle>
            <a:lvl1pPr marL="0" marR="0" indent="0" algn="ctr" defTabSz="2438400"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2438400" rtl="0" eaLnBrk="1" fontAlgn="auto" latinLnBrk="0" hangingPunct="1">
              <a:lnSpc>
                <a:spcPct val="110000"/>
              </a:lnSpc>
              <a:spcBef>
                <a:spcPts val="0"/>
              </a:spcBef>
              <a:spcAft>
                <a:spcPts val="0"/>
              </a:spcAft>
              <a:buClrTx/>
              <a:buSzTx/>
              <a:buFontTx/>
              <a:buNone/>
              <a:tabLst/>
              <a:defRPr/>
            </a:pPr>
            <a:r>
              <a:rPr lang="en-US" dirty="0"/>
              <a:t>Place imagery here</a:t>
            </a:r>
          </a:p>
        </p:txBody>
      </p:sp>
      <p:sp>
        <p:nvSpPr>
          <p:cNvPr id="25" name="Picture Placeholder 7" descr="Place bio portrait here">
            <a:extLst>
              <a:ext uri="{FF2B5EF4-FFF2-40B4-BE49-F238E27FC236}">
                <a16:creationId xmlns:a16="http://schemas.microsoft.com/office/drawing/2014/main" id="{AAC7C1AD-0F8C-4D02-0112-981444AFE98D}"/>
              </a:ext>
            </a:extLst>
          </p:cNvPr>
          <p:cNvSpPr>
            <a:spLocks noGrp="1"/>
          </p:cNvSpPr>
          <p:nvPr>
            <p:ph type="pic" sz="quarter" idx="34" hasCustomPrompt="1"/>
          </p:nvPr>
        </p:nvSpPr>
        <p:spPr>
          <a:xfrm>
            <a:off x="12780000" y="3044825"/>
            <a:ext cx="2459736" cy="2476500"/>
          </a:xfrm>
          <a:solidFill>
            <a:srgbClr val="E0E0E0"/>
          </a:solidFill>
        </p:spPr>
        <p:txBody>
          <a:bodyPr anchor="ctr"/>
          <a:lstStyle>
            <a:lvl1pPr marL="0" marR="0" indent="0" algn="ctr" defTabSz="2438400"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2438400" rtl="0" eaLnBrk="1" fontAlgn="auto" latinLnBrk="0" hangingPunct="1">
              <a:lnSpc>
                <a:spcPct val="110000"/>
              </a:lnSpc>
              <a:spcBef>
                <a:spcPts val="0"/>
              </a:spcBef>
              <a:spcAft>
                <a:spcPts val="0"/>
              </a:spcAft>
              <a:buClrTx/>
              <a:buSzTx/>
              <a:buFontTx/>
              <a:buNone/>
              <a:tabLst/>
              <a:defRPr/>
            </a:pPr>
            <a:r>
              <a:rPr lang="en-US" dirty="0"/>
              <a:t>Place imagery here</a:t>
            </a:r>
          </a:p>
        </p:txBody>
      </p:sp>
      <p:sp>
        <p:nvSpPr>
          <p:cNvPr id="27" name="Picture Placeholder 7" descr="Place bio portrait here">
            <a:extLst>
              <a:ext uri="{FF2B5EF4-FFF2-40B4-BE49-F238E27FC236}">
                <a16:creationId xmlns:a16="http://schemas.microsoft.com/office/drawing/2014/main" id="{22271FFB-E2D1-459B-4089-A291A1110AE8}"/>
              </a:ext>
            </a:extLst>
          </p:cNvPr>
          <p:cNvSpPr>
            <a:spLocks noGrp="1"/>
          </p:cNvSpPr>
          <p:nvPr>
            <p:ph type="pic" sz="quarter" idx="36" hasCustomPrompt="1"/>
          </p:nvPr>
        </p:nvSpPr>
        <p:spPr>
          <a:xfrm>
            <a:off x="12780000" y="6096000"/>
            <a:ext cx="2459736" cy="2476500"/>
          </a:xfrm>
          <a:solidFill>
            <a:srgbClr val="E0E0E0"/>
          </a:solidFill>
        </p:spPr>
        <p:txBody>
          <a:bodyPr anchor="ctr"/>
          <a:lstStyle>
            <a:lvl1pPr marL="0" marR="0" indent="0" algn="ctr" defTabSz="2438400"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2438400" rtl="0" eaLnBrk="1" fontAlgn="auto" latinLnBrk="0" hangingPunct="1">
              <a:lnSpc>
                <a:spcPct val="110000"/>
              </a:lnSpc>
              <a:spcBef>
                <a:spcPts val="0"/>
              </a:spcBef>
              <a:spcAft>
                <a:spcPts val="0"/>
              </a:spcAft>
              <a:buClrTx/>
              <a:buSzTx/>
              <a:buFontTx/>
              <a:buNone/>
              <a:tabLst/>
              <a:defRPr/>
            </a:pPr>
            <a:r>
              <a:rPr lang="en-US" dirty="0"/>
              <a:t>Place imagery here</a:t>
            </a:r>
          </a:p>
        </p:txBody>
      </p:sp>
      <p:sp>
        <p:nvSpPr>
          <p:cNvPr id="29" name="Picture Placeholder 7" descr="Place bio portrait here">
            <a:extLst>
              <a:ext uri="{FF2B5EF4-FFF2-40B4-BE49-F238E27FC236}">
                <a16:creationId xmlns:a16="http://schemas.microsoft.com/office/drawing/2014/main" id="{F3C99020-5BF1-8A8C-BDCB-42766A5B9BE5}"/>
              </a:ext>
            </a:extLst>
          </p:cNvPr>
          <p:cNvSpPr>
            <a:spLocks noGrp="1"/>
          </p:cNvSpPr>
          <p:nvPr>
            <p:ph type="pic" sz="quarter" idx="38" hasCustomPrompt="1"/>
          </p:nvPr>
        </p:nvSpPr>
        <p:spPr>
          <a:xfrm>
            <a:off x="12780000" y="9140825"/>
            <a:ext cx="2459736" cy="2476500"/>
          </a:xfrm>
          <a:solidFill>
            <a:srgbClr val="E0E0E0"/>
          </a:solidFill>
        </p:spPr>
        <p:txBody>
          <a:bodyPr anchor="ctr"/>
          <a:lstStyle>
            <a:lvl1pPr marL="0" marR="0" indent="0" algn="ctr" defTabSz="2438400"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2438400" rtl="0" eaLnBrk="1" fontAlgn="auto" latinLnBrk="0" hangingPunct="1">
              <a:lnSpc>
                <a:spcPct val="110000"/>
              </a:lnSpc>
              <a:spcBef>
                <a:spcPts val="0"/>
              </a:spcBef>
              <a:spcAft>
                <a:spcPts val="0"/>
              </a:spcAft>
              <a:buClrTx/>
              <a:buSzTx/>
              <a:buFontTx/>
              <a:buNone/>
              <a:tabLst/>
              <a:defRPr/>
            </a:pPr>
            <a:r>
              <a:rPr lang="en-US" dirty="0"/>
              <a:t>Place imagery here</a:t>
            </a:r>
          </a:p>
        </p:txBody>
      </p:sp>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00" y="576072"/>
            <a:ext cx="4949825" cy="1525588"/>
          </a:xfrm>
        </p:spPr>
        <p:txBody>
          <a:bodyPr/>
          <a:lstStyle>
            <a:lvl1pPr>
              <a:lnSpc>
                <a:spcPct val="110000"/>
              </a:lnSpc>
              <a:defRPr sz="2800">
                <a:solidFill>
                  <a:schemeClr val="tx2"/>
                </a:solidFill>
              </a:defRPr>
            </a:lvl1pPr>
          </a:lstStyle>
          <a:p>
            <a:r>
              <a:rPr lang="en-GB"/>
              <a:t>Click to edit Master title style</a:t>
            </a:r>
            <a:endParaRPr lang="en-US" dirty="0"/>
          </a:p>
        </p:txBody>
      </p:sp>
      <p:sp>
        <p:nvSpPr>
          <p:cNvPr id="18" name="Text Placeholder 9">
            <a:extLst>
              <a:ext uri="{FF2B5EF4-FFF2-40B4-BE49-F238E27FC236}">
                <a16:creationId xmlns:a16="http://schemas.microsoft.com/office/drawing/2014/main" id="{31D025A0-5106-DFB0-90B1-8B366B78913F}"/>
              </a:ext>
            </a:extLst>
          </p:cNvPr>
          <p:cNvSpPr>
            <a:spLocks noGrp="1"/>
          </p:cNvSpPr>
          <p:nvPr>
            <p:ph type="body" sz="quarter" idx="21"/>
          </p:nvPr>
        </p:nvSpPr>
        <p:spPr>
          <a:xfrm>
            <a:off x="3429000" y="3044825"/>
            <a:ext cx="5708650" cy="2476500"/>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0" name="Text Placeholder 9">
            <a:extLst>
              <a:ext uri="{FF2B5EF4-FFF2-40B4-BE49-F238E27FC236}">
                <a16:creationId xmlns:a16="http://schemas.microsoft.com/office/drawing/2014/main" id="{126F49A0-96BE-0B44-B1C8-17D765B10B3E}"/>
              </a:ext>
            </a:extLst>
          </p:cNvPr>
          <p:cNvSpPr>
            <a:spLocks noGrp="1"/>
          </p:cNvSpPr>
          <p:nvPr>
            <p:ph type="body" sz="quarter" idx="12"/>
          </p:nvPr>
        </p:nvSpPr>
        <p:spPr>
          <a:xfrm>
            <a:off x="3429000" y="6096000"/>
            <a:ext cx="5708650" cy="2476500"/>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2" name="Text Placeholder 9">
            <a:extLst>
              <a:ext uri="{FF2B5EF4-FFF2-40B4-BE49-F238E27FC236}">
                <a16:creationId xmlns:a16="http://schemas.microsoft.com/office/drawing/2014/main" id="{D4772377-8015-4C99-7ED3-E4475C524D2A}"/>
              </a:ext>
            </a:extLst>
          </p:cNvPr>
          <p:cNvSpPr>
            <a:spLocks noGrp="1"/>
          </p:cNvSpPr>
          <p:nvPr>
            <p:ph type="body" sz="quarter" idx="14"/>
          </p:nvPr>
        </p:nvSpPr>
        <p:spPr>
          <a:xfrm>
            <a:off x="3429000" y="9140825"/>
            <a:ext cx="5708650" cy="2476500"/>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24" name="Text Placeholder 9">
            <a:extLst>
              <a:ext uri="{FF2B5EF4-FFF2-40B4-BE49-F238E27FC236}">
                <a16:creationId xmlns:a16="http://schemas.microsoft.com/office/drawing/2014/main" id="{3E3566C7-C728-77B2-2A34-BBB83D482F56}"/>
              </a:ext>
            </a:extLst>
          </p:cNvPr>
          <p:cNvSpPr>
            <a:spLocks noGrp="1"/>
          </p:cNvSpPr>
          <p:nvPr>
            <p:ph type="body" sz="quarter" idx="27"/>
          </p:nvPr>
        </p:nvSpPr>
        <p:spPr>
          <a:xfrm>
            <a:off x="15617825" y="3044825"/>
            <a:ext cx="5708650" cy="2476500"/>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20" name="Text Placeholder 9">
            <a:extLst>
              <a:ext uri="{FF2B5EF4-FFF2-40B4-BE49-F238E27FC236}">
                <a16:creationId xmlns:a16="http://schemas.microsoft.com/office/drawing/2014/main" id="{A52D1EA1-405F-7875-BAB9-B258776E1460}"/>
              </a:ext>
            </a:extLst>
          </p:cNvPr>
          <p:cNvSpPr>
            <a:spLocks noGrp="1"/>
          </p:cNvSpPr>
          <p:nvPr>
            <p:ph type="body" sz="quarter" idx="23"/>
          </p:nvPr>
        </p:nvSpPr>
        <p:spPr>
          <a:xfrm>
            <a:off x="15617825" y="6096000"/>
            <a:ext cx="5708650" cy="2476500"/>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22" name="Text Placeholder 9">
            <a:extLst>
              <a:ext uri="{FF2B5EF4-FFF2-40B4-BE49-F238E27FC236}">
                <a16:creationId xmlns:a16="http://schemas.microsoft.com/office/drawing/2014/main" id="{73849969-24A3-113A-C58E-4A4B0FB29BAD}"/>
              </a:ext>
            </a:extLst>
          </p:cNvPr>
          <p:cNvSpPr>
            <a:spLocks noGrp="1"/>
          </p:cNvSpPr>
          <p:nvPr>
            <p:ph type="body" sz="quarter" idx="25"/>
          </p:nvPr>
        </p:nvSpPr>
        <p:spPr>
          <a:xfrm>
            <a:off x="15617825" y="9140825"/>
            <a:ext cx="5708650" cy="2476500"/>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3" name="Footer Placeholder 3">
            <a:extLst>
              <a:ext uri="{FF2B5EF4-FFF2-40B4-BE49-F238E27FC236}">
                <a16:creationId xmlns:a16="http://schemas.microsoft.com/office/drawing/2014/main" id="{7D4D4C25-96EE-FF6D-B301-962CD7A63666}"/>
              </a:ext>
            </a:extLst>
          </p:cNvPr>
          <p:cNvSpPr>
            <a:spLocks noGrp="1"/>
          </p:cNvSpPr>
          <p:nvPr>
            <p:ph type="ftr" sz="quarter" idx="18"/>
          </p:nvPr>
        </p:nvSpPr>
        <p:spPr>
          <a:xfrm>
            <a:off x="576000" y="12816000"/>
            <a:ext cx="4956176" cy="381000"/>
          </a:xfrm>
        </p:spPr>
        <p:txBody>
          <a:bodyPr/>
          <a:lstStyle/>
          <a:p>
            <a:endParaRPr lang="en-US" dirty="0"/>
          </a:p>
        </p:txBody>
      </p:sp>
      <p:sp>
        <p:nvSpPr>
          <p:cNvPr id="6" name="Slide Number">
            <a:extLst>
              <a:ext uri="{FF2B5EF4-FFF2-40B4-BE49-F238E27FC236}">
                <a16:creationId xmlns:a16="http://schemas.microsoft.com/office/drawing/2014/main" id="{DA0E5B0D-36A0-4281-7D57-C2CC4453113C}"/>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2936719277"/>
      </p:ext>
    </p:extLst>
  </p:cSld>
  <p:clrMapOvr>
    <a:masterClrMapping/>
  </p:clrMapOvr>
  <p:transition spd="med"/>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ab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00" y="576073"/>
            <a:ext cx="4949825" cy="3995928"/>
          </a:xfrm>
        </p:spPr>
        <p:txBody>
          <a:bodyPr/>
          <a:lstStyle>
            <a:lvl1pPr>
              <a:lnSpc>
                <a:spcPct val="110000"/>
              </a:lnSpc>
              <a:defRPr sz="2800">
                <a:solidFill>
                  <a:schemeClr val="tx2"/>
                </a:solidFill>
              </a:defRPr>
            </a:lvl1pPr>
          </a:lstStyle>
          <a:p>
            <a:r>
              <a:rPr lang="en-GB"/>
              <a:t>Click to edit Master title style</a:t>
            </a:r>
            <a:endParaRPr lang="en-US" dirty="0"/>
          </a:p>
        </p:txBody>
      </p:sp>
      <p:sp>
        <p:nvSpPr>
          <p:cNvPr id="5" name="Table Placeholder 4">
            <a:extLst>
              <a:ext uri="{FF2B5EF4-FFF2-40B4-BE49-F238E27FC236}">
                <a16:creationId xmlns:a16="http://schemas.microsoft.com/office/drawing/2014/main" id="{B3D8D357-75A1-F4FD-F531-380CF7DE4340}"/>
              </a:ext>
            </a:extLst>
          </p:cNvPr>
          <p:cNvSpPr>
            <a:spLocks noGrp="1"/>
          </p:cNvSpPr>
          <p:nvPr>
            <p:ph type="tbl" sz="quarter" idx="11"/>
          </p:nvPr>
        </p:nvSpPr>
        <p:spPr>
          <a:xfrm>
            <a:off x="6667500" y="576000"/>
            <a:ext cx="17145000" cy="11623675"/>
          </a:xfrm>
        </p:spPr>
        <p:txBody>
          <a:bodyPr anchor="ctr"/>
          <a:lstStyle>
            <a:lvl1pPr algn="ctr">
              <a:defRPr>
                <a:solidFill>
                  <a:schemeClr val="tx1"/>
                </a:solidFill>
              </a:defRPr>
            </a:lvl1pPr>
          </a:lstStyle>
          <a:p>
            <a:r>
              <a:rPr lang="en-GB"/>
              <a:t>Click icon to add table</a:t>
            </a:r>
            <a:endParaRPr lang="en-US" dirty="0"/>
          </a:p>
        </p:txBody>
      </p:sp>
      <p:sp>
        <p:nvSpPr>
          <p:cNvPr id="3" name="Footer Placeholder 3">
            <a:extLst>
              <a:ext uri="{FF2B5EF4-FFF2-40B4-BE49-F238E27FC236}">
                <a16:creationId xmlns:a16="http://schemas.microsoft.com/office/drawing/2014/main" id="{3694FFFD-5196-625E-C3FC-9AB6BB13FC34}"/>
              </a:ext>
            </a:extLst>
          </p:cNvPr>
          <p:cNvSpPr>
            <a:spLocks noGrp="1"/>
          </p:cNvSpPr>
          <p:nvPr>
            <p:ph type="ftr" sz="quarter" idx="18"/>
          </p:nvPr>
        </p:nvSpPr>
        <p:spPr>
          <a:xfrm>
            <a:off x="576000" y="12816000"/>
            <a:ext cx="4956176" cy="381000"/>
          </a:xfrm>
        </p:spPr>
        <p:txBody>
          <a:bodyPr/>
          <a:lstStyle/>
          <a:p>
            <a:endParaRPr lang="en-US" dirty="0"/>
          </a:p>
        </p:txBody>
      </p:sp>
      <p:sp>
        <p:nvSpPr>
          <p:cNvPr id="7" name="Slide Number">
            <a:extLst>
              <a:ext uri="{FF2B5EF4-FFF2-40B4-BE49-F238E27FC236}">
                <a16:creationId xmlns:a16="http://schemas.microsoft.com/office/drawing/2014/main" id="{DD2D25A8-2AEC-F554-8D58-47C112486D41}"/>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388229029"/>
      </p:ext>
    </p:extLst>
  </p:cSld>
  <p:clrMapOvr>
    <a:masterClrMapping/>
  </p:clrMapOvr>
  <p:transition spd="med"/>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Char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00" y="576071"/>
            <a:ext cx="4949825" cy="1527049"/>
          </a:xfrm>
        </p:spPr>
        <p:txBody>
          <a:bodyPr/>
          <a:lstStyle>
            <a:lvl1pPr>
              <a:lnSpc>
                <a:spcPct val="110000"/>
              </a:lnSpc>
              <a:defRPr sz="2800">
                <a:solidFill>
                  <a:schemeClr val="tx2"/>
                </a:solidFill>
              </a:defRPr>
            </a:lvl1pPr>
          </a:lstStyle>
          <a:p>
            <a:r>
              <a:rPr lang="en-GB"/>
              <a:t>Click to edit Master title style</a:t>
            </a:r>
            <a:endParaRPr lang="en-US" dirty="0"/>
          </a:p>
        </p:txBody>
      </p:sp>
      <p:sp>
        <p:nvSpPr>
          <p:cNvPr id="3" name="Slide Number">
            <a:extLst>
              <a:ext uri="{FF2B5EF4-FFF2-40B4-BE49-F238E27FC236}">
                <a16:creationId xmlns:a16="http://schemas.microsoft.com/office/drawing/2014/main" id="{B0435695-E156-66C6-5CE4-B0F751F125D2}"/>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10" name="Text Placeholder 9">
            <a:extLst>
              <a:ext uri="{FF2B5EF4-FFF2-40B4-BE49-F238E27FC236}">
                <a16:creationId xmlns:a16="http://schemas.microsoft.com/office/drawing/2014/main" id="{BDFFC916-9B64-A7DC-672D-A4AFA1AE968C}"/>
              </a:ext>
            </a:extLst>
          </p:cNvPr>
          <p:cNvSpPr>
            <a:spLocks noGrp="1"/>
          </p:cNvSpPr>
          <p:nvPr>
            <p:ph type="body" sz="quarter" idx="13" hasCustomPrompt="1"/>
          </p:nvPr>
        </p:nvSpPr>
        <p:spPr>
          <a:xfrm>
            <a:off x="6667500" y="12782487"/>
            <a:ext cx="5524500" cy="425450"/>
          </a:xfrm>
        </p:spPr>
        <p:txBody>
          <a:bodyPr anchor="b" anchorCtr="0"/>
          <a:lstStyle>
            <a:lvl1pPr>
              <a:defRPr sz="1600">
                <a:latin typeface="IBM Plex Sans" panose="020B0503050203000203" pitchFamily="34" charset="0"/>
              </a:defRPr>
            </a:lvl1pPr>
            <a:lvl2pPr>
              <a:defRPr sz="1600"/>
            </a:lvl2pPr>
            <a:lvl3pPr>
              <a:defRPr sz="1600"/>
            </a:lvl3pPr>
            <a:lvl4pPr>
              <a:defRPr sz="1600"/>
            </a:lvl4pPr>
            <a:lvl5pPr>
              <a:defRPr sz="1600"/>
            </a:lvl5pPr>
          </a:lstStyle>
          <a:p>
            <a:pPr lvl="0"/>
            <a:r>
              <a:rPr lang="en-US" dirty="0"/>
              <a:t>Source</a:t>
            </a:r>
          </a:p>
        </p:txBody>
      </p:sp>
      <p:sp>
        <p:nvSpPr>
          <p:cNvPr id="13" name="Text Placeholder 12">
            <a:extLst>
              <a:ext uri="{FF2B5EF4-FFF2-40B4-BE49-F238E27FC236}">
                <a16:creationId xmlns:a16="http://schemas.microsoft.com/office/drawing/2014/main" id="{81A85749-B0F2-6B16-9E7E-1C979593E9E7}"/>
              </a:ext>
            </a:extLst>
          </p:cNvPr>
          <p:cNvSpPr>
            <a:spLocks noGrp="1"/>
          </p:cNvSpPr>
          <p:nvPr>
            <p:ph type="body" sz="quarter" idx="14" hasCustomPrompt="1"/>
          </p:nvPr>
        </p:nvSpPr>
        <p:spPr>
          <a:xfrm>
            <a:off x="576000" y="3044825"/>
            <a:ext cx="4943475" cy="9150350"/>
          </a:xfrm>
        </p:spPr>
        <p:txBody>
          <a:bodyPr/>
          <a:lstStyle>
            <a:lvl1pPr>
              <a:defRPr sz="2800">
                <a:latin typeface="+mj-lt"/>
              </a:defRPr>
            </a:lvl1pPr>
            <a:lvl2pPr>
              <a:defRPr sz="2800">
                <a:latin typeface="+mj-lt"/>
              </a:defRPr>
            </a:lvl2pPr>
            <a:lvl3pPr>
              <a:defRPr sz="2800">
                <a:latin typeface="+mj-lt"/>
              </a:defRPr>
            </a:lvl3pPr>
            <a:lvl4pPr>
              <a:defRPr sz="2800">
                <a:latin typeface="+mj-lt"/>
              </a:defRPr>
            </a:lvl4pPr>
            <a:lvl5pPr>
              <a:defRPr sz="2800">
                <a:latin typeface="+mj-lt"/>
              </a:defRPr>
            </a:lvl5pPr>
          </a:lstStyle>
          <a:p>
            <a:pPr>
              <a:lnSpc>
                <a:spcPct val="110000"/>
              </a:lnSpc>
            </a:pPr>
            <a:r>
              <a:rPr lang="en-US" sz="2800" dirty="0">
                <a:latin typeface="IBM Plex Sans Light" panose="020B0403050203000203" pitchFamily="34" charset="0"/>
              </a:rPr>
              <a:t>Lorem ipsum dolor sit </a:t>
            </a:r>
            <a:r>
              <a:rPr lang="en-US" sz="2800" dirty="0" err="1">
                <a:latin typeface="IBM Plex Sans Light" panose="020B0403050203000203" pitchFamily="34" charset="0"/>
              </a:rPr>
              <a:t>amet</a:t>
            </a:r>
            <a:r>
              <a:rPr lang="en-US" sz="2800" dirty="0">
                <a:latin typeface="IBM Plex Sans Light" panose="020B0403050203000203" pitchFamily="34" charset="0"/>
              </a:rPr>
              <a:t> </a:t>
            </a:r>
            <a:r>
              <a:rPr lang="en-US" sz="2800" dirty="0" err="1">
                <a:latin typeface="IBM Plex Sans Light" panose="020B0403050203000203" pitchFamily="34" charset="0"/>
              </a:rPr>
              <a:t>donec</a:t>
            </a:r>
            <a:r>
              <a:rPr lang="en-US" sz="2800" dirty="0">
                <a:latin typeface="IBM Plex Sans Light" panose="020B0403050203000203" pitchFamily="34" charset="0"/>
              </a:rPr>
              <a:t> </a:t>
            </a:r>
            <a:r>
              <a:rPr lang="en-US" sz="2800" dirty="0" err="1">
                <a:latin typeface="IBM Plex Sans Light" panose="020B0403050203000203" pitchFamily="34" charset="0"/>
              </a:rPr>
              <a:t>quam</a:t>
            </a:r>
            <a:r>
              <a:rPr lang="en-US" sz="2800" dirty="0">
                <a:latin typeface="IBM Plex Sans Light" panose="020B0403050203000203" pitchFamily="34" charset="0"/>
              </a:rPr>
              <a:t> </a:t>
            </a:r>
            <a:r>
              <a:rPr lang="en-US" sz="2800" dirty="0" err="1">
                <a:latin typeface="IBM Plex Sans Light" panose="020B0403050203000203" pitchFamily="34" charset="0"/>
              </a:rPr>
              <a:t>felis</a:t>
            </a:r>
            <a:r>
              <a:rPr lang="en-US" sz="2800" dirty="0">
                <a:latin typeface="IBM Plex Sans Light" panose="020B0403050203000203" pitchFamily="34" charset="0"/>
              </a:rPr>
              <a:t> </a:t>
            </a:r>
            <a:r>
              <a:rPr lang="en-US" sz="2800" dirty="0" err="1">
                <a:latin typeface="IBM Plex Sans Light" panose="020B0403050203000203" pitchFamily="34" charset="0"/>
              </a:rPr>
              <a:t>ultricies</a:t>
            </a:r>
            <a:r>
              <a:rPr lang="en-US" sz="2800" dirty="0">
                <a:latin typeface="IBM Plex Sans Light" panose="020B0403050203000203" pitchFamily="34" charset="0"/>
              </a:rPr>
              <a:t> </a:t>
            </a:r>
            <a:r>
              <a:rPr lang="en-US" sz="2800" dirty="0" err="1">
                <a:latin typeface="IBM Plex Sans Light" panose="020B0403050203000203" pitchFamily="34" charset="0"/>
              </a:rPr>
              <a:t>nec</a:t>
            </a:r>
            <a:r>
              <a:rPr lang="en-US" sz="2800" dirty="0">
                <a:latin typeface="IBM Plex Sans Light" panose="020B0403050203000203" pitchFamily="34" charset="0"/>
              </a:rPr>
              <a:t> </a:t>
            </a:r>
            <a:r>
              <a:rPr lang="en-US" sz="2800" dirty="0" err="1">
                <a:latin typeface="IBM Plex Sans Light" panose="020B0403050203000203" pitchFamily="34" charset="0"/>
              </a:rPr>
              <a:t>pellentesque</a:t>
            </a:r>
            <a:r>
              <a:rPr lang="en-US" sz="2800" dirty="0">
                <a:latin typeface="IBM Plex Sans Light" panose="020B0403050203000203" pitchFamily="34" charset="0"/>
              </a:rPr>
              <a:t> </a:t>
            </a:r>
            <a:r>
              <a:rPr lang="en-US" sz="2800" dirty="0" err="1">
                <a:latin typeface="IBM Plex Sans Light" panose="020B0403050203000203" pitchFamily="34" charset="0"/>
              </a:rPr>
              <a:t>eu</a:t>
            </a:r>
            <a:r>
              <a:rPr lang="en-US" sz="2800" dirty="0">
                <a:latin typeface="IBM Plex Sans Light" panose="020B0403050203000203" pitchFamily="34" charset="0"/>
              </a:rPr>
              <a:t> </a:t>
            </a:r>
            <a:r>
              <a:rPr lang="en-US" sz="2800" dirty="0" err="1">
                <a:latin typeface="IBM Plex Sans Light" panose="020B0403050203000203" pitchFamily="34" charset="0"/>
              </a:rPr>
              <a:t>pretium</a:t>
            </a:r>
            <a:r>
              <a:rPr lang="en-US" sz="2800" dirty="0">
                <a:latin typeface="IBM Plex Sans Light" panose="020B0403050203000203" pitchFamily="34" charset="0"/>
              </a:rPr>
              <a:t> </a:t>
            </a:r>
            <a:r>
              <a:rPr lang="en-US" sz="2800" dirty="0" err="1">
                <a:latin typeface="IBM Plex Sans Light" panose="020B0403050203000203" pitchFamily="34" charset="0"/>
              </a:rPr>
              <a:t>quis</a:t>
            </a:r>
            <a:r>
              <a:rPr lang="en-US" sz="2800" dirty="0">
                <a:latin typeface="IBM Plex Sans Light" panose="020B0403050203000203" pitchFamily="34" charset="0"/>
              </a:rPr>
              <a:t> sem. </a:t>
            </a:r>
            <a:r>
              <a:rPr lang="en-US" sz="2800" dirty="0" err="1">
                <a:latin typeface="IBM Plex Sans Light" panose="020B0403050203000203" pitchFamily="34" charset="0"/>
              </a:rPr>
              <a:t>Nulla</a:t>
            </a:r>
            <a:r>
              <a:rPr lang="en-US" sz="2800" dirty="0">
                <a:latin typeface="IBM Plex Sans Light" panose="020B0403050203000203" pitchFamily="34" charset="0"/>
              </a:rPr>
              <a:t> </a:t>
            </a:r>
            <a:r>
              <a:rPr lang="en-US" sz="2800" dirty="0" err="1">
                <a:latin typeface="IBM Plex Sans Light" panose="020B0403050203000203" pitchFamily="34" charset="0"/>
              </a:rPr>
              <a:t>conset</a:t>
            </a:r>
            <a:r>
              <a:rPr lang="en-US" sz="2800" dirty="0">
                <a:latin typeface="IBM Plex Sans Light" panose="020B0403050203000203" pitchFamily="34" charset="0"/>
              </a:rPr>
              <a:t> </a:t>
            </a:r>
            <a:r>
              <a:rPr lang="en-US" sz="2800" dirty="0" err="1">
                <a:latin typeface="IBM Plex Sans Light" panose="020B0403050203000203" pitchFamily="34" charset="0"/>
              </a:rPr>
              <a:t>massa</a:t>
            </a:r>
            <a:r>
              <a:rPr lang="en-US" sz="2800" dirty="0">
                <a:latin typeface="IBM Plex Sans Light" panose="020B0403050203000203" pitchFamily="34" charset="0"/>
              </a:rPr>
              <a:t> </a:t>
            </a:r>
            <a:r>
              <a:rPr lang="en-US" sz="2800" dirty="0" err="1">
                <a:latin typeface="IBM Plex Sans Light" panose="020B0403050203000203" pitchFamily="34" charset="0"/>
              </a:rPr>
              <a:t>quis</a:t>
            </a:r>
            <a:r>
              <a:rPr lang="en-US" sz="2800" dirty="0">
                <a:latin typeface="IBM Plex Sans Light" panose="020B0403050203000203" pitchFamily="34" charset="0"/>
              </a:rPr>
              <a:t> </a:t>
            </a:r>
            <a:r>
              <a:rPr lang="en-US" sz="2800" dirty="0" err="1">
                <a:latin typeface="IBM Plex Sans Light" panose="020B0403050203000203" pitchFamily="34" charset="0"/>
              </a:rPr>
              <a:t>enim</a:t>
            </a:r>
            <a:r>
              <a:rPr lang="en-US" sz="2800" dirty="0">
                <a:latin typeface="IBM Plex Sans Light" panose="020B0403050203000203" pitchFamily="34" charset="0"/>
              </a:rPr>
              <a:t>.</a:t>
            </a:r>
          </a:p>
        </p:txBody>
      </p:sp>
      <p:sp>
        <p:nvSpPr>
          <p:cNvPr id="4" name="Footer Placeholder 3">
            <a:extLst>
              <a:ext uri="{FF2B5EF4-FFF2-40B4-BE49-F238E27FC236}">
                <a16:creationId xmlns:a16="http://schemas.microsoft.com/office/drawing/2014/main" id="{E71CF978-95F1-0188-4FBB-81AAB884C2C1}"/>
              </a:ext>
            </a:extLst>
          </p:cNvPr>
          <p:cNvSpPr>
            <a:spLocks noGrp="1"/>
          </p:cNvSpPr>
          <p:nvPr>
            <p:ph type="ftr" sz="quarter" idx="18"/>
          </p:nvPr>
        </p:nvSpPr>
        <p:spPr>
          <a:xfrm>
            <a:off x="576000" y="12816000"/>
            <a:ext cx="4956176" cy="381000"/>
          </a:xfrm>
        </p:spPr>
        <p:txBody>
          <a:bodyPr/>
          <a:lstStyle/>
          <a:p>
            <a:endParaRPr lang="en-US" dirty="0"/>
          </a:p>
        </p:txBody>
      </p:sp>
    </p:spTree>
    <p:extLst>
      <p:ext uri="{BB962C8B-B14F-4D97-AF65-F5344CB8AC3E}">
        <p14:creationId xmlns:p14="http://schemas.microsoft.com/office/powerpoint/2010/main" val="3264910353"/>
      </p:ext>
    </p:extLst>
  </p:cSld>
  <p:clrMapOvr>
    <a:masterClrMapping/>
  </p:clrMapOvr>
  <p:transition spd="med"/>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Legal disclaimer, one column">
    <p:bg>
      <p:bgPr>
        <a:solidFill>
          <a:schemeClr val="bg1"/>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0BB717A5-5D28-36C3-250F-93E0C68721CA}"/>
              </a:ext>
            </a:extLst>
          </p:cNvPr>
          <p:cNvSpPr>
            <a:spLocks noGrp="1"/>
          </p:cNvSpPr>
          <p:nvPr>
            <p:ph type="body" sz="quarter" idx="14"/>
          </p:nvPr>
        </p:nvSpPr>
        <p:spPr>
          <a:xfrm>
            <a:off x="576000" y="384048"/>
            <a:ext cx="4956175" cy="2859087"/>
          </a:xfrm>
        </p:spPr>
        <p:txBody>
          <a:bodyPr/>
          <a:lstStyle>
            <a:lvl1pPr>
              <a:lnSpc>
                <a:spcPct val="100000"/>
              </a:lnSpc>
              <a:spcBef>
                <a:spcPts val="0"/>
              </a:spcBef>
              <a:defRPr sz="6800">
                <a:solidFill>
                  <a:schemeClr val="tx2"/>
                </a:solidFill>
              </a:defRPr>
            </a:lvl1pPr>
            <a:lvl2pPr>
              <a:lnSpc>
                <a:spcPct val="100000"/>
              </a:lnSpc>
              <a:spcBef>
                <a:spcPts val="0"/>
              </a:spcBef>
              <a:defRPr sz="6400">
                <a:solidFill>
                  <a:schemeClr val="tx1"/>
                </a:solidFill>
              </a:defRPr>
            </a:lvl2pPr>
            <a:lvl3pPr>
              <a:lnSpc>
                <a:spcPct val="100000"/>
              </a:lnSpc>
              <a:spcBef>
                <a:spcPts val="0"/>
              </a:spcBef>
              <a:defRPr sz="6400">
                <a:solidFill>
                  <a:schemeClr val="tx1"/>
                </a:solidFill>
              </a:defRPr>
            </a:lvl3pPr>
            <a:lvl4pPr>
              <a:lnSpc>
                <a:spcPct val="100000"/>
              </a:lnSpc>
              <a:spcBef>
                <a:spcPts val="0"/>
              </a:spcBef>
              <a:defRPr sz="6400">
                <a:solidFill>
                  <a:schemeClr val="tx1"/>
                </a:solidFill>
              </a:defRPr>
            </a:lvl4pPr>
            <a:lvl5pPr>
              <a:lnSpc>
                <a:spcPct val="100000"/>
              </a:lnSpc>
              <a:spcBef>
                <a:spcPts val="0"/>
              </a:spcBef>
              <a:defRPr sz="6400">
                <a:solidFill>
                  <a:schemeClr val="tx1"/>
                </a:solidFill>
              </a:defRPr>
            </a:lvl5pPr>
          </a:lstStyle>
          <a:p>
            <a:pPr lvl="0"/>
            <a:r>
              <a:rPr lang="en-GB"/>
              <a:t>Click to edit Master text styles</a:t>
            </a:r>
          </a:p>
        </p:txBody>
      </p:sp>
      <p:sp>
        <p:nvSpPr>
          <p:cNvPr id="7" name="Text Placeholder 6">
            <a:extLst>
              <a:ext uri="{FF2B5EF4-FFF2-40B4-BE49-F238E27FC236}">
                <a16:creationId xmlns:a16="http://schemas.microsoft.com/office/drawing/2014/main" id="{13FF5DC1-E283-8AC5-8620-936474303181}"/>
              </a:ext>
            </a:extLst>
          </p:cNvPr>
          <p:cNvSpPr>
            <a:spLocks noGrp="1"/>
          </p:cNvSpPr>
          <p:nvPr>
            <p:ph type="body" sz="quarter" idx="15" hasCustomPrompt="1"/>
          </p:nvPr>
        </p:nvSpPr>
        <p:spPr>
          <a:xfrm>
            <a:off x="18862675" y="576000"/>
            <a:ext cx="4953000" cy="11625262"/>
          </a:xfrm>
        </p:spPr>
        <p:txBody>
          <a:bodyPr/>
          <a:lstStyle>
            <a:lvl1pPr>
              <a:lnSpc>
                <a:spcPct val="120000"/>
              </a:lnSpc>
              <a:spcBef>
                <a:spcPts val="0"/>
              </a:spcBef>
              <a:defRPr sz="1600" b="0" i="0">
                <a:solidFill>
                  <a:schemeClr val="tx1"/>
                </a:solidFill>
                <a:latin typeface="IBM Plex Sans" panose="020B0503050203000203" pitchFamily="34" charset="0"/>
              </a:defRPr>
            </a:lvl1pPr>
            <a:lvl2pPr marL="146304" indent="-146304">
              <a:lnSpc>
                <a:spcPct val="120000"/>
              </a:lnSpc>
              <a:spcBef>
                <a:spcPts val="0"/>
              </a:spcBef>
              <a:defRPr sz="1600" b="0" i="0">
                <a:solidFill>
                  <a:schemeClr val="tx1"/>
                </a:solidFill>
                <a:latin typeface="IBM Plex Sans" panose="020B0503050203000203" pitchFamily="34" charset="0"/>
              </a:defRPr>
            </a:lvl2pPr>
            <a:lvl3pPr marL="292608" indent="-146304">
              <a:lnSpc>
                <a:spcPct val="120000"/>
              </a:lnSpc>
              <a:spcBef>
                <a:spcPts val="0"/>
              </a:spcBef>
              <a:defRPr sz="1600" b="0" i="0">
                <a:solidFill>
                  <a:schemeClr val="tx1"/>
                </a:solidFill>
                <a:latin typeface="IBM Plex Sans" panose="020B0503050203000203" pitchFamily="34" charset="0"/>
              </a:defRPr>
            </a:lvl3pPr>
            <a:lvl4pPr marL="438912" indent="-146304">
              <a:lnSpc>
                <a:spcPct val="120000"/>
              </a:lnSpc>
              <a:spcBef>
                <a:spcPts val="0"/>
              </a:spcBef>
              <a:defRPr sz="1600" b="0" i="0">
                <a:solidFill>
                  <a:schemeClr val="tx1"/>
                </a:solidFill>
                <a:latin typeface="IBM Plex Sans" panose="020B0503050203000203" pitchFamily="34" charset="0"/>
              </a:defRPr>
            </a:lvl4pPr>
            <a:lvl5pPr>
              <a:lnSpc>
                <a:spcPct val="120000"/>
              </a:lnSpc>
              <a:spcBef>
                <a:spcPts val="0"/>
              </a:spcBef>
              <a:defRPr sz="1600" b="0" i="0">
                <a:solidFill>
                  <a:schemeClr val="tx1"/>
                </a:solidFill>
                <a:latin typeface="IBM Plex Sans" panose="020B0503050203000203" pitchFamily="34" charset="0"/>
              </a:defRPr>
            </a:lvl5pPr>
          </a:lstStyle>
          <a:p>
            <a:r>
              <a:rPr lang="en-US" dirty="0"/>
              <a:t>Copy and paste appropriate legal disclaimer text from one of the three options in the PDF guidance deck, found on pages 22-24. Always use the proper legal disclaimer for your presentation audience.</a:t>
            </a:r>
          </a:p>
        </p:txBody>
      </p:sp>
      <p:sp>
        <p:nvSpPr>
          <p:cNvPr id="2" name="Footer Placeholder 1">
            <a:extLst>
              <a:ext uri="{FF2B5EF4-FFF2-40B4-BE49-F238E27FC236}">
                <a16:creationId xmlns:a16="http://schemas.microsoft.com/office/drawing/2014/main" id="{04A6E1A4-1881-81E9-2BBE-BC4DBFE11A0E}"/>
              </a:ext>
            </a:extLst>
          </p:cNvPr>
          <p:cNvSpPr>
            <a:spLocks noGrp="1"/>
          </p:cNvSpPr>
          <p:nvPr>
            <p:ph type="ftr" sz="quarter" idx="16"/>
          </p:nvPr>
        </p:nvSpPr>
        <p:spPr>
          <a:xfrm>
            <a:off x="576000" y="12816000"/>
            <a:ext cx="4956176" cy="381000"/>
          </a:xfrm>
        </p:spPr>
        <p:txBody>
          <a:bodyPr/>
          <a:lstStyle/>
          <a:p>
            <a:endParaRPr lang="en-US" dirty="0"/>
          </a:p>
        </p:txBody>
      </p:sp>
      <p:sp>
        <p:nvSpPr>
          <p:cNvPr id="3" name="Slide Number">
            <a:extLst>
              <a:ext uri="{FF2B5EF4-FFF2-40B4-BE49-F238E27FC236}">
                <a16:creationId xmlns:a16="http://schemas.microsoft.com/office/drawing/2014/main" id="{0C628C1A-F2DD-6011-5846-A9A3A6D3BD72}"/>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2186187956"/>
      </p:ext>
    </p:extLst>
  </p:cSld>
  <p:clrMapOvr>
    <a:masterClrMapping/>
  </p:clrMapOvr>
  <p:transition spd="med"/>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Legal disclaimer, two columns">
    <p:bg>
      <p:bgPr>
        <a:solidFill>
          <a:schemeClr val="bg1"/>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0BB717A5-5D28-36C3-250F-93E0C68721CA}"/>
              </a:ext>
            </a:extLst>
          </p:cNvPr>
          <p:cNvSpPr>
            <a:spLocks noGrp="1"/>
          </p:cNvSpPr>
          <p:nvPr>
            <p:ph type="body" sz="quarter" idx="14"/>
          </p:nvPr>
        </p:nvSpPr>
        <p:spPr>
          <a:xfrm>
            <a:off x="576000" y="384048"/>
            <a:ext cx="4956175" cy="2859087"/>
          </a:xfrm>
        </p:spPr>
        <p:txBody>
          <a:bodyPr/>
          <a:lstStyle>
            <a:lvl1pPr>
              <a:lnSpc>
                <a:spcPct val="100000"/>
              </a:lnSpc>
              <a:spcBef>
                <a:spcPts val="0"/>
              </a:spcBef>
              <a:defRPr sz="6800">
                <a:solidFill>
                  <a:schemeClr val="tx2"/>
                </a:solidFill>
              </a:defRPr>
            </a:lvl1pPr>
            <a:lvl2pPr>
              <a:lnSpc>
                <a:spcPct val="100000"/>
              </a:lnSpc>
              <a:spcBef>
                <a:spcPts val="0"/>
              </a:spcBef>
              <a:defRPr sz="6400">
                <a:solidFill>
                  <a:schemeClr val="tx1"/>
                </a:solidFill>
              </a:defRPr>
            </a:lvl2pPr>
            <a:lvl3pPr>
              <a:lnSpc>
                <a:spcPct val="100000"/>
              </a:lnSpc>
              <a:spcBef>
                <a:spcPts val="0"/>
              </a:spcBef>
              <a:defRPr sz="6400">
                <a:solidFill>
                  <a:schemeClr val="tx1"/>
                </a:solidFill>
              </a:defRPr>
            </a:lvl3pPr>
            <a:lvl4pPr>
              <a:lnSpc>
                <a:spcPct val="100000"/>
              </a:lnSpc>
              <a:spcBef>
                <a:spcPts val="0"/>
              </a:spcBef>
              <a:defRPr sz="6400">
                <a:solidFill>
                  <a:schemeClr val="tx1"/>
                </a:solidFill>
              </a:defRPr>
            </a:lvl4pPr>
            <a:lvl5pPr>
              <a:lnSpc>
                <a:spcPct val="100000"/>
              </a:lnSpc>
              <a:spcBef>
                <a:spcPts val="0"/>
              </a:spcBef>
              <a:defRPr sz="6400">
                <a:solidFill>
                  <a:schemeClr val="tx1"/>
                </a:solidFill>
              </a:defRPr>
            </a:lvl5pPr>
          </a:lstStyle>
          <a:p>
            <a:pPr lvl="0"/>
            <a:r>
              <a:rPr lang="en-GB"/>
              <a:t>Click to edit Master text styles</a:t>
            </a:r>
          </a:p>
        </p:txBody>
      </p:sp>
      <p:sp>
        <p:nvSpPr>
          <p:cNvPr id="6" name="Text Placeholder 6">
            <a:extLst>
              <a:ext uri="{FF2B5EF4-FFF2-40B4-BE49-F238E27FC236}">
                <a16:creationId xmlns:a16="http://schemas.microsoft.com/office/drawing/2014/main" id="{54E531DA-4051-706E-065B-21A03914153D}"/>
              </a:ext>
            </a:extLst>
          </p:cNvPr>
          <p:cNvSpPr>
            <a:spLocks noGrp="1"/>
          </p:cNvSpPr>
          <p:nvPr>
            <p:ph type="body" sz="quarter" idx="17" hasCustomPrompt="1"/>
          </p:nvPr>
        </p:nvSpPr>
        <p:spPr>
          <a:xfrm>
            <a:off x="12780000" y="576000"/>
            <a:ext cx="4953000" cy="11625262"/>
          </a:xfrm>
        </p:spPr>
        <p:txBody>
          <a:bodyPr/>
          <a:lstStyle>
            <a:lvl1pPr>
              <a:lnSpc>
                <a:spcPct val="120000"/>
              </a:lnSpc>
              <a:spcBef>
                <a:spcPts val="0"/>
              </a:spcBef>
              <a:defRPr sz="1600" b="0" i="0">
                <a:solidFill>
                  <a:schemeClr val="tx1"/>
                </a:solidFill>
                <a:latin typeface="IBM Plex Sans" panose="020B0503050203000203" pitchFamily="34" charset="0"/>
              </a:defRPr>
            </a:lvl1pPr>
            <a:lvl2pPr marL="146304" indent="-146304">
              <a:lnSpc>
                <a:spcPct val="120000"/>
              </a:lnSpc>
              <a:spcBef>
                <a:spcPts val="0"/>
              </a:spcBef>
              <a:defRPr sz="1600" b="0" i="0">
                <a:solidFill>
                  <a:schemeClr val="tx1"/>
                </a:solidFill>
                <a:latin typeface="IBM Plex Sans" panose="020B0503050203000203" pitchFamily="34" charset="0"/>
              </a:defRPr>
            </a:lvl2pPr>
            <a:lvl3pPr marL="292608" indent="-146304">
              <a:lnSpc>
                <a:spcPct val="120000"/>
              </a:lnSpc>
              <a:spcBef>
                <a:spcPts val="0"/>
              </a:spcBef>
              <a:defRPr sz="1600" b="0" i="0">
                <a:solidFill>
                  <a:schemeClr val="tx1"/>
                </a:solidFill>
                <a:latin typeface="IBM Plex Sans" panose="020B0503050203000203" pitchFamily="34" charset="0"/>
              </a:defRPr>
            </a:lvl3pPr>
            <a:lvl4pPr marL="438912" indent="-146304">
              <a:lnSpc>
                <a:spcPct val="120000"/>
              </a:lnSpc>
              <a:spcBef>
                <a:spcPts val="0"/>
              </a:spcBef>
              <a:defRPr sz="1600" b="0" i="0">
                <a:solidFill>
                  <a:schemeClr val="tx1"/>
                </a:solidFill>
                <a:latin typeface="IBM Plex Sans" panose="020B0503050203000203" pitchFamily="34" charset="0"/>
              </a:defRPr>
            </a:lvl4pPr>
            <a:lvl5pPr>
              <a:lnSpc>
                <a:spcPct val="120000"/>
              </a:lnSpc>
              <a:spcBef>
                <a:spcPts val="0"/>
              </a:spcBef>
              <a:defRPr sz="1600" b="0" i="0">
                <a:solidFill>
                  <a:schemeClr val="tx1"/>
                </a:solidFill>
                <a:latin typeface="IBM Plex Sans" panose="020B0503050203000203" pitchFamily="34" charset="0"/>
              </a:defRPr>
            </a:lvl5pPr>
          </a:lstStyle>
          <a:p>
            <a:r>
              <a:rPr lang="en-US" dirty="0"/>
              <a:t>Copy and paste appropriate legal disclaimer text from one of the three options in the PDF guidance deck, found on pages 22-24. Always use the proper legal disclaimer for your presentation audience.</a:t>
            </a:r>
          </a:p>
        </p:txBody>
      </p:sp>
      <p:sp>
        <p:nvSpPr>
          <p:cNvPr id="7" name="Text Placeholder 6">
            <a:extLst>
              <a:ext uri="{FF2B5EF4-FFF2-40B4-BE49-F238E27FC236}">
                <a16:creationId xmlns:a16="http://schemas.microsoft.com/office/drawing/2014/main" id="{13FF5DC1-E283-8AC5-8620-936474303181}"/>
              </a:ext>
            </a:extLst>
          </p:cNvPr>
          <p:cNvSpPr>
            <a:spLocks noGrp="1"/>
          </p:cNvSpPr>
          <p:nvPr>
            <p:ph type="body" sz="quarter" idx="15" hasCustomPrompt="1"/>
          </p:nvPr>
        </p:nvSpPr>
        <p:spPr>
          <a:xfrm>
            <a:off x="18859500" y="576000"/>
            <a:ext cx="4953000" cy="11625262"/>
          </a:xfrm>
        </p:spPr>
        <p:txBody>
          <a:bodyPr/>
          <a:lstStyle>
            <a:lvl1pPr>
              <a:lnSpc>
                <a:spcPct val="120000"/>
              </a:lnSpc>
              <a:spcBef>
                <a:spcPts val="0"/>
              </a:spcBef>
              <a:defRPr sz="1600" b="0" i="0">
                <a:solidFill>
                  <a:schemeClr val="tx1"/>
                </a:solidFill>
                <a:latin typeface="IBM Plex Sans" panose="020B0503050203000203" pitchFamily="34" charset="0"/>
              </a:defRPr>
            </a:lvl1pPr>
            <a:lvl2pPr marL="146304" indent="-146304">
              <a:lnSpc>
                <a:spcPct val="120000"/>
              </a:lnSpc>
              <a:spcBef>
                <a:spcPts val="0"/>
              </a:spcBef>
              <a:defRPr sz="1600" b="0" i="0">
                <a:solidFill>
                  <a:schemeClr val="tx1"/>
                </a:solidFill>
                <a:latin typeface="IBM Plex Sans" panose="020B0503050203000203" pitchFamily="34" charset="0"/>
              </a:defRPr>
            </a:lvl2pPr>
            <a:lvl3pPr marL="292608" indent="-146304">
              <a:lnSpc>
                <a:spcPct val="120000"/>
              </a:lnSpc>
              <a:spcBef>
                <a:spcPts val="0"/>
              </a:spcBef>
              <a:defRPr sz="1600" b="0" i="0">
                <a:solidFill>
                  <a:schemeClr val="tx1"/>
                </a:solidFill>
                <a:latin typeface="IBM Plex Sans" panose="020B0503050203000203" pitchFamily="34" charset="0"/>
              </a:defRPr>
            </a:lvl3pPr>
            <a:lvl4pPr marL="438912" indent="-146304">
              <a:lnSpc>
                <a:spcPct val="120000"/>
              </a:lnSpc>
              <a:spcBef>
                <a:spcPts val="0"/>
              </a:spcBef>
              <a:defRPr sz="1600" b="0" i="0">
                <a:solidFill>
                  <a:schemeClr val="tx1"/>
                </a:solidFill>
                <a:latin typeface="IBM Plex Sans" panose="020B0503050203000203" pitchFamily="34" charset="0"/>
              </a:defRPr>
            </a:lvl4pPr>
            <a:lvl5pPr>
              <a:lnSpc>
                <a:spcPct val="120000"/>
              </a:lnSpc>
              <a:spcBef>
                <a:spcPts val="0"/>
              </a:spcBef>
              <a:defRPr sz="1600" b="0" i="0">
                <a:solidFill>
                  <a:schemeClr val="tx1"/>
                </a:solidFill>
                <a:latin typeface="IBM Plex Sans" panose="020B0503050203000203" pitchFamily="34" charset="0"/>
              </a:defRPr>
            </a:lvl5pPr>
          </a:lstStyle>
          <a:p>
            <a:r>
              <a:rPr lang="en-US" dirty="0"/>
              <a:t>Copy and paste appropriate legal disclaimer text from one of the three options in the PDF guidance deck, found on pages 22-24. Always use the proper legal disclaimer for your presentation audience.</a:t>
            </a:r>
          </a:p>
        </p:txBody>
      </p:sp>
      <p:sp>
        <p:nvSpPr>
          <p:cNvPr id="3" name="Footer Placeholder 3">
            <a:extLst>
              <a:ext uri="{FF2B5EF4-FFF2-40B4-BE49-F238E27FC236}">
                <a16:creationId xmlns:a16="http://schemas.microsoft.com/office/drawing/2014/main" id="{F5CA4A6F-2777-D002-EE9E-92C246A4DA85}"/>
              </a:ext>
            </a:extLst>
          </p:cNvPr>
          <p:cNvSpPr>
            <a:spLocks noGrp="1"/>
          </p:cNvSpPr>
          <p:nvPr>
            <p:ph type="ftr" sz="quarter" idx="18"/>
          </p:nvPr>
        </p:nvSpPr>
        <p:spPr>
          <a:xfrm>
            <a:off x="576000" y="12816000"/>
            <a:ext cx="4956176" cy="381000"/>
          </a:xfrm>
        </p:spPr>
        <p:txBody>
          <a:bodyPr/>
          <a:lstStyle/>
          <a:p>
            <a:endParaRPr lang="en-US" dirty="0"/>
          </a:p>
        </p:txBody>
      </p:sp>
      <p:sp>
        <p:nvSpPr>
          <p:cNvPr id="8" name="Slide Number">
            <a:extLst>
              <a:ext uri="{FF2B5EF4-FFF2-40B4-BE49-F238E27FC236}">
                <a16:creationId xmlns:a16="http://schemas.microsoft.com/office/drawing/2014/main" id="{3FBFB86A-A7DC-B54C-4EEC-B69E1897903E}"/>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19196161"/>
      </p:ext>
    </p:extLst>
  </p:cSld>
  <p:clrMapOvr>
    <a:masterClrMapping/>
  </p:clrMapOvr>
  <p:transition spd="med"/>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Blank slid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00" y="576071"/>
            <a:ext cx="4949825" cy="2468753"/>
          </a:xfrm>
        </p:spPr>
        <p:txBody>
          <a:bodyPr/>
          <a:lstStyle>
            <a:lvl1pPr>
              <a:lnSpc>
                <a:spcPct val="110000"/>
              </a:lnSpc>
              <a:defRPr sz="2800">
                <a:solidFill>
                  <a:schemeClr val="tx2"/>
                </a:solidFill>
              </a:defRPr>
            </a:lvl1pPr>
          </a:lstStyle>
          <a:p>
            <a:r>
              <a:rPr lang="en-GB"/>
              <a:t>Click to edit Master title style</a:t>
            </a:r>
            <a:endParaRPr lang="en-US" dirty="0"/>
          </a:p>
        </p:txBody>
      </p:sp>
      <p:sp>
        <p:nvSpPr>
          <p:cNvPr id="4" name="Footer Placeholder 3">
            <a:extLst>
              <a:ext uri="{FF2B5EF4-FFF2-40B4-BE49-F238E27FC236}">
                <a16:creationId xmlns:a16="http://schemas.microsoft.com/office/drawing/2014/main" id="{69559113-A66F-B148-0A73-FD8B5C2B023D}"/>
              </a:ext>
            </a:extLst>
          </p:cNvPr>
          <p:cNvSpPr>
            <a:spLocks noGrp="1"/>
          </p:cNvSpPr>
          <p:nvPr>
            <p:ph type="ftr" sz="quarter" idx="12"/>
          </p:nvPr>
        </p:nvSpPr>
        <p:spPr>
          <a:xfrm>
            <a:off x="576000" y="12816000"/>
            <a:ext cx="4956176" cy="381000"/>
          </a:xfrm>
        </p:spPr>
        <p:txBody>
          <a:bodyPr/>
          <a:lstStyle/>
          <a:p>
            <a:endParaRPr lang="en-US" dirty="0"/>
          </a:p>
        </p:txBody>
      </p:sp>
      <p:sp>
        <p:nvSpPr>
          <p:cNvPr id="3" name="Slide Number">
            <a:extLst>
              <a:ext uri="{FF2B5EF4-FFF2-40B4-BE49-F238E27FC236}">
                <a16:creationId xmlns:a16="http://schemas.microsoft.com/office/drawing/2014/main" id="{B0435695-E156-66C6-5CE4-B0F751F125D2}"/>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209605039"/>
      </p:ext>
    </p:extLst>
  </p:cSld>
  <p:clrMapOvr>
    <a:masterClrMapping/>
  </p:clrMapOvr>
  <p:transition spd="med"/>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Blank slide, no footer">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00" y="576071"/>
            <a:ext cx="4949825" cy="2468753"/>
          </a:xfrm>
        </p:spPr>
        <p:txBody>
          <a:bodyPr/>
          <a:lstStyle>
            <a:lvl1pPr>
              <a:lnSpc>
                <a:spcPct val="110000"/>
              </a:lnSpc>
              <a:defRPr sz="2800">
                <a:solidFill>
                  <a:schemeClr val="tx2"/>
                </a:solidFill>
              </a:defRPr>
            </a:lvl1pPr>
          </a:lstStyle>
          <a:p>
            <a:r>
              <a:rPr lang="en-GB"/>
              <a:t>Click to edit Master title style</a:t>
            </a:r>
            <a:endParaRPr lang="en-US" dirty="0"/>
          </a:p>
        </p:txBody>
      </p:sp>
      <p:sp>
        <p:nvSpPr>
          <p:cNvPr id="3" name="Slide Number">
            <a:extLst>
              <a:ext uri="{FF2B5EF4-FFF2-40B4-BE49-F238E27FC236}">
                <a16:creationId xmlns:a16="http://schemas.microsoft.com/office/drawing/2014/main" id="{B0435695-E156-66C6-5CE4-B0F751F125D2}"/>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681719226"/>
      </p:ext>
    </p:extLst>
  </p:cSld>
  <p:clrMapOvr>
    <a:masterClrMapping/>
  </p:clrMapOvr>
  <p:transition spd="med"/>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End slide">
    <p:bg>
      <p:bgPr>
        <a:solidFill>
          <a:schemeClr val="bg1"/>
        </a:solidFill>
        <a:effectLst/>
      </p:bgPr>
    </p:bg>
    <p:spTree>
      <p:nvGrpSpPr>
        <p:cNvPr id="1" name=""/>
        <p:cNvGrpSpPr/>
        <p:nvPr/>
      </p:nvGrpSpPr>
      <p:grpSpPr>
        <a:xfrm>
          <a:off x="0" y="0"/>
          <a:ext cx="0" cy="0"/>
          <a:chOff x="0" y="0"/>
          <a:chExt cx="0" cy="0"/>
        </a:xfrm>
      </p:grpSpPr>
      <p:pic>
        <p:nvPicPr>
          <p:cNvPr id="4" name="Picture 3" descr="IBM 8-bar logo">
            <a:extLst>
              <a:ext uri="{FF2B5EF4-FFF2-40B4-BE49-F238E27FC236}">
                <a16:creationId xmlns:a16="http://schemas.microsoft.com/office/drawing/2014/main" id="{F7060FE5-C047-4041-AB41-F553D2847ED5}"/>
              </a:ext>
            </a:extLst>
          </p:cNvPr>
          <p:cNvPicPr>
            <a:picLocks noChangeAspect="1"/>
          </p:cNvPicPr>
          <p:nvPr userDrawn="1"/>
        </p:nvPicPr>
        <p:blipFill>
          <a:blip r:embed="rId2"/>
          <a:stretch>
            <a:fillRect/>
          </a:stretch>
        </p:blipFill>
        <p:spPr>
          <a:xfrm>
            <a:off x="10465371" y="6168460"/>
            <a:ext cx="3456432" cy="1379081"/>
          </a:xfrm>
          <a:prstGeom prst="rect">
            <a:avLst/>
          </a:prstGeom>
        </p:spPr>
      </p:pic>
    </p:spTree>
    <p:extLst>
      <p:ext uri="{BB962C8B-B14F-4D97-AF65-F5344CB8AC3E}">
        <p14:creationId xmlns:p14="http://schemas.microsoft.com/office/powerpoint/2010/main" val="4195384914"/>
      </p:ext>
    </p:extLst>
  </p:cSld>
  <p:clrMapOvr>
    <a:masterClrMapping/>
  </p:clrMapOvr>
  <p:transition spd="med"/>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7" name="Slide Number"/>
          <p:cNvSpPr txBox="1">
            <a:spLocks noGrp="1"/>
          </p:cNvSpPr>
          <p:nvPr>
            <p:ph type="sldNum" sz="quarter" idx="2"/>
          </p:nvPr>
        </p:nvSpPr>
        <p:spPr>
          <a:xfrm>
            <a:off x="23541592" y="12951714"/>
            <a:ext cx="270908" cy="246221"/>
          </a:xfrm>
          <a:prstGeom prst="rect">
            <a:avLst/>
          </a:prstGeom>
          <a:ln w="12700">
            <a:miter lim="400000"/>
          </a:ln>
        </p:spPr>
        <p:txBody>
          <a:bodyPr wrap="none" lIns="0" tIns="0" rIns="0" bIns="0" anchor="b" anchorCtr="0">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48" name="Title Text"/>
          <p:cNvSpPr txBox="1">
            <a:spLocks noGrp="1"/>
          </p:cNvSpPr>
          <p:nvPr>
            <p:ph type="title"/>
          </p:nvPr>
        </p:nvSpPr>
        <p:spPr>
          <a:xfrm>
            <a:off x="576072" y="576072"/>
            <a:ext cx="22590125" cy="246875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p>
            <a:r>
              <a:rPr dirty="0"/>
              <a:t>Title Text</a:t>
            </a:r>
          </a:p>
        </p:txBody>
      </p:sp>
      <p:sp>
        <p:nvSpPr>
          <p:cNvPr id="49" name="Body Level One…"/>
          <p:cNvSpPr txBox="1">
            <a:spLocks noGrp="1"/>
          </p:cNvSpPr>
          <p:nvPr>
            <p:ph type="body" idx="1"/>
          </p:nvPr>
        </p:nvSpPr>
        <p:spPr>
          <a:xfrm>
            <a:off x="574675" y="3327399"/>
            <a:ext cx="22590125" cy="886777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p>
            <a:r>
              <a:rPr dirty="0"/>
              <a:t>Body Level One</a:t>
            </a:r>
          </a:p>
          <a:p>
            <a:pPr lvl="1"/>
            <a:r>
              <a:rPr dirty="0"/>
              <a:t>Body Level Two</a:t>
            </a:r>
          </a:p>
          <a:p>
            <a:pPr lvl="2"/>
            <a:r>
              <a:rPr dirty="0"/>
              <a:t>Body Level Three</a:t>
            </a:r>
          </a:p>
          <a:p>
            <a:pPr lvl="3"/>
            <a:r>
              <a:rPr dirty="0"/>
              <a:t>Body Level Four</a:t>
            </a:r>
          </a:p>
        </p:txBody>
      </p:sp>
      <p:sp>
        <p:nvSpPr>
          <p:cNvPr id="2" name="Footer Placeholder 1">
            <a:extLst>
              <a:ext uri="{FF2B5EF4-FFF2-40B4-BE49-F238E27FC236}">
                <a16:creationId xmlns:a16="http://schemas.microsoft.com/office/drawing/2014/main" id="{59EB465A-FE7F-6B71-D716-1673174BBF59}"/>
              </a:ext>
            </a:extLst>
          </p:cNvPr>
          <p:cNvSpPr>
            <a:spLocks noGrp="1"/>
          </p:cNvSpPr>
          <p:nvPr>
            <p:ph type="ftr" sz="quarter" idx="3"/>
          </p:nvPr>
        </p:nvSpPr>
        <p:spPr>
          <a:xfrm>
            <a:off x="576000" y="12823285"/>
            <a:ext cx="4956176" cy="381000"/>
          </a:xfrm>
          <a:prstGeom prst="rect">
            <a:avLst/>
          </a:prstGeom>
        </p:spPr>
        <p:txBody>
          <a:bodyPr vert="horz" lIns="0" tIns="0" rIns="0" bIns="0" rtlCol="0" anchor="b"/>
          <a:lstStyle>
            <a:lvl1pPr algn="l">
              <a:defRPr sz="1600" b="0" i="0">
                <a:solidFill>
                  <a:schemeClr val="tx1"/>
                </a:solidFill>
                <a:latin typeface="IBM Plex Sans" panose="020B0503050203000203" pitchFamily="34" charset="0"/>
              </a:defRPr>
            </a:lvl1pPr>
          </a:lstStyle>
          <a:p>
            <a:r>
              <a:rPr lang="en-US" dirty="0"/>
              <a:t>Footer text (optional)</a:t>
            </a:r>
          </a:p>
        </p:txBody>
      </p:sp>
    </p:spTree>
    <p:extLst>
      <p:ext uri="{BB962C8B-B14F-4D97-AF65-F5344CB8AC3E}">
        <p14:creationId xmlns:p14="http://schemas.microsoft.com/office/powerpoint/2010/main" val="3669031262"/>
      </p:ext>
    </p:extLst>
  </p:cSld>
  <p:clrMap bg1="dk1" tx1="lt1" bg2="dk2" tx2="lt2" accent1="accent1" accent2="accent2" accent3="accent3" accent4="accent4" accent5="accent5" accent6="accent6" hlink="hlink" folHlink="folHlink"/>
  <p:sldLayoutIdLst>
    <p:sldLayoutId id="2147483944" r:id="rId1"/>
    <p:sldLayoutId id="2147483945" r:id="rId2"/>
    <p:sldLayoutId id="2147483904" r:id="rId3"/>
    <p:sldLayoutId id="2147483905" r:id="rId4"/>
    <p:sldLayoutId id="2147483901" r:id="rId5"/>
    <p:sldLayoutId id="2147483692" r:id="rId6"/>
    <p:sldLayoutId id="2147483906" r:id="rId7"/>
    <p:sldLayoutId id="2147483907" r:id="rId8"/>
    <p:sldLayoutId id="2147483910" r:id="rId9"/>
    <p:sldLayoutId id="2147483908" r:id="rId10"/>
    <p:sldLayoutId id="2147483909" r:id="rId11"/>
    <p:sldLayoutId id="2147483912" r:id="rId12"/>
    <p:sldLayoutId id="2147483914" r:id="rId13"/>
    <p:sldLayoutId id="2147483915" r:id="rId14"/>
    <p:sldLayoutId id="2147483913" r:id="rId15"/>
    <p:sldLayoutId id="2147483917" r:id="rId16"/>
    <p:sldLayoutId id="2147483942" r:id="rId17"/>
    <p:sldLayoutId id="2147483919" r:id="rId18"/>
    <p:sldLayoutId id="2147483929" r:id="rId19"/>
    <p:sldLayoutId id="2147483920" r:id="rId20"/>
    <p:sldLayoutId id="2147483930" r:id="rId21"/>
    <p:sldLayoutId id="2147483928" r:id="rId22"/>
    <p:sldLayoutId id="2147483948" r:id="rId23"/>
    <p:sldLayoutId id="2147483927" r:id="rId24"/>
    <p:sldLayoutId id="2147483950" r:id="rId25"/>
    <p:sldLayoutId id="2147483921" r:id="rId26"/>
    <p:sldLayoutId id="2147483916" r:id="rId27"/>
    <p:sldLayoutId id="2147483922" r:id="rId28"/>
    <p:sldLayoutId id="2147483965" r:id="rId29"/>
    <p:sldLayoutId id="2147483956" r:id="rId30"/>
    <p:sldLayoutId id="2147483923" r:id="rId31"/>
    <p:sldLayoutId id="2147483924" r:id="rId32"/>
    <p:sldLayoutId id="2147483926" r:id="rId33"/>
    <p:sldLayoutId id="2147483925" r:id="rId34"/>
    <p:sldLayoutId id="2147483959" r:id="rId35"/>
    <p:sldLayoutId id="2147483937" r:id="rId36"/>
    <p:sldLayoutId id="2147483932" r:id="rId37"/>
    <p:sldLayoutId id="2147483934" r:id="rId38"/>
    <p:sldLayoutId id="2147483935" r:id="rId39"/>
    <p:sldLayoutId id="2147483936" r:id="rId40"/>
    <p:sldLayoutId id="2147483938" r:id="rId41"/>
    <p:sldLayoutId id="2147483939" r:id="rId42"/>
    <p:sldLayoutId id="2147483964" r:id="rId43"/>
    <p:sldLayoutId id="2147483940" r:id="rId44"/>
    <p:sldLayoutId id="2147483960" r:id="rId45"/>
    <p:sldLayoutId id="2147483943" r:id="rId46"/>
    <p:sldLayoutId id="2147483963" r:id="rId47"/>
    <p:sldLayoutId id="2147483941" r:id="rId48"/>
  </p:sldLayoutIdLst>
  <p:transition spd="med"/>
  <p:hf hdr="0" dt="0"/>
  <p:txStyles>
    <p:titleStyle>
      <a:lvl1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chemeClr val="tx2"/>
          </a:solidFill>
          <a:uFillTx/>
          <a:latin typeface="+mj-lt"/>
          <a:ea typeface="+mj-ea"/>
          <a:cs typeface="+mj-cs"/>
          <a:sym typeface="IBM Plex Sans Light"/>
        </a:defRPr>
      </a:lvl1pPr>
      <a:lvl2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2pPr>
      <a:lvl3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3pPr>
      <a:lvl4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4pPr>
      <a:lvl5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5pPr>
      <a:lvl6pPr marL="0" marR="0" indent="362568"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6pPr>
      <a:lvl7pPr marL="0" marR="0" indent="725139"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7pPr>
      <a:lvl8pPr marL="0" marR="0" indent="1087706"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8pPr>
      <a:lvl9pPr marL="0" marR="0" indent="1450276"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9pPr>
    </p:titleStyle>
    <p:bodyStyle>
      <a:lvl1pPr marL="0" marR="0" indent="0" algn="l" defTabSz="2438400" rtl="0" eaLnBrk="1" latinLnBrk="0" hangingPunct="1">
        <a:lnSpc>
          <a:spcPct val="110000"/>
        </a:lnSpc>
        <a:spcBef>
          <a:spcPts val="0"/>
        </a:spcBef>
        <a:spcAft>
          <a:spcPts val="0"/>
        </a:spcAft>
        <a:buClrTx/>
        <a:buSzTx/>
        <a:buFontTx/>
        <a:buNone/>
        <a:tabLst/>
        <a:defRPr sz="3600" b="0" i="0" u="none" strike="noStrike" cap="none" spc="0" baseline="0">
          <a:solidFill>
            <a:schemeClr val="tx1"/>
          </a:solidFill>
          <a:uFillTx/>
          <a:latin typeface="+mj-lt"/>
          <a:ea typeface="+mj-ea"/>
          <a:cs typeface="+mj-cs"/>
          <a:sym typeface="IBM Plex Sans Light"/>
        </a:defRPr>
      </a:lvl1pPr>
      <a:lvl2pPr marL="329184"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2pPr>
      <a:lvl3pPr marL="658368"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3pPr>
      <a:lvl4pPr marL="987552"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4pPr>
      <a:lvl5pPr marL="1143000" marR="0" indent="-457200" algn="l" defTabSz="2438400" rtl="0" eaLnBrk="1" latinLnBrk="0" hangingPunct="1">
        <a:lnSpc>
          <a:spcPct val="110000"/>
        </a:lnSpc>
        <a:spcBef>
          <a:spcPts val="2900"/>
        </a:spcBef>
        <a:spcAft>
          <a:spcPts val="0"/>
        </a:spcAft>
        <a:buClrTx/>
        <a:buSzPct val="100000"/>
        <a:buFont typeface="IBM Plex Sans" panose="020B0604020202020204" pitchFamily="34" charset="0"/>
        <a:buChar char="•"/>
        <a:tabLst/>
        <a:defRPr sz="3600" b="0" i="0" u="none" strike="noStrike" cap="none" spc="0" baseline="0">
          <a:solidFill>
            <a:srgbClr val="000000"/>
          </a:solidFill>
          <a:uFillTx/>
          <a:latin typeface="+mj-lt"/>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p:bodyStyle>
    <p:otherStyle>
      <a:lvl1pPr marL="0" marR="0" indent="0"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1pPr>
      <a:lvl2pPr marL="0" marR="0" indent="342991"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2pPr>
      <a:lvl3pPr marL="0" marR="0" indent="685982"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3pPr>
      <a:lvl4pPr marL="0" marR="0" indent="1028974"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4pPr>
      <a:lvl5pPr marL="0" marR="0" indent="1371965"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5pPr>
      <a:lvl6pPr marL="0" marR="0" indent="1714956"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6pPr>
      <a:lvl7pPr marL="0" marR="0" indent="2057948"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7pPr>
      <a:lvl8pPr marL="0" marR="0" indent="2400940"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8pPr>
      <a:lvl9pPr marL="0" marR="0" indent="2743931"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9pPr>
    </p:otherStyle>
  </p:txStyles>
  <p:extLst>
    <p:ext uri="{27BBF7A9-308A-43DC-89C8-2F10F3537804}">
      <p15:sldGuideLst xmlns:p15="http://schemas.microsoft.com/office/powerpoint/2012/main">
        <p15:guide id="3" pos="364">
          <p15:clr>
            <a:srgbClr val="EE5396"/>
          </p15:clr>
        </p15:guide>
        <p15:guide id="4" pos="3840">
          <p15:clr>
            <a:srgbClr val="0F62FE"/>
          </p15:clr>
        </p15:guide>
        <p15:guide id="5" pos="1916">
          <p15:clr>
            <a:srgbClr val="EE5396"/>
          </p15:clr>
        </p15:guide>
        <p15:guide id="6" pos="5756">
          <p15:clr>
            <a:srgbClr val="EE5396"/>
          </p15:clr>
        </p15:guide>
        <p15:guide id="7" pos="7319">
          <p15:clr>
            <a:srgbClr val="EE5396"/>
          </p15:clr>
        </p15:guide>
        <p15:guide id="8" pos="8040">
          <p15:clr>
            <a:srgbClr val="EE5396"/>
          </p15:clr>
        </p15:guide>
        <p15:guide id="9" pos="4200">
          <p15:clr>
            <a:srgbClr val="EE5396"/>
          </p15:clr>
        </p15:guide>
        <p15:guide id="10" pos="3480">
          <p15:clr>
            <a:srgbClr val="EE5396"/>
          </p15:clr>
        </p15:guide>
        <p15:guide id="11" pos="9594">
          <p15:clr>
            <a:srgbClr val="EE5396"/>
          </p15:clr>
        </p15:guide>
        <p15:guide id="13" pos="11160">
          <p15:clr>
            <a:srgbClr val="EE5396"/>
          </p15:clr>
        </p15:guide>
        <p15:guide id="14" pos="11880">
          <p15:clr>
            <a:srgbClr val="EE5396"/>
          </p15:clr>
        </p15:guide>
        <p15:guide id="15" pos="13440">
          <p15:clr>
            <a:srgbClr val="EE5396"/>
          </p15:clr>
        </p15:guide>
        <p15:guide id="16" pos="14995">
          <p15:clr>
            <a:srgbClr val="EE5396"/>
          </p15:clr>
        </p15:guide>
        <p15:guide id="19" orient="horz" pos="3840" userDrawn="1">
          <p15:clr>
            <a:srgbClr val="EE5396"/>
          </p15:clr>
        </p15:guide>
        <p15:guide id="20" orient="horz" pos="958" userDrawn="1">
          <p15:clr>
            <a:srgbClr val="EE5396"/>
          </p15:clr>
        </p15:guide>
        <p15:guide id="25" orient="horz" pos="7682" userDrawn="1">
          <p15:clr>
            <a:srgbClr val="EE5396"/>
          </p15:clr>
        </p15:guide>
        <p15:guide id="26" pos="7680">
          <p15:clr>
            <a:srgbClr val="0F62FE"/>
          </p15:clr>
        </p15:guide>
        <p15:guide id="27" pos="11520">
          <p15:clr>
            <a:srgbClr val="0F62FE"/>
          </p15:clr>
        </p15:guide>
        <p15:guide id="30" orient="horz" pos="1918" userDrawn="1">
          <p15:clr>
            <a:srgbClr val="EE5396"/>
          </p15:clr>
        </p15:guide>
        <p15:guide id="32" orient="horz" pos="6720" userDrawn="1">
          <p15:clr>
            <a:srgbClr val="EE5396"/>
          </p15:clr>
        </p15:guide>
        <p15:guide id="33" orient="horz" pos="2880" userDrawn="1">
          <p15:clr>
            <a:srgbClr val="EE5396"/>
          </p15:clr>
        </p15:guide>
        <p15:guide id="34" orient="horz" pos="4800" userDrawn="1">
          <p15:clr>
            <a:srgbClr val="EE5396"/>
          </p15:clr>
        </p15:guide>
        <p15:guide id="35" orient="horz" pos="5758" userDrawn="1">
          <p15:clr>
            <a:srgbClr val="EE5396"/>
          </p15:clr>
        </p15:guide>
        <p15:guide id="36" orient="horz" pos="8284" userDrawn="1">
          <p15:clr>
            <a:srgbClr val="9FCC3B"/>
          </p15:clr>
        </p15:guide>
        <p15:guide id="37" orient="horz" pos="360" userDrawn="1">
          <p15:clr>
            <a:srgbClr val="9FCC3B"/>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8.xml"/><Relationship Id="rId5" Type="http://schemas.openxmlformats.org/officeDocument/2006/relationships/hyperlink" Target="http://www.apple.com/" TargetMode="External"/><Relationship Id="rId4" Type="http://schemas.openxmlformats.org/officeDocument/2006/relationships/hyperlink" Target="mailto:email.address@ibm.com"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hyperlink" Target="mailto:email.address@ibm.com" TargetMode="External"/><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40.xml"/></Relationships>
</file>

<file path=ppt/slides/_rels/slide2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46.xml"/><Relationship Id="rId5" Type="http://schemas.openxmlformats.org/officeDocument/2006/relationships/image" Target="../media/image23.jpeg"/><Relationship Id="rId4" Type="http://schemas.openxmlformats.org/officeDocument/2006/relationships/image" Target="../media/image2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0.xml"/></Relationships>
</file>

<file path=ppt/slides/_rels/slide2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0.xml"/></Relationships>
</file>

<file path=ppt/slides/_rels/slide24.xml.rels><?xml version="1.0" encoding="UTF-8" standalone="yes"?>
<Relationships xmlns="http://schemas.openxmlformats.org/package/2006/relationships"><Relationship Id="rId2" Type="http://schemas.openxmlformats.org/officeDocument/2006/relationships/image" Target="../media/image25.emf"/><Relationship Id="rId1" Type="http://schemas.openxmlformats.org/officeDocument/2006/relationships/slideLayout" Target="../slideLayouts/slideLayout46.xml"/></Relationships>
</file>

<file path=ppt/slides/_rels/slide2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9.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6.xml.rels><?xml version="1.0" encoding="UTF-8" standalone="yes"?>
<Relationships xmlns="http://schemas.openxmlformats.org/package/2006/relationships"><Relationship Id="rId3" Type="http://schemas.openxmlformats.org/officeDocument/2006/relationships/image" Target="../media/image28.emf"/><Relationship Id="rId2" Type="http://schemas.openxmlformats.org/officeDocument/2006/relationships/image" Target="../media/image27.emf"/><Relationship Id="rId1" Type="http://schemas.openxmlformats.org/officeDocument/2006/relationships/slideLayout" Target="../slideLayouts/slideLayout16.xml"/><Relationship Id="rId5" Type="http://schemas.openxmlformats.org/officeDocument/2006/relationships/image" Target="../media/image30.emf"/><Relationship Id="rId4" Type="http://schemas.openxmlformats.org/officeDocument/2006/relationships/image" Target="../media/image29.emf"/></Relationships>
</file>

<file path=ppt/slides/_rels/slide37.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8.xml"/></Relationships>
</file>

<file path=ppt/slides/_rels/slide38.xml.rels><?xml version="1.0" encoding="UTF-8" standalone="yes"?>
<Relationships xmlns="http://schemas.openxmlformats.org/package/2006/relationships"><Relationship Id="rId3" Type="http://schemas.openxmlformats.org/officeDocument/2006/relationships/image" Target="../media/image32.jpeg"/><Relationship Id="rId7" Type="http://schemas.openxmlformats.org/officeDocument/2006/relationships/image" Target="../media/image36.svg"/><Relationship Id="rId2" Type="http://schemas.openxmlformats.org/officeDocument/2006/relationships/notesSlide" Target="../notesSlides/notesSlide5.xml"/><Relationship Id="rId1" Type="http://schemas.openxmlformats.org/officeDocument/2006/relationships/slideLayout" Target="../slideLayouts/slideLayout17.xml"/><Relationship Id="rId6" Type="http://schemas.openxmlformats.org/officeDocument/2006/relationships/image" Target="../media/image35.png"/><Relationship Id="rId5" Type="http://schemas.openxmlformats.org/officeDocument/2006/relationships/image" Target="../media/image34.svg"/><Relationship Id="rId4" Type="http://schemas.openxmlformats.org/officeDocument/2006/relationships/image" Target="../media/image33.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16.xml"/><Relationship Id="rId5" Type="http://schemas.openxmlformats.org/officeDocument/2006/relationships/image" Target="../media/image40.png"/><Relationship Id="rId4" Type="http://schemas.openxmlformats.org/officeDocument/2006/relationships/image" Target="../media/image39.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3" Type="http://schemas.openxmlformats.org/officeDocument/2006/relationships/image" Target="../media/image41.emf"/><Relationship Id="rId2" Type="http://schemas.openxmlformats.org/officeDocument/2006/relationships/image" Target="../media/image30.emf"/><Relationship Id="rId1" Type="http://schemas.openxmlformats.org/officeDocument/2006/relationships/slideLayout" Target="../slideLayouts/slideLayout13.xml"/><Relationship Id="rId4" Type="http://schemas.openxmlformats.org/officeDocument/2006/relationships/image" Target="../media/image42.emf"/></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47.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9.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16.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51.xml.rels><?xml version="1.0" encoding="UTF-8" standalone="yes"?>
<Relationships xmlns="http://schemas.openxmlformats.org/package/2006/relationships"><Relationship Id="rId2" Type="http://schemas.openxmlformats.org/officeDocument/2006/relationships/image" Target="../media/image46.jpeg"/><Relationship Id="rId1" Type="http://schemas.openxmlformats.org/officeDocument/2006/relationships/slideLayout" Target="../slideLayouts/slideLayout20.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55.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16.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63.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15.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6.xml"/></Relationships>
</file>

<file path=ppt/slides/_rels/slide67.xml.rels><?xml version="1.0" encoding="UTF-8" standalone="yes"?>
<Relationships xmlns="http://schemas.openxmlformats.org/package/2006/relationships"><Relationship Id="rId2" Type="http://schemas.openxmlformats.org/officeDocument/2006/relationships/image" Target="../media/image48.jpeg"/><Relationship Id="rId1" Type="http://schemas.openxmlformats.org/officeDocument/2006/relationships/slideLayout" Target="../slideLayouts/slideLayout36.xml"/></Relationships>
</file>

<file path=ppt/slides/_rels/slide68.xml.rels><?xml version="1.0" encoding="UTF-8" standalone="yes"?>
<Relationships xmlns="http://schemas.openxmlformats.org/package/2006/relationships"><Relationship Id="rId2" Type="http://schemas.openxmlformats.org/officeDocument/2006/relationships/image" Target="../media/image49.jpeg"/><Relationship Id="rId1" Type="http://schemas.openxmlformats.org/officeDocument/2006/relationships/slideLayout" Target="../slideLayouts/slideLayout36.xml"/></Relationships>
</file>

<file path=ppt/slides/_rels/slide69.xml.rels><?xml version="1.0" encoding="UTF-8" standalone="yes"?>
<Relationships xmlns="http://schemas.openxmlformats.org/package/2006/relationships"><Relationship Id="rId2" Type="http://schemas.openxmlformats.org/officeDocument/2006/relationships/image" Target="../media/image50.jpeg"/><Relationship Id="rId1" Type="http://schemas.openxmlformats.org/officeDocument/2006/relationships/slideLayout" Target="../slideLayouts/slideLayout36.xml"/></Relationships>
</file>

<file path=ppt/slides/_rels/slide70.xml.rels><?xml version="1.0" encoding="UTF-8" standalone="yes"?>
<Relationships xmlns="http://schemas.openxmlformats.org/package/2006/relationships"><Relationship Id="rId2" Type="http://schemas.openxmlformats.org/officeDocument/2006/relationships/image" Target="../media/image51.jpeg"/><Relationship Id="rId1" Type="http://schemas.openxmlformats.org/officeDocument/2006/relationships/slideLayout" Target="../slideLayouts/slideLayout36.xml"/></Relationships>
</file>

<file path=ppt/slides/_rels/slide71.xml.rels><?xml version="1.0" encoding="UTF-8" standalone="yes"?>
<Relationships xmlns="http://schemas.openxmlformats.org/package/2006/relationships"><Relationship Id="rId3" Type="http://schemas.openxmlformats.org/officeDocument/2006/relationships/image" Target="../media/image53.emf"/><Relationship Id="rId2" Type="http://schemas.openxmlformats.org/officeDocument/2006/relationships/image" Target="../media/image52.png"/><Relationship Id="rId1" Type="http://schemas.openxmlformats.org/officeDocument/2006/relationships/slideLayout" Target="../slideLayouts/slideLayout31.xml"/><Relationship Id="rId6" Type="http://schemas.openxmlformats.org/officeDocument/2006/relationships/image" Target="../media/image56.emf"/><Relationship Id="rId5" Type="http://schemas.openxmlformats.org/officeDocument/2006/relationships/image" Target="../media/image55.emf"/><Relationship Id="rId4" Type="http://schemas.openxmlformats.org/officeDocument/2006/relationships/image" Target="../media/image54.emf"/></Relationships>
</file>

<file path=ppt/slides/_rels/slide72.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9.xml"/></Relationships>
</file>

<file path=ppt/slides/_rels/slide73.xml.rels><?xml version="1.0" encoding="UTF-8" standalone="yes"?>
<Relationships xmlns="http://schemas.openxmlformats.org/package/2006/relationships"><Relationship Id="rId3" Type="http://schemas.openxmlformats.org/officeDocument/2006/relationships/image" Target="../media/image59.emf"/><Relationship Id="rId2" Type="http://schemas.openxmlformats.org/officeDocument/2006/relationships/image" Target="../media/image58.emf"/><Relationship Id="rId1" Type="http://schemas.openxmlformats.org/officeDocument/2006/relationships/slideLayout" Target="../slideLayouts/slideLayout28.xml"/><Relationship Id="rId5" Type="http://schemas.openxmlformats.org/officeDocument/2006/relationships/image" Target="../media/image61.png"/><Relationship Id="rId4" Type="http://schemas.openxmlformats.org/officeDocument/2006/relationships/image" Target="../media/image60.emf"/></Relationships>
</file>

<file path=ppt/slides/_rels/slide74.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8.xml"/></Relationships>
</file>

<file path=ppt/slides/_rels/slide75.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36.xml"/></Relationships>
</file>

<file path=ppt/slides/_rels/slide76.xml.rels><?xml version="1.0" encoding="UTF-8" standalone="yes"?>
<Relationships xmlns="http://schemas.openxmlformats.org/package/2006/relationships"><Relationship Id="rId3" Type="http://schemas.openxmlformats.org/officeDocument/2006/relationships/image" Target="../media/image65.emf"/><Relationship Id="rId7" Type="http://schemas.openxmlformats.org/officeDocument/2006/relationships/image" Target="../media/image69.emf"/><Relationship Id="rId2" Type="http://schemas.openxmlformats.org/officeDocument/2006/relationships/image" Target="../media/image64.emf"/><Relationship Id="rId1" Type="http://schemas.openxmlformats.org/officeDocument/2006/relationships/slideLayout" Target="../slideLayouts/slideLayout34.xml"/><Relationship Id="rId6" Type="http://schemas.openxmlformats.org/officeDocument/2006/relationships/image" Target="../media/image68.emf"/><Relationship Id="rId5" Type="http://schemas.openxmlformats.org/officeDocument/2006/relationships/image" Target="../media/image67.emf"/><Relationship Id="rId4" Type="http://schemas.openxmlformats.org/officeDocument/2006/relationships/image" Target="../media/image66.emf"/></Relationships>
</file>

<file path=ppt/slides/_rels/slide77.xml.rels><?xml version="1.0" encoding="UTF-8" standalone="yes"?>
<Relationships xmlns="http://schemas.openxmlformats.org/package/2006/relationships"><Relationship Id="rId8" Type="http://schemas.openxmlformats.org/officeDocument/2006/relationships/image" Target="../media/image76.png"/><Relationship Id="rId13" Type="http://schemas.openxmlformats.org/officeDocument/2006/relationships/image" Target="../media/image81.svg"/><Relationship Id="rId3" Type="http://schemas.openxmlformats.org/officeDocument/2006/relationships/image" Target="../media/image71.svg"/><Relationship Id="rId7" Type="http://schemas.openxmlformats.org/officeDocument/2006/relationships/image" Target="../media/image75.svg"/><Relationship Id="rId12" Type="http://schemas.openxmlformats.org/officeDocument/2006/relationships/image" Target="../media/image80.png"/><Relationship Id="rId2" Type="http://schemas.openxmlformats.org/officeDocument/2006/relationships/image" Target="../media/image70.png"/><Relationship Id="rId1" Type="http://schemas.openxmlformats.org/officeDocument/2006/relationships/slideLayout" Target="../slideLayouts/slideLayout46.xml"/><Relationship Id="rId6" Type="http://schemas.openxmlformats.org/officeDocument/2006/relationships/image" Target="../media/image74.png"/><Relationship Id="rId11" Type="http://schemas.openxmlformats.org/officeDocument/2006/relationships/image" Target="../media/image79.svg"/><Relationship Id="rId5" Type="http://schemas.openxmlformats.org/officeDocument/2006/relationships/image" Target="../media/image73.svg"/><Relationship Id="rId10" Type="http://schemas.openxmlformats.org/officeDocument/2006/relationships/image" Target="../media/image78.png"/><Relationship Id="rId4" Type="http://schemas.openxmlformats.org/officeDocument/2006/relationships/image" Target="../media/image72.png"/><Relationship Id="rId9" Type="http://schemas.openxmlformats.org/officeDocument/2006/relationships/image" Target="../media/image77.sv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79.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33.xml"/></Relationships>
</file>

<file path=ppt/slides/_rels/slide80.xml.rels><?xml version="1.0" encoding="UTF-8" standalone="yes"?>
<Relationships xmlns="http://schemas.openxmlformats.org/package/2006/relationships"><Relationship Id="rId3" Type="http://schemas.openxmlformats.org/officeDocument/2006/relationships/image" Target="../media/image84.jpeg"/><Relationship Id="rId7" Type="http://schemas.openxmlformats.org/officeDocument/2006/relationships/image" Target="../media/image88.jpeg"/><Relationship Id="rId2" Type="http://schemas.openxmlformats.org/officeDocument/2006/relationships/image" Target="../media/image83.jpeg"/><Relationship Id="rId1" Type="http://schemas.openxmlformats.org/officeDocument/2006/relationships/slideLayout" Target="../slideLayouts/slideLayout41.xml"/><Relationship Id="rId6" Type="http://schemas.openxmlformats.org/officeDocument/2006/relationships/image" Target="../media/image87.jpeg"/><Relationship Id="rId5" Type="http://schemas.openxmlformats.org/officeDocument/2006/relationships/image" Target="../media/image86.jpeg"/><Relationship Id="rId4" Type="http://schemas.openxmlformats.org/officeDocument/2006/relationships/image" Target="../media/image85.jpe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82.xml.rels><?xml version="1.0" encoding="UTF-8" standalone="yes"?>
<Relationships xmlns="http://schemas.openxmlformats.org/package/2006/relationships"><Relationship Id="rId8" Type="http://schemas.openxmlformats.org/officeDocument/2006/relationships/image" Target="../media/image95.png"/><Relationship Id="rId3" Type="http://schemas.openxmlformats.org/officeDocument/2006/relationships/image" Target="../media/image90.svg"/><Relationship Id="rId7" Type="http://schemas.openxmlformats.org/officeDocument/2006/relationships/image" Target="../media/image94.svg"/><Relationship Id="rId2" Type="http://schemas.openxmlformats.org/officeDocument/2006/relationships/image" Target="../media/image89.png"/><Relationship Id="rId1" Type="http://schemas.openxmlformats.org/officeDocument/2006/relationships/slideLayout" Target="../slideLayouts/slideLayout46.xml"/><Relationship Id="rId6" Type="http://schemas.openxmlformats.org/officeDocument/2006/relationships/image" Target="../media/image93.png"/><Relationship Id="rId11" Type="http://schemas.openxmlformats.org/officeDocument/2006/relationships/image" Target="../media/image98.svg"/><Relationship Id="rId5" Type="http://schemas.openxmlformats.org/officeDocument/2006/relationships/image" Target="../media/image92.svg"/><Relationship Id="rId10" Type="http://schemas.openxmlformats.org/officeDocument/2006/relationships/image" Target="../media/image97.png"/><Relationship Id="rId4" Type="http://schemas.openxmlformats.org/officeDocument/2006/relationships/image" Target="../media/image91.png"/><Relationship Id="rId9" Type="http://schemas.openxmlformats.org/officeDocument/2006/relationships/image" Target="../media/image96.sv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84.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8.xml"/><Relationship Id="rId1" Type="http://schemas.openxmlformats.org/officeDocument/2006/relationships/slideLayout" Target="../slideLayouts/slideLayout31.xml"/><Relationship Id="rId6" Type="http://schemas.openxmlformats.org/officeDocument/2006/relationships/chart" Target="../charts/chart5.xml"/><Relationship Id="rId5" Type="http://schemas.openxmlformats.org/officeDocument/2006/relationships/chart" Target="../charts/chart4.xml"/><Relationship Id="rId4" Type="http://schemas.openxmlformats.org/officeDocument/2006/relationships/chart" Target="../charts/chart3.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1.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1.xml"/></Relationships>
</file>

<file path=ppt/slides/_rels/slide87.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image" Target="../media/image99.png"/><Relationship Id="rId1" Type="http://schemas.openxmlformats.org/officeDocument/2006/relationships/slideLayout" Target="../slideLayouts/slideLayout28.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89.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12.xml"/><Relationship Id="rId1" Type="http://schemas.openxmlformats.org/officeDocument/2006/relationships/slideLayout" Target="../slideLayouts/slideLayout21.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93.xml.rels><?xml version="1.0" encoding="UTF-8" standalone="yes"?>
<Relationships xmlns="http://schemas.openxmlformats.org/package/2006/relationships"><Relationship Id="rId2" Type="http://schemas.openxmlformats.org/officeDocument/2006/relationships/image" Target="../media/image101.emf"/><Relationship Id="rId1" Type="http://schemas.openxmlformats.org/officeDocument/2006/relationships/slideLayout" Target="../slideLayouts/slideLayout4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1">
            <a:extLst>
              <a:ext uri="{FF2B5EF4-FFF2-40B4-BE49-F238E27FC236}">
                <a16:creationId xmlns:a16="http://schemas.microsoft.com/office/drawing/2014/main" id="{EC10D2E3-7073-AD37-7DC7-75B8EA83680D}"/>
              </a:ext>
            </a:extLst>
          </p:cNvPr>
          <p:cNvSpPr>
            <a:spLocks noGrp="1"/>
          </p:cNvSpPr>
          <p:nvPr>
            <p:ph type="title"/>
          </p:nvPr>
        </p:nvSpPr>
        <p:spPr>
          <a:xfrm>
            <a:off x="582613" y="571499"/>
            <a:ext cx="4941887" cy="4022725"/>
          </a:xfrm>
        </p:spPr>
        <p:txBody>
          <a:bodyPr/>
          <a:lstStyle/>
          <a:p>
            <a:r>
              <a:rPr lang="en-US" sz="2800" dirty="0">
                <a:latin typeface="IBM Plex Sans" pitchFamily="2" charset="0"/>
                <a:ea typeface="IBM Plex Sans" pitchFamily="2" charset="0"/>
                <a:cs typeface="IBM Plex Sans" pitchFamily="2" charset="0"/>
              </a:rPr>
              <a:t>Templates </a:t>
            </a:r>
            <a:br>
              <a:rPr lang="en-US" sz="2800" dirty="0"/>
            </a:br>
            <a:r>
              <a:rPr lang="en-US" sz="2800" dirty="0"/>
              <a:t>Sample layouts</a:t>
            </a:r>
          </a:p>
        </p:txBody>
      </p:sp>
      <p:sp>
        <p:nvSpPr>
          <p:cNvPr id="5" name="Footer Placeholder 4">
            <a:extLst>
              <a:ext uri="{FF2B5EF4-FFF2-40B4-BE49-F238E27FC236}">
                <a16:creationId xmlns:a16="http://schemas.microsoft.com/office/drawing/2014/main" id="{89003724-6438-49C6-C8B2-78BC7460C96B}"/>
              </a:ext>
            </a:extLst>
          </p:cNvPr>
          <p:cNvSpPr>
            <a:spLocks noGrp="1"/>
          </p:cNvSpPr>
          <p:nvPr>
            <p:ph type="ftr" sz="quarter" idx="18"/>
          </p:nvPr>
        </p:nvSpPr>
        <p:spPr>
          <a:xfrm>
            <a:off x="581024" y="12823285"/>
            <a:ext cx="4956176" cy="381000"/>
          </a:xfrm>
        </p:spPr>
        <p:txBody>
          <a:bodyPr/>
          <a:lstStyle/>
          <a:p>
            <a:endParaRPr lang="en-US" dirty="0"/>
          </a:p>
        </p:txBody>
      </p:sp>
      <p:cxnSp>
        <p:nvCxnSpPr>
          <p:cNvPr id="16" name="Straight Connector 15" descr="Vertical column divider">
            <a:extLst>
              <a:ext uri="{FF2B5EF4-FFF2-40B4-BE49-F238E27FC236}">
                <a16:creationId xmlns:a16="http://schemas.microsoft.com/office/drawing/2014/main" id="{185CAB7B-9C6B-1EA7-D008-04B544539439}"/>
              </a:ext>
            </a:extLst>
          </p:cNvPr>
          <p:cNvCxnSpPr>
            <a:cxnSpLocks/>
          </p:cNvCxnSpPr>
          <p:nvPr/>
        </p:nvCxnSpPr>
        <p:spPr bwMode="auto">
          <a:xfrm>
            <a:off x="6096000" y="569913"/>
            <a:ext cx="0" cy="1162526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8" name="Text Placeholder 2">
            <a:extLst>
              <a:ext uri="{FF2B5EF4-FFF2-40B4-BE49-F238E27FC236}">
                <a16:creationId xmlns:a16="http://schemas.microsoft.com/office/drawing/2014/main" id="{C52012EE-1DC4-0457-48FE-7688F50FDD22}"/>
              </a:ext>
            </a:extLst>
          </p:cNvPr>
          <p:cNvSpPr txBox="1">
            <a:spLocks/>
          </p:cNvSpPr>
          <p:nvPr/>
        </p:nvSpPr>
        <p:spPr>
          <a:xfrm>
            <a:off x="6671456" y="576072"/>
            <a:ext cx="4953000" cy="285908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lvl1pPr marL="0" marR="0" indent="0" algn="l" defTabSz="1161288" rtl="0" eaLnBrk="1" latinLnBrk="0" hangingPunct="1">
              <a:lnSpc>
                <a:spcPct val="110000"/>
              </a:lnSpc>
              <a:spcBef>
                <a:spcPts val="0"/>
              </a:spcBef>
              <a:spcAft>
                <a:spcPts val="0"/>
              </a:spcAft>
              <a:buClrTx/>
              <a:buSzTx/>
              <a:buFontTx/>
              <a:buNone/>
              <a:tabLst/>
              <a:defRPr sz="3600" b="0" i="0" u="none" strike="noStrike" cap="none" spc="0" baseline="0">
                <a:solidFill>
                  <a:schemeClr val="tx1"/>
                </a:solidFill>
                <a:uFillTx/>
                <a:latin typeface="+mj-lt"/>
                <a:ea typeface="+mj-ea"/>
                <a:cs typeface="+mj-cs"/>
                <a:sym typeface="IBM Plex Sans Light"/>
              </a:defRPr>
            </a:lvl1pPr>
            <a:lvl2pPr marL="329184" marR="0" indent="-329184" algn="l" defTabSz="1161288"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2pPr>
            <a:lvl3pPr marL="658368" marR="0" indent="-329184" algn="l" defTabSz="1161288"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3pPr>
            <a:lvl4pPr marL="987552" marR="0" indent="-329184" algn="l" defTabSz="1161288"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4pPr>
            <a:lvl5pPr marL="1143000" marR="0" indent="-457200" algn="l" defTabSz="1161288" rtl="0" eaLnBrk="1" latinLnBrk="0" hangingPunct="1">
              <a:lnSpc>
                <a:spcPct val="110000"/>
              </a:lnSpc>
              <a:spcBef>
                <a:spcPts val="0"/>
              </a:spcBef>
              <a:spcAft>
                <a:spcPts val="0"/>
              </a:spcAft>
              <a:buClrTx/>
              <a:buSzPct val="100000"/>
              <a:buFont typeface="IBM Plex Sans" panose="020B0604020202020204" pitchFamily="34" charset="0"/>
              <a:buChar char="•"/>
              <a:tabLst/>
              <a:defRPr sz="3600" b="0" i="0" u="none" strike="noStrike" cap="none" spc="0" baseline="0">
                <a:solidFill>
                  <a:schemeClr val="tx1"/>
                </a:solidFill>
                <a:uFillTx/>
                <a:latin typeface="+mj-lt"/>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pPr defTabSz="1158240"/>
            <a:r>
              <a:rPr lang="en-US" sz="2800" kern="0" dirty="0"/>
              <a:t>Inspiration</a:t>
            </a:r>
          </a:p>
          <a:p>
            <a:pPr defTabSz="1158240"/>
            <a:endParaRPr lang="en-US" sz="2800" kern="0" dirty="0"/>
          </a:p>
          <a:p>
            <a:pPr defTabSz="1158240"/>
            <a:endParaRPr lang="en-US" sz="2800" kern="0" dirty="0"/>
          </a:p>
        </p:txBody>
      </p:sp>
      <p:sp>
        <p:nvSpPr>
          <p:cNvPr id="12" name="Text Placeholder 2">
            <a:extLst>
              <a:ext uri="{FF2B5EF4-FFF2-40B4-BE49-F238E27FC236}">
                <a16:creationId xmlns:a16="http://schemas.microsoft.com/office/drawing/2014/main" id="{03CF7160-23BD-7074-566F-9AEFEF6E9242}"/>
              </a:ext>
            </a:extLst>
          </p:cNvPr>
          <p:cNvSpPr txBox="1">
            <a:spLocks/>
          </p:cNvSpPr>
          <p:nvPr/>
        </p:nvSpPr>
        <p:spPr>
          <a:xfrm>
            <a:off x="6671456" y="3044825"/>
            <a:ext cx="7318864" cy="915035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lvl1pPr marL="0" marR="0" indent="0" algn="l" defTabSz="1161288" rtl="0" eaLnBrk="1" latinLnBrk="0" hangingPunct="1">
              <a:lnSpc>
                <a:spcPct val="110000"/>
              </a:lnSpc>
              <a:spcBef>
                <a:spcPts val="0"/>
              </a:spcBef>
              <a:spcAft>
                <a:spcPts val="0"/>
              </a:spcAft>
              <a:buClrTx/>
              <a:buSzTx/>
              <a:buFontTx/>
              <a:buNone/>
              <a:tabLst/>
              <a:defRPr sz="3600" b="0" i="0" u="none" strike="noStrike" cap="none" spc="0" baseline="0">
                <a:solidFill>
                  <a:schemeClr val="tx1"/>
                </a:solidFill>
                <a:uFillTx/>
                <a:latin typeface="+mj-lt"/>
                <a:ea typeface="+mj-ea"/>
                <a:cs typeface="+mj-cs"/>
                <a:sym typeface="IBM Plex Sans Light"/>
              </a:defRPr>
            </a:lvl1pPr>
            <a:lvl2pPr marL="329184" marR="0" indent="-329184" algn="l" defTabSz="1161288"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2pPr>
            <a:lvl3pPr marL="658368" marR="0" indent="-329184" algn="l" defTabSz="1161288"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3pPr>
            <a:lvl4pPr marL="987552" marR="0" indent="-329184" algn="l" defTabSz="1161288"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4pPr>
            <a:lvl5pPr marL="1143000" marR="0" indent="-457200" algn="l" defTabSz="1161288" rtl="0" eaLnBrk="1" latinLnBrk="0" hangingPunct="1">
              <a:lnSpc>
                <a:spcPct val="110000"/>
              </a:lnSpc>
              <a:spcBef>
                <a:spcPts val="0"/>
              </a:spcBef>
              <a:spcAft>
                <a:spcPts val="0"/>
              </a:spcAft>
              <a:buClrTx/>
              <a:buSzPct val="100000"/>
              <a:buFont typeface="IBM Plex Sans" panose="020B0604020202020204" pitchFamily="34" charset="0"/>
              <a:buChar char="•"/>
              <a:tabLst/>
              <a:defRPr sz="3600" b="0" i="0" u="none" strike="noStrike" cap="none" spc="0" baseline="0">
                <a:solidFill>
                  <a:schemeClr val="tx1"/>
                </a:solidFill>
                <a:uFillTx/>
                <a:latin typeface="+mj-lt"/>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pPr defTabSz="1158240"/>
            <a:r>
              <a:rPr lang="en-US" sz="2800" b="0" i="0" dirty="0">
                <a:solidFill>
                  <a:srgbClr val="1D1C1D"/>
                </a:solidFill>
                <a:effectLst/>
                <a:latin typeface="+mn-lt"/>
              </a:rPr>
              <a:t>These samples are built on the template slides. They demonstrate various content layout options. </a:t>
            </a:r>
          </a:p>
          <a:p>
            <a:pPr defTabSz="1158240"/>
            <a:endParaRPr lang="en-US" sz="2800" dirty="0">
              <a:solidFill>
                <a:srgbClr val="1D1C1D"/>
              </a:solidFill>
              <a:latin typeface="+mn-lt"/>
            </a:endParaRPr>
          </a:p>
          <a:p>
            <a:pPr defTabSz="1158240"/>
            <a:r>
              <a:rPr lang="en-US" sz="2800" b="0" i="0" dirty="0">
                <a:solidFill>
                  <a:srgbClr val="1D1C1D"/>
                </a:solidFill>
                <a:effectLst/>
                <a:latin typeface="+mn-lt"/>
              </a:rPr>
              <a:t>Some headlines, body copy, sources and footers, while taken from actual presentations, are jumbled on purpose to avoid being mistaken for authentic IBM material.</a:t>
            </a:r>
          </a:p>
          <a:p>
            <a:pPr defTabSz="1158240"/>
            <a:endParaRPr lang="en-US" sz="2800" dirty="0">
              <a:solidFill>
                <a:srgbClr val="1D1C1D"/>
              </a:solidFill>
              <a:latin typeface="+mn-lt"/>
            </a:endParaRPr>
          </a:p>
          <a:p>
            <a:pPr defTabSz="1158240"/>
            <a:r>
              <a:rPr lang="en-US" sz="2800" b="0" i="0" dirty="0">
                <a:solidFill>
                  <a:srgbClr val="1D1C1D"/>
                </a:solidFill>
                <a:effectLst/>
                <a:latin typeface="+mn-lt"/>
              </a:rPr>
              <a:t>Study the size and placement of various elements as well as the relationships between them. Feel free to lift layout ideas as you build your presentation deck.</a:t>
            </a:r>
            <a:endParaRPr lang="en-US" sz="2800" kern="0" dirty="0">
              <a:latin typeface="+mn-lt"/>
            </a:endParaRPr>
          </a:p>
        </p:txBody>
      </p:sp>
      <p:sp>
        <p:nvSpPr>
          <p:cNvPr id="22" name="Slide Number Placeholder 21">
            <a:extLst>
              <a:ext uri="{FF2B5EF4-FFF2-40B4-BE49-F238E27FC236}">
                <a16:creationId xmlns:a16="http://schemas.microsoft.com/office/drawing/2014/main" id="{FBA9F84C-1EA9-D365-B300-5B2B42671F77}"/>
              </a:ext>
            </a:extLst>
          </p:cNvPr>
          <p:cNvSpPr>
            <a:spLocks noGrp="1"/>
          </p:cNvSpPr>
          <p:nvPr>
            <p:ph type="sldNum" sz="quarter" idx="4"/>
          </p:nvPr>
        </p:nvSpPr>
        <p:spPr/>
        <p:txBody>
          <a:bodyPr/>
          <a:lstStyle/>
          <a:p>
            <a:fld id="{86CB4B4D-7CA3-9044-876B-883B54F8677D}" type="slidenum">
              <a:rPr lang="en-US" smtClean="0"/>
              <a:pPr/>
              <a:t>1</a:t>
            </a:fld>
            <a:endParaRPr lang="en-US" dirty="0"/>
          </a:p>
        </p:txBody>
      </p:sp>
    </p:spTree>
    <p:extLst>
      <p:ext uri="{BB962C8B-B14F-4D97-AF65-F5344CB8AC3E}">
        <p14:creationId xmlns:p14="http://schemas.microsoft.com/office/powerpoint/2010/main" val="3489156826"/>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Placeholder 6" descr="Photo showing multistory building with balconies ">
            <a:extLst>
              <a:ext uri="{FF2B5EF4-FFF2-40B4-BE49-F238E27FC236}">
                <a16:creationId xmlns:a16="http://schemas.microsoft.com/office/drawing/2014/main" id="{6E209B61-489E-CE07-955D-D5DDCC99B6BB}"/>
              </a:ext>
            </a:extLst>
          </p:cNvPr>
          <p:cNvPicPr>
            <a:picLocks noGrp="1" noChangeAspect="1"/>
          </p:cNvPicPr>
          <p:nvPr>
            <p:ph type="pic" sz="quarter" idx="12"/>
          </p:nvPr>
        </p:nvPicPr>
        <p:blipFill rotWithShape="1">
          <a:blip r:embed="rId2" cstate="screen">
            <a:extLst>
              <a:ext uri="{28A0092B-C50C-407E-A947-70E740481C1C}">
                <a14:useLocalDpi xmlns:a14="http://schemas.microsoft.com/office/drawing/2010/main"/>
              </a:ext>
            </a:extLst>
          </a:blip>
          <a:srcRect t="4" b="4"/>
          <a:stretch/>
        </p:blipFill>
        <p:spPr>
          <a:xfrm>
            <a:off x="12763499" y="571499"/>
            <a:ext cx="11043132" cy="12578663"/>
          </a:xfrm>
        </p:spPr>
      </p:pic>
      <p:sp>
        <p:nvSpPr>
          <p:cNvPr id="11" name="Title 10">
            <a:extLst>
              <a:ext uri="{FF2B5EF4-FFF2-40B4-BE49-F238E27FC236}">
                <a16:creationId xmlns:a16="http://schemas.microsoft.com/office/drawing/2014/main" id="{EA14EC32-5EBA-F8A7-F54A-AF972463EC12}"/>
              </a:ext>
            </a:extLst>
          </p:cNvPr>
          <p:cNvSpPr>
            <a:spLocks noGrp="1"/>
          </p:cNvSpPr>
          <p:nvPr>
            <p:ph type="title"/>
          </p:nvPr>
        </p:nvSpPr>
        <p:spPr>
          <a:xfrm>
            <a:off x="580544" y="311150"/>
            <a:ext cx="10101072" cy="10356850"/>
          </a:xfrm>
        </p:spPr>
        <p:txBody>
          <a:bodyPr/>
          <a:lstStyle/>
          <a:p>
            <a:r>
              <a:rPr lang="en-US" dirty="0"/>
              <a:t>Software </a:t>
            </a:r>
            <a:br>
              <a:rPr lang="en-US" dirty="0"/>
            </a:br>
            <a:r>
              <a:rPr lang="en-US" dirty="0"/>
              <a:t>business</a:t>
            </a:r>
            <a:br>
              <a:rPr lang="en-US" dirty="0"/>
            </a:br>
            <a:r>
              <a:rPr lang="en-US" dirty="0"/>
              <a:t>controls</a:t>
            </a:r>
            <a:br>
              <a:rPr lang="en-US" dirty="0"/>
            </a:br>
            <a:r>
              <a:rPr lang="en-US" dirty="0"/>
              <a:t>1Q27</a:t>
            </a:r>
            <a:br>
              <a:rPr lang="en-US" sz="8800" dirty="0"/>
            </a:br>
            <a:br>
              <a:rPr lang="en-US" sz="7200" dirty="0"/>
            </a:br>
            <a:r>
              <a:rPr lang="en-US" sz="2800" dirty="0"/>
              <a:t>IBM Confidential</a:t>
            </a:r>
            <a:endParaRPr lang="en-US" dirty="0"/>
          </a:p>
        </p:txBody>
      </p:sp>
    </p:spTree>
    <p:extLst>
      <p:ext uri="{BB962C8B-B14F-4D97-AF65-F5344CB8AC3E}">
        <p14:creationId xmlns:p14="http://schemas.microsoft.com/office/powerpoint/2010/main" val="2167370876"/>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3">
            <a:extLst>
              <a:ext uri="{FF2B5EF4-FFF2-40B4-BE49-F238E27FC236}">
                <a16:creationId xmlns:a16="http://schemas.microsoft.com/office/drawing/2014/main" id="{1899CF2A-F53B-0018-DC8F-333EA1F78BA2}"/>
              </a:ext>
            </a:extLst>
          </p:cNvPr>
          <p:cNvSpPr txBox="1">
            <a:spLocks/>
          </p:cNvSpPr>
          <p:nvPr/>
        </p:nvSpPr>
        <p:spPr>
          <a:xfrm>
            <a:off x="574675" y="576072"/>
            <a:ext cx="3380609" cy="344302"/>
          </a:xfrm>
          <a:prstGeom prst="rect">
            <a:avLst/>
          </a:prstGeom>
          <a:noFill/>
          <a:ln w="12700">
            <a:noFill/>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lstStyle>
            <a:lvl1pPr marL="0" marR="0" indent="0" algn="ctr" defTabSz="2438400" rtl="0" latinLnBrk="0">
              <a:lnSpc>
                <a:spcPct val="110000"/>
              </a:lnSpc>
              <a:spcBef>
                <a:spcPts val="2900"/>
              </a:spcBef>
              <a:spcAft>
                <a:spcPts val="0"/>
              </a:spcAft>
              <a:buClrTx/>
              <a:buSzTx/>
              <a:buFontTx/>
              <a:buNone/>
              <a:tabLst/>
              <a:defRPr sz="3600" b="0" i="0" u="none" strike="noStrike" cap="none" spc="0" baseline="0">
                <a:solidFill>
                  <a:schemeClr val="accent5"/>
                </a:solidFill>
                <a:uFillTx/>
                <a:latin typeface="+mj-lt"/>
                <a:ea typeface="+mj-ea"/>
                <a:cs typeface="+mj-cs"/>
                <a:sym typeface="IBM Plex Sans Light"/>
              </a:defRPr>
            </a:lvl1pPr>
            <a:lvl2pPr marL="444465" marR="0" indent="-446749" algn="l" defTabSz="2438400" rtl="0" latinLnBrk="0">
              <a:lnSpc>
                <a:spcPct val="11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2pPr>
            <a:lvl3pPr marL="615918" marR="0" indent="-446749" algn="l" defTabSz="2438400" rtl="0" latinLnBrk="0">
              <a:lnSpc>
                <a:spcPct val="11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3pPr>
            <a:lvl4pPr marL="901671" marR="0" indent="-446749" algn="l" defTabSz="2438400" rtl="0" latinLnBrk="0">
              <a:lnSpc>
                <a:spcPct val="11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4pPr>
            <a:lvl5pPr marL="1076298" marR="0" indent="-446749" algn="l" defTabSz="2438400" rtl="0" latinLnBrk="0">
              <a:lnSpc>
                <a:spcPct val="11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5pPr>
            <a:lvl6pPr marL="1843060"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pPr algn="l"/>
            <a:r>
              <a:rPr lang="en-US" sz="2800" kern="0" dirty="0">
                <a:solidFill>
                  <a:schemeClr val="tx1"/>
                </a:solidFill>
              </a:rPr>
              <a:t>IBM Confidential</a:t>
            </a:r>
          </a:p>
        </p:txBody>
      </p:sp>
      <p:pic>
        <p:nvPicPr>
          <p:cNvPr id="17" name="Picture Placeholder 16" descr="Photo showing two people seated discussing content on laptop, taken at a higher angle showing carpeted floor ">
            <a:extLst>
              <a:ext uri="{FF2B5EF4-FFF2-40B4-BE49-F238E27FC236}">
                <a16:creationId xmlns:a16="http://schemas.microsoft.com/office/drawing/2014/main" id="{2E428361-FAD3-94D7-3141-1569C52353BB}"/>
              </a:ext>
            </a:extLst>
          </p:cNvPr>
          <p:cNvPicPr>
            <a:picLocks noGrp="1" noChangeAspect="1"/>
          </p:cNvPicPr>
          <p:nvPr>
            <p:ph type="pic" sz="quarter" idx="12"/>
          </p:nvPr>
        </p:nvPicPr>
        <p:blipFill rotWithShape="1">
          <a:blip r:embed="rId2" cstate="screen">
            <a:extLst>
              <a:ext uri="{28A0092B-C50C-407E-A947-70E740481C1C}">
                <a14:useLocalDpi xmlns:a14="http://schemas.microsoft.com/office/drawing/2010/main"/>
              </a:ext>
            </a:extLst>
          </a:blip>
          <a:srcRect l="54" r="54"/>
          <a:stretch/>
        </p:blipFill>
        <p:spPr>
          <a:xfrm>
            <a:off x="12763499" y="571499"/>
            <a:ext cx="11043132" cy="12578663"/>
          </a:xfrm>
        </p:spPr>
      </p:pic>
      <p:sp>
        <p:nvSpPr>
          <p:cNvPr id="3" name="Title 2">
            <a:extLst>
              <a:ext uri="{FF2B5EF4-FFF2-40B4-BE49-F238E27FC236}">
                <a16:creationId xmlns:a16="http://schemas.microsoft.com/office/drawing/2014/main" id="{7F3D7DD8-1923-A305-D989-C4ED2C3A59C2}"/>
              </a:ext>
            </a:extLst>
          </p:cNvPr>
          <p:cNvSpPr>
            <a:spLocks noGrp="1"/>
          </p:cNvSpPr>
          <p:nvPr>
            <p:ph type="title"/>
          </p:nvPr>
        </p:nvSpPr>
        <p:spPr>
          <a:xfrm>
            <a:off x="581025" y="3048964"/>
            <a:ext cx="4965669" cy="7619036"/>
          </a:xfrm>
        </p:spPr>
        <p:txBody>
          <a:bodyPr/>
          <a:lstStyle/>
          <a:p>
            <a:r>
              <a:rPr lang="en-US" dirty="0"/>
              <a:t>Software </a:t>
            </a:r>
            <a:br>
              <a:rPr lang="en-US" dirty="0"/>
            </a:br>
            <a:r>
              <a:rPr lang="en-US" dirty="0"/>
              <a:t>business</a:t>
            </a:r>
            <a:br>
              <a:rPr lang="en-US" dirty="0"/>
            </a:br>
            <a:r>
              <a:rPr lang="en-US" dirty="0"/>
              <a:t>controls</a:t>
            </a:r>
            <a:br>
              <a:rPr lang="en-US" dirty="0"/>
            </a:br>
            <a:endParaRPr lang="en-US" dirty="0"/>
          </a:p>
        </p:txBody>
      </p:sp>
      <p:cxnSp>
        <p:nvCxnSpPr>
          <p:cNvPr id="8" name="Straight Connector 7" descr="Vertical column divider ">
            <a:extLst>
              <a:ext uri="{FF2B5EF4-FFF2-40B4-BE49-F238E27FC236}">
                <a16:creationId xmlns:a16="http://schemas.microsoft.com/office/drawing/2014/main" id="{C59D5577-C371-56B9-0216-426FF793615E}"/>
              </a:ext>
            </a:extLst>
          </p:cNvPr>
          <p:cNvCxnSpPr>
            <a:cxnSpLocks/>
          </p:cNvCxnSpPr>
          <p:nvPr/>
        </p:nvCxnSpPr>
        <p:spPr bwMode="auto">
          <a:xfrm>
            <a:off x="6096000" y="569913"/>
            <a:ext cx="0" cy="1162526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6" name="Title 2">
            <a:extLst>
              <a:ext uri="{FF2B5EF4-FFF2-40B4-BE49-F238E27FC236}">
                <a16:creationId xmlns:a16="http://schemas.microsoft.com/office/drawing/2014/main" id="{E182C6A8-09F0-6F5F-7CEB-D4C035804CAA}"/>
              </a:ext>
            </a:extLst>
          </p:cNvPr>
          <p:cNvSpPr txBox="1">
            <a:spLocks/>
          </p:cNvSpPr>
          <p:nvPr/>
        </p:nvSpPr>
        <p:spPr>
          <a:xfrm>
            <a:off x="6691284" y="3044825"/>
            <a:ext cx="4927630" cy="762317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lvl1pPr marL="0" marR="0" indent="0" algn="l" defTabSz="2438400" rtl="0" latinLnBrk="0">
              <a:lnSpc>
                <a:spcPct val="100000"/>
              </a:lnSpc>
              <a:spcBef>
                <a:spcPts val="0"/>
              </a:spcBef>
              <a:spcAft>
                <a:spcPts val="0"/>
              </a:spcAft>
              <a:buClrTx/>
              <a:buSzTx/>
              <a:buFontTx/>
              <a:buNone/>
              <a:tabLst/>
              <a:defRPr sz="8600" b="0" i="0" u="none" strike="noStrike" cap="none" spc="0" baseline="0">
                <a:solidFill>
                  <a:schemeClr val="tx1"/>
                </a:solidFill>
                <a:uFillTx/>
                <a:latin typeface="+mj-lt"/>
                <a:ea typeface="+mj-ea"/>
                <a:cs typeface="+mj-cs"/>
                <a:sym typeface="IBM Plex Sans Light"/>
              </a:defRPr>
            </a:lvl1pPr>
            <a:lvl2pPr marL="0" marR="0" indent="0"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2pPr>
            <a:lvl3pPr marL="0" marR="0" indent="0"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3pPr>
            <a:lvl4pPr marL="0" marR="0" indent="0"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4pPr>
            <a:lvl5pPr marL="0" marR="0" indent="0"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5pPr>
            <a:lvl6pPr marL="0" marR="0" indent="362568"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6pPr>
            <a:lvl7pPr marL="0" marR="0" indent="725139"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7pPr>
            <a:lvl8pPr marL="0" marR="0" indent="1087706"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8pPr>
            <a:lvl9pPr marL="0" marR="0" indent="1450276"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9pPr>
          </a:lstStyle>
          <a:p>
            <a:r>
              <a:rPr lang="en-US" sz="8400" kern="0" dirty="0"/>
              <a:t>1Q27</a:t>
            </a:r>
          </a:p>
        </p:txBody>
      </p:sp>
    </p:spTree>
    <p:extLst>
      <p:ext uri="{BB962C8B-B14F-4D97-AF65-F5344CB8AC3E}">
        <p14:creationId xmlns:p14="http://schemas.microsoft.com/office/powerpoint/2010/main" val="3984280565"/>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Placeholder 8" descr="Photo showing hands holding computer components over schematic diagrams">
            <a:extLst>
              <a:ext uri="{FF2B5EF4-FFF2-40B4-BE49-F238E27FC236}">
                <a16:creationId xmlns:a16="http://schemas.microsoft.com/office/drawing/2014/main" id="{9D26018D-039E-879A-EEE7-CE7120100FAB}"/>
              </a:ext>
            </a:extLst>
          </p:cNvPr>
          <p:cNvPicPr>
            <a:picLocks noGrp="1" noChangeAspect="1"/>
          </p:cNvPicPr>
          <p:nvPr>
            <p:ph type="pic" sz="quarter" idx="12"/>
          </p:nvPr>
        </p:nvPicPr>
        <p:blipFill rotWithShape="1">
          <a:blip r:embed="rId2" cstate="screen">
            <a:extLst>
              <a:ext uri="{28A0092B-C50C-407E-A947-70E740481C1C}">
                <a14:useLocalDpi xmlns:a14="http://schemas.microsoft.com/office/drawing/2010/main"/>
              </a:ext>
            </a:extLst>
          </a:blip>
          <a:srcRect l="40" r="40"/>
          <a:stretch/>
        </p:blipFill>
        <p:spPr>
          <a:xfrm>
            <a:off x="12763499" y="571499"/>
            <a:ext cx="11043132" cy="12578663"/>
          </a:xfrm>
        </p:spPr>
      </p:pic>
      <p:sp>
        <p:nvSpPr>
          <p:cNvPr id="7" name="Title 6">
            <a:extLst>
              <a:ext uri="{FF2B5EF4-FFF2-40B4-BE49-F238E27FC236}">
                <a16:creationId xmlns:a16="http://schemas.microsoft.com/office/drawing/2014/main" id="{A4D3A393-19D4-BE77-EC85-E7AADDFB0338}"/>
              </a:ext>
            </a:extLst>
          </p:cNvPr>
          <p:cNvSpPr>
            <a:spLocks noGrp="1"/>
          </p:cNvSpPr>
          <p:nvPr>
            <p:ph type="title"/>
          </p:nvPr>
        </p:nvSpPr>
        <p:spPr>
          <a:xfrm>
            <a:off x="581025" y="311150"/>
            <a:ext cx="11042650" cy="10356850"/>
          </a:xfrm>
        </p:spPr>
        <p:txBody>
          <a:bodyPr/>
          <a:lstStyle/>
          <a:p>
            <a:pPr>
              <a:lnSpc>
                <a:spcPct val="90000"/>
              </a:lnSpc>
            </a:pPr>
            <a:r>
              <a:rPr lang="en-US" sz="16800" noProof="0" dirty="0">
                <a:solidFill>
                  <a:srgbClr val="0F62FE"/>
                </a:solidFill>
                <a:latin typeface="IBM Plex Sans ExtLt" panose="020B0303050203000203" pitchFamily="34" charset="0"/>
                <a:sym typeface="IBM Plex Sans Light"/>
              </a:rPr>
              <a:t>Build and </a:t>
            </a:r>
            <a:br>
              <a:rPr lang="en-US" sz="16800" noProof="0" dirty="0">
                <a:solidFill>
                  <a:srgbClr val="0F62FE"/>
                </a:solidFill>
                <a:latin typeface="IBM Plex Sans ExtLt" panose="020B0303050203000203" pitchFamily="34" charset="0"/>
                <a:sym typeface="IBM Plex Sans Light"/>
              </a:rPr>
            </a:br>
            <a:r>
              <a:rPr lang="en-US" sz="16800" noProof="0" dirty="0">
                <a:solidFill>
                  <a:srgbClr val="0F62FE"/>
                </a:solidFill>
                <a:latin typeface="IBM Plex Sans ExtLt" panose="020B0303050203000203" pitchFamily="34" charset="0"/>
                <a:sym typeface="IBM Plex Sans Light"/>
              </a:rPr>
              <a:t>modernize </a:t>
            </a:r>
            <a:br>
              <a:rPr lang="en-US" sz="16800" noProof="0" dirty="0">
                <a:solidFill>
                  <a:srgbClr val="0F62FE"/>
                </a:solidFill>
                <a:latin typeface="IBM Plex Sans ExtLt" panose="020B0303050203000203" pitchFamily="34" charset="0"/>
                <a:sym typeface="IBM Plex Sans Light"/>
              </a:rPr>
            </a:br>
            <a:r>
              <a:rPr lang="en-US" sz="16800" noProof="0" dirty="0">
                <a:solidFill>
                  <a:srgbClr val="0F62FE"/>
                </a:solidFill>
                <a:latin typeface="IBM Plex Sans ExtLt" panose="020B0303050203000203" pitchFamily="34" charset="0"/>
                <a:sym typeface="IBM Plex Sans Light"/>
              </a:rPr>
              <a:t>faster</a:t>
            </a:r>
            <a:endParaRPr lang="en-US" sz="16800" dirty="0">
              <a:solidFill>
                <a:srgbClr val="0F62FE"/>
              </a:solidFill>
              <a:latin typeface="IBM Plex Sans ExtLt" panose="020B0303050203000203" pitchFamily="34" charset="0"/>
            </a:endParaRPr>
          </a:p>
        </p:txBody>
      </p:sp>
      <p:sp>
        <p:nvSpPr>
          <p:cNvPr id="2" name="Rectangle 1" descr="Square node over image, blue 60">
            <a:extLst>
              <a:ext uri="{FF2B5EF4-FFF2-40B4-BE49-F238E27FC236}">
                <a16:creationId xmlns:a16="http://schemas.microsoft.com/office/drawing/2014/main" id="{1AEDDE73-93B3-53A5-0F96-47E56A1DC59E}"/>
              </a:ext>
            </a:extLst>
          </p:cNvPr>
          <p:cNvSpPr/>
          <p:nvPr/>
        </p:nvSpPr>
        <p:spPr bwMode="auto">
          <a:xfrm>
            <a:off x="23421975" y="579438"/>
            <a:ext cx="381000" cy="382587"/>
          </a:xfrm>
          <a:prstGeom prst="rect">
            <a:avLst/>
          </a:prstGeom>
          <a:solidFill>
            <a:schemeClr val="accent1"/>
          </a:solidFill>
          <a:ln w="19050">
            <a:solidFill>
              <a:schemeClr val="accent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dirty="0">
              <a:ln>
                <a:noFill/>
              </a:ln>
              <a:solidFill>
                <a:schemeClr val="bg1"/>
              </a:solidFill>
              <a:effectLst/>
              <a:latin typeface="+mn-lt"/>
            </a:endParaRPr>
          </a:p>
        </p:txBody>
      </p:sp>
    </p:spTree>
    <p:extLst>
      <p:ext uri="{BB962C8B-B14F-4D97-AF65-F5344CB8AC3E}">
        <p14:creationId xmlns:p14="http://schemas.microsoft.com/office/powerpoint/2010/main" val="3936194516"/>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A4D3A393-19D4-BE77-EC85-E7AADDFB0338}"/>
              </a:ext>
            </a:extLst>
          </p:cNvPr>
          <p:cNvSpPr>
            <a:spLocks noGrp="1"/>
          </p:cNvSpPr>
          <p:nvPr>
            <p:ph type="title"/>
          </p:nvPr>
        </p:nvSpPr>
        <p:spPr>
          <a:xfrm>
            <a:off x="580544" y="311150"/>
            <a:ext cx="10101072" cy="10356850"/>
          </a:xfrm>
        </p:spPr>
        <p:txBody>
          <a:bodyPr/>
          <a:lstStyle/>
          <a:p>
            <a:r>
              <a:rPr lang="en-US" dirty="0"/>
              <a:t>IBM Infrastructure for AI</a:t>
            </a:r>
          </a:p>
        </p:txBody>
      </p:sp>
      <p:sp>
        <p:nvSpPr>
          <p:cNvPr id="2" name="Rectangle 1" descr="Square node over image, Blue 60">
            <a:extLst>
              <a:ext uri="{FF2B5EF4-FFF2-40B4-BE49-F238E27FC236}">
                <a16:creationId xmlns:a16="http://schemas.microsoft.com/office/drawing/2014/main" id="{917B110A-B14A-EFA7-1CC1-67869265A100}"/>
              </a:ext>
            </a:extLst>
          </p:cNvPr>
          <p:cNvSpPr/>
          <p:nvPr/>
        </p:nvSpPr>
        <p:spPr bwMode="auto">
          <a:xfrm>
            <a:off x="23421975" y="579438"/>
            <a:ext cx="381000" cy="382587"/>
          </a:xfrm>
          <a:prstGeom prst="rect">
            <a:avLst/>
          </a:prstGeom>
          <a:solidFill>
            <a:schemeClr val="accent1"/>
          </a:solidFill>
          <a:ln w="19050">
            <a:solidFill>
              <a:schemeClr val="accent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dirty="0">
              <a:ln>
                <a:noFill/>
              </a:ln>
              <a:solidFill>
                <a:schemeClr val="bg1"/>
              </a:solidFill>
              <a:effectLst/>
              <a:latin typeface="+mn-lt"/>
            </a:endParaRPr>
          </a:p>
        </p:txBody>
      </p:sp>
      <p:sp>
        <p:nvSpPr>
          <p:cNvPr id="3" name="TextBox 2" descr="IBM 8-bar logo in black">
            <a:extLst>
              <a:ext uri="{FF2B5EF4-FFF2-40B4-BE49-F238E27FC236}">
                <a16:creationId xmlns:a16="http://schemas.microsoft.com/office/drawing/2014/main" id="{6ADE1A4F-3334-2722-B88A-039EDE73B2A8}"/>
              </a:ext>
            </a:extLst>
          </p:cNvPr>
          <p:cNvSpPr txBox="1"/>
          <p:nvPr/>
        </p:nvSpPr>
        <p:spPr>
          <a:xfrm>
            <a:off x="1092200" y="12750800"/>
            <a:ext cx="0" cy="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rtlCol="0">
            <a:noAutofit/>
          </a:bodyPr>
          <a:lstStyle/>
          <a:p>
            <a:pPr marL="444465" indent="-446749" algn="l" defTabSz="2438400">
              <a:spcBef>
                <a:spcPts val="2900"/>
              </a:spcBef>
              <a:buSzPct val="100000"/>
              <a:buFontTx/>
              <a:buChar char="–"/>
            </a:pPr>
            <a:endParaRPr lang="en-US" kern="0" dirty="0">
              <a:solidFill>
                <a:srgbClr val="000000"/>
              </a:solidFill>
              <a:ea typeface="+mj-ea"/>
              <a:cs typeface="+mj-cs"/>
              <a:sym typeface="IBM Plex Sans Light"/>
            </a:endParaRPr>
          </a:p>
        </p:txBody>
      </p:sp>
      <p:pic>
        <p:nvPicPr>
          <p:cNvPr id="9" name="Picture Placeholder 8">
            <a:extLst>
              <a:ext uri="{FF2B5EF4-FFF2-40B4-BE49-F238E27FC236}">
                <a16:creationId xmlns:a16="http://schemas.microsoft.com/office/drawing/2014/main" id="{FFF188F3-9CE9-25A1-6E9F-AB1D876B132B}"/>
              </a:ext>
            </a:extLst>
          </p:cNvPr>
          <p:cNvPicPr>
            <a:picLocks noGrp="1" noChangeAspect="1"/>
          </p:cNvPicPr>
          <p:nvPr>
            <p:ph type="pic" sz="quarter" idx="12"/>
          </p:nvPr>
        </p:nvPicPr>
        <p:blipFill>
          <a:blip r:embed="rId2"/>
          <a:srcRect l="54" r="54"/>
          <a:stretch>
            <a:fillRect/>
          </a:stretch>
        </p:blipFill>
        <p:spPr>
          <a:prstGeom prst="rect">
            <a:avLst/>
          </a:prstGeom>
        </p:spPr>
      </p:pic>
    </p:spTree>
    <p:extLst>
      <p:ext uri="{BB962C8B-B14F-4D97-AF65-F5344CB8AC3E}">
        <p14:creationId xmlns:p14="http://schemas.microsoft.com/office/powerpoint/2010/main" val="738920886"/>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Placeholder 4" descr="Photo showing IBM mainframe computer">
            <a:extLst>
              <a:ext uri="{FF2B5EF4-FFF2-40B4-BE49-F238E27FC236}">
                <a16:creationId xmlns:a16="http://schemas.microsoft.com/office/drawing/2014/main" id="{E190A3F5-F5D2-44FB-5E05-280CC5F8357D}"/>
              </a:ext>
            </a:extLst>
          </p:cNvPr>
          <p:cNvPicPr>
            <a:picLocks noGrp="1" noChangeAspect="1"/>
          </p:cNvPicPr>
          <p:nvPr>
            <p:ph type="pic" sz="quarter" idx="12"/>
          </p:nvPr>
        </p:nvPicPr>
        <p:blipFill rotWithShape="1">
          <a:blip r:embed="rId2" cstate="screen">
            <a:extLst>
              <a:ext uri="{28A0092B-C50C-407E-A947-70E740481C1C}">
                <a14:useLocalDpi xmlns:a14="http://schemas.microsoft.com/office/drawing/2010/main"/>
              </a:ext>
            </a:extLst>
          </a:blip>
          <a:srcRect l="54" r="54"/>
          <a:stretch/>
        </p:blipFill>
        <p:spPr>
          <a:xfrm>
            <a:off x="12763499" y="571499"/>
            <a:ext cx="11043132" cy="12578663"/>
          </a:xfrm>
        </p:spPr>
      </p:pic>
      <p:sp>
        <p:nvSpPr>
          <p:cNvPr id="7" name="Title 6">
            <a:extLst>
              <a:ext uri="{FF2B5EF4-FFF2-40B4-BE49-F238E27FC236}">
                <a16:creationId xmlns:a16="http://schemas.microsoft.com/office/drawing/2014/main" id="{A4D3A393-19D4-BE77-EC85-E7AADDFB0338}"/>
              </a:ext>
            </a:extLst>
          </p:cNvPr>
          <p:cNvSpPr>
            <a:spLocks noGrp="1"/>
          </p:cNvSpPr>
          <p:nvPr>
            <p:ph type="title"/>
          </p:nvPr>
        </p:nvSpPr>
        <p:spPr>
          <a:xfrm>
            <a:off x="580544" y="311150"/>
            <a:ext cx="10101072" cy="10356850"/>
          </a:xfrm>
        </p:spPr>
        <p:txBody>
          <a:bodyPr/>
          <a:lstStyle/>
          <a:p>
            <a:r>
              <a:rPr lang="en-US" dirty="0"/>
              <a:t>IBM Z</a:t>
            </a:r>
          </a:p>
        </p:txBody>
      </p:sp>
      <p:pic>
        <p:nvPicPr>
          <p:cNvPr id="4" name="Picture 3" descr="Illustration showing part of angular design used on IBM mainframe computers">
            <a:extLst>
              <a:ext uri="{FF2B5EF4-FFF2-40B4-BE49-F238E27FC236}">
                <a16:creationId xmlns:a16="http://schemas.microsoft.com/office/drawing/2014/main" id="{3C03DDBE-C6AD-908D-E947-9BDB4E8C8E92}"/>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l="-58"/>
          <a:stretch/>
        </p:blipFill>
        <p:spPr>
          <a:xfrm>
            <a:off x="6659566" y="5775324"/>
            <a:ext cx="5535609" cy="7375525"/>
          </a:xfrm>
          <a:prstGeom prst="rect">
            <a:avLst/>
          </a:prstGeom>
        </p:spPr>
      </p:pic>
      <p:sp>
        <p:nvSpPr>
          <p:cNvPr id="2" name="Rectangle 1" descr="Square node over image, Blue 60">
            <a:extLst>
              <a:ext uri="{FF2B5EF4-FFF2-40B4-BE49-F238E27FC236}">
                <a16:creationId xmlns:a16="http://schemas.microsoft.com/office/drawing/2014/main" id="{2C2C6AEE-24CE-DEC3-A426-46B2C579C949}"/>
              </a:ext>
            </a:extLst>
          </p:cNvPr>
          <p:cNvSpPr/>
          <p:nvPr/>
        </p:nvSpPr>
        <p:spPr bwMode="auto">
          <a:xfrm>
            <a:off x="23421975" y="579438"/>
            <a:ext cx="381000" cy="382587"/>
          </a:xfrm>
          <a:prstGeom prst="rect">
            <a:avLst/>
          </a:prstGeom>
          <a:solidFill>
            <a:schemeClr val="accent1"/>
          </a:solidFill>
          <a:ln w="19050">
            <a:solidFill>
              <a:schemeClr val="accent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dirty="0">
              <a:ln>
                <a:noFill/>
              </a:ln>
              <a:solidFill>
                <a:schemeClr val="bg1"/>
              </a:solidFill>
              <a:effectLst/>
              <a:latin typeface="+mn-lt"/>
            </a:endParaRPr>
          </a:p>
        </p:txBody>
      </p:sp>
      <p:sp>
        <p:nvSpPr>
          <p:cNvPr id="3" name="TextBox 2" descr="IBM 8-bar logo in black">
            <a:extLst>
              <a:ext uri="{FF2B5EF4-FFF2-40B4-BE49-F238E27FC236}">
                <a16:creationId xmlns:a16="http://schemas.microsoft.com/office/drawing/2014/main" id="{9BCD8391-AF52-9A31-A8CB-7FEEB04445F7}"/>
              </a:ext>
            </a:extLst>
          </p:cNvPr>
          <p:cNvSpPr txBox="1"/>
          <p:nvPr/>
        </p:nvSpPr>
        <p:spPr>
          <a:xfrm>
            <a:off x="685800" y="12776200"/>
            <a:ext cx="0" cy="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rtlCol="0">
            <a:noAutofit/>
          </a:bodyPr>
          <a:lstStyle/>
          <a:p>
            <a:pPr marL="444465" indent="-446749" algn="l" defTabSz="2438400">
              <a:spcBef>
                <a:spcPts val="2900"/>
              </a:spcBef>
              <a:buSzPct val="100000"/>
              <a:buFontTx/>
              <a:buChar char="–"/>
            </a:pPr>
            <a:endParaRPr lang="en-US" kern="0" dirty="0">
              <a:solidFill>
                <a:srgbClr val="000000"/>
              </a:solidFill>
              <a:ea typeface="+mj-ea"/>
              <a:cs typeface="+mj-cs"/>
              <a:sym typeface="IBM Plex Sans Light"/>
            </a:endParaRPr>
          </a:p>
        </p:txBody>
      </p:sp>
      <p:sp>
        <p:nvSpPr>
          <p:cNvPr id="6" name="TextBox 5">
            <a:extLst>
              <a:ext uri="{FF2B5EF4-FFF2-40B4-BE49-F238E27FC236}">
                <a16:creationId xmlns:a16="http://schemas.microsoft.com/office/drawing/2014/main" id="{7BE64936-F9FD-5EDD-CCF3-CB0497179F38}"/>
              </a:ext>
            </a:extLst>
          </p:cNvPr>
          <p:cNvSpPr txBox="1"/>
          <p:nvPr/>
        </p:nvSpPr>
        <p:spPr>
          <a:xfrm>
            <a:off x="5149516" y="1034716"/>
            <a:ext cx="0" cy="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rtlCol="0">
            <a:noAutofit/>
          </a:bodyPr>
          <a:lstStyle/>
          <a:p>
            <a:pPr marL="444465" indent="-446749" algn="l" defTabSz="2438400">
              <a:spcBef>
                <a:spcPts val="2900"/>
              </a:spcBef>
              <a:buSzPct val="100000"/>
              <a:buFontTx/>
              <a:buChar char="–"/>
            </a:pPr>
            <a:endParaRPr lang="en-US" kern="0" dirty="0">
              <a:solidFill>
                <a:srgbClr val="000000"/>
              </a:solidFill>
              <a:ea typeface="+mj-ea"/>
              <a:cs typeface="+mj-cs"/>
              <a:sym typeface="IBM Plex Sans Light"/>
            </a:endParaRPr>
          </a:p>
        </p:txBody>
      </p:sp>
    </p:spTree>
    <p:extLst>
      <p:ext uri="{BB962C8B-B14F-4D97-AF65-F5344CB8AC3E}">
        <p14:creationId xmlns:p14="http://schemas.microsoft.com/office/powerpoint/2010/main" val="3378397144"/>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Placeholder 2">
            <a:extLst>
              <a:ext uri="{FF2B5EF4-FFF2-40B4-BE49-F238E27FC236}">
                <a16:creationId xmlns:a16="http://schemas.microsoft.com/office/drawing/2014/main" id="{8CA31C1C-533B-DF99-7F23-D36943817003}"/>
              </a:ext>
            </a:extLst>
          </p:cNvPr>
          <p:cNvSpPr>
            <a:spLocks noGrp="1"/>
          </p:cNvSpPr>
          <p:nvPr>
            <p:ph type="body" sz="quarter" idx="10"/>
          </p:nvPr>
        </p:nvSpPr>
        <p:spPr>
          <a:xfrm>
            <a:off x="580468" y="12479147"/>
            <a:ext cx="11038445" cy="762000"/>
          </a:xfrm>
        </p:spPr>
        <p:txBody>
          <a:bodyPr/>
          <a:lstStyle/>
          <a:p>
            <a:r>
              <a:rPr lang="en-US" dirty="0"/>
              <a:t>28pt label</a:t>
            </a:r>
          </a:p>
        </p:txBody>
      </p:sp>
      <p:sp>
        <p:nvSpPr>
          <p:cNvPr id="2" name="Title 1">
            <a:extLst>
              <a:ext uri="{FF2B5EF4-FFF2-40B4-BE49-F238E27FC236}">
                <a16:creationId xmlns:a16="http://schemas.microsoft.com/office/drawing/2014/main" id="{F2F265D9-C077-F215-1A9B-843F11C8E455}"/>
              </a:ext>
            </a:extLst>
          </p:cNvPr>
          <p:cNvSpPr>
            <a:spLocks noGrp="1"/>
          </p:cNvSpPr>
          <p:nvPr>
            <p:ph type="title"/>
          </p:nvPr>
        </p:nvSpPr>
        <p:spPr>
          <a:xfrm>
            <a:off x="580544" y="311150"/>
            <a:ext cx="10101072" cy="10356850"/>
          </a:xfrm>
        </p:spPr>
        <p:txBody>
          <a:bodyPr/>
          <a:lstStyle/>
          <a:p>
            <a:r>
              <a:rPr lang="en-US" dirty="0">
                <a:solidFill>
                  <a:schemeClr val="accent1"/>
                </a:solidFill>
              </a:rPr>
              <a:t>Exceed customer expectations </a:t>
            </a:r>
            <a:br>
              <a:rPr lang="en-US" dirty="0"/>
            </a:br>
            <a:r>
              <a:rPr lang="en-US" dirty="0"/>
              <a:t>through exceptional brand experiences</a:t>
            </a:r>
          </a:p>
        </p:txBody>
      </p:sp>
      <p:pic>
        <p:nvPicPr>
          <p:cNvPr id="8" name="Picture 7" descr="Illustration showing intersecting gradient cyan lines terminated with white circles on a light blue background">
            <a:extLst>
              <a:ext uri="{FF2B5EF4-FFF2-40B4-BE49-F238E27FC236}">
                <a16:creationId xmlns:a16="http://schemas.microsoft.com/office/drawing/2014/main" id="{D09ADE85-53F4-B8BC-6B9F-E7EDAB8C396D}"/>
              </a:ext>
            </a:extLst>
          </p:cNvPr>
          <p:cNvPicPr>
            <a:picLocks noChangeAspect="1"/>
          </p:cNvPicPr>
          <p:nvPr/>
        </p:nvPicPr>
        <p:blipFill rotWithShape="1">
          <a:blip r:embed="rId3"/>
          <a:srcRect l="6802" t="7334" r="1265" b="6734"/>
          <a:stretch/>
        </p:blipFill>
        <p:spPr>
          <a:xfrm>
            <a:off x="12192000" y="0"/>
            <a:ext cx="12195175" cy="12195175"/>
          </a:xfrm>
          <a:prstGeom prst="rect">
            <a:avLst/>
          </a:prstGeom>
        </p:spPr>
      </p:pic>
    </p:spTree>
    <p:extLst>
      <p:ext uri="{BB962C8B-B14F-4D97-AF65-F5344CB8AC3E}">
        <p14:creationId xmlns:p14="http://schemas.microsoft.com/office/powerpoint/2010/main" val="3734061198"/>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Placeholder 5" descr="Illustration of cyan arrows flowing to the upper right corner of slide">
            <a:extLst>
              <a:ext uri="{FF2B5EF4-FFF2-40B4-BE49-F238E27FC236}">
                <a16:creationId xmlns:a16="http://schemas.microsoft.com/office/drawing/2014/main" id="{23CEE5CD-E831-3DFC-F207-808C15690E91}"/>
              </a:ext>
            </a:extLst>
          </p:cNvPr>
          <p:cNvPicPr>
            <a:picLocks noGrp="1" noChangeAspect="1"/>
          </p:cNvPicPr>
          <p:nvPr>
            <p:ph type="pic" sz="quarter" idx="12"/>
          </p:nvPr>
        </p:nvPicPr>
        <p:blipFill rotWithShape="1">
          <a:blip r:embed="rId3" cstate="screen">
            <a:extLst>
              <a:ext uri="{28A0092B-C50C-407E-A947-70E740481C1C}">
                <a14:useLocalDpi xmlns:a14="http://schemas.microsoft.com/office/drawing/2010/main"/>
              </a:ext>
            </a:extLst>
          </a:blip>
          <a:srcRect l="40" r="40"/>
          <a:stretch/>
        </p:blipFill>
        <p:spPr>
          <a:xfrm>
            <a:off x="12763499" y="571499"/>
            <a:ext cx="11043132" cy="12578663"/>
          </a:xfrm>
        </p:spPr>
      </p:pic>
      <p:sp>
        <p:nvSpPr>
          <p:cNvPr id="3" name="Title 2">
            <a:extLst>
              <a:ext uri="{FF2B5EF4-FFF2-40B4-BE49-F238E27FC236}">
                <a16:creationId xmlns:a16="http://schemas.microsoft.com/office/drawing/2014/main" id="{937B690C-9D17-98A7-45F7-4EFA635AEC4C}"/>
              </a:ext>
            </a:extLst>
          </p:cNvPr>
          <p:cNvSpPr>
            <a:spLocks noGrp="1"/>
          </p:cNvSpPr>
          <p:nvPr>
            <p:ph type="title"/>
          </p:nvPr>
        </p:nvSpPr>
        <p:spPr>
          <a:xfrm>
            <a:off x="580544" y="311150"/>
            <a:ext cx="10101072" cy="10356850"/>
          </a:xfrm>
        </p:spPr>
        <p:txBody>
          <a:bodyPr/>
          <a:lstStyle/>
          <a:p>
            <a:r>
              <a:rPr lang="en-US" dirty="0">
                <a:solidFill>
                  <a:schemeClr val="accent1"/>
                </a:solidFill>
              </a:rPr>
              <a:t>Intelligent marketing </a:t>
            </a:r>
            <a:r>
              <a:rPr lang="en-US" dirty="0"/>
              <a:t>Growth through orchestration</a:t>
            </a:r>
          </a:p>
        </p:txBody>
      </p:sp>
    </p:spTree>
    <p:extLst>
      <p:ext uri="{BB962C8B-B14F-4D97-AF65-F5344CB8AC3E}">
        <p14:creationId xmlns:p14="http://schemas.microsoft.com/office/powerpoint/2010/main" val="4137885734"/>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ext Placeholder 19">
            <a:extLst>
              <a:ext uri="{FF2B5EF4-FFF2-40B4-BE49-F238E27FC236}">
                <a16:creationId xmlns:a16="http://schemas.microsoft.com/office/drawing/2014/main" id="{3E32E070-D18D-5FAB-5966-EB044BE8E177}"/>
              </a:ext>
            </a:extLst>
          </p:cNvPr>
          <p:cNvSpPr>
            <a:spLocks noGrp="1"/>
          </p:cNvSpPr>
          <p:nvPr>
            <p:ph type="body" sz="quarter" idx="11"/>
          </p:nvPr>
        </p:nvSpPr>
        <p:spPr>
          <a:xfrm>
            <a:off x="582422" y="576072"/>
            <a:ext cx="10099675" cy="571500"/>
          </a:xfrm>
        </p:spPr>
        <p:txBody>
          <a:bodyPr/>
          <a:lstStyle/>
          <a:p>
            <a:r>
              <a:rPr lang="en-US" dirty="0"/>
              <a:t>January 2027</a:t>
            </a:r>
          </a:p>
        </p:txBody>
      </p:sp>
      <p:sp>
        <p:nvSpPr>
          <p:cNvPr id="19" name="Title 18">
            <a:extLst>
              <a:ext uri="{FF2B5EF4-FFF2-40B4-BE49-F238E27FC236}">
                <a16:creationId xmlns:a16="http://schemas.microsoft.com/office/drawing/2014/main" id="{981DC875-B6AC-D3A3-26F2-93188AB25708}"/>
              </a:ext>
            </a:extLst>
          </p:cNvPr>
          <p:cNvSpPr>
            <a:spLocks noGrp="1"/>
          </p:cNvSpPr>
          <p:nvPr>
            <p:ph type="title"/>
          </p:nvPr>
        </p:nvSpPr>
        <p:spPr>
          <a:xfrm>
            <a:off x="582422" y="1520825"/>
            <a:ext cx="10099675" cy="9147175"/>
          </a:xfrm>
        </p:spPr>
        <p:txBody>
          <a:bodyPr/>
          <a:lstStyle/>
          <a:p>
            <a:r>
              <a:rPr lang="en-US" dirty="0"/>
              <a:t>Sustainability as </a:t>
            </a:r>
            <a:br>
              <a:rPr lang="en-US" dirty="0"/>
            </a:br>
            <a:r>
              <a:rPr lang="en-US" dirty="0"/>
              <a:t>a transformation catalyst</a:t>
            </a:r>
          </a:p>
        </p:txBody>
      </p:sp>
      <p:sp>
        <p:nvSpPr>
          <p:cNvPr id="2" name="TextBox 1" descr="IBM 8-bar logo in black">
            <a:extLst>
              <a:ext uri="{FF2B5EF4-FFF2-40B4-BE49-F238E27FC236}">
                <a16:creationId xmlns:a16="http://schemas.microsoft.com/office/drawing/2014/main" id="{E7AE7025-A1EC-A1AE-C173-C421F69852DA}"/>
              </a:ext>
            </a:extLst>
          </p:cNvPr>
          <p:cNvSpPr txBox="1"/>
          <p:nvPr/>
        </p:nvSpPr>
        <p:spPr>
          <a:xfrm>
            <a:off x="711200" y="12750800"/>
            <a:ext cx="0" cy="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rtlCol="0">
            <a:noAutofit/>
          </a:bodyPr>
          <a:lstStyle/>
          <a:p>
            <a:pPr marL="444465" indent="-446749" algn="l" defTabSz="2438400">
              <a:spcBef>
                <a:spcPts val="2900"/>
              </a:spcBef>
              <a:buSzPct val="100000"/>
              <a:buFontTx/>
              <a:buChar char="–"/>
            </a:pPr>
            <a:endParaRPr lang="en-US" kern="0" dirty="0">
              <a:solidFill>
                <a:srgbClr val="000000"/>
              </a:solidFill>
              <a:ea typeface="+mj-ea"/>
              <a:cs typeface="+mj-cs"/>
              <a:sym typeface="IBM Plex Sans Light"/>
            </a:endParaRPr>
          </a:p>
        </p:txBody>
      </p:sp>
      <p:pic>
        <p:nvPicPr>
          <p:cNvPr id="4" name="Picture 3" descr="A bridge with a bridge and a bridge&#10;&#10;Description automatically generated with medium confidence">
            <a:extLst>
              <a:ext uri="{FF2B5EF4-FFF2-40B4-BE49-F238E27FC236}">
                <a16:creationId xmlns:a16="http://schemas.microsoft.com/office/drawing/2014/main" id="{AD63BBE8-ACCF-B9E6-011A-3FD2759E3F50}"/>
              </a:ext>
            </a:extLst>
          </p:cNvPr>
          <p:cNvPicPr>
            <a:picLocks noChangeAspect="1"/>
          </p:cNvPicPr>
          <p:nvPr/>
        </p:nvPicPr>
        <p:blipFill>
          <a:blip r:embed="rId2"/>
          <a:stretch>
            <a:fillRect/>
          </a:stretch>
        </p:blipFill>
        <p:spPr>
          <a:xfrm>
            <a:off x="13633366" y="4721902"/>
            <a:ext cx="7772400" cy="5946098"/>
          </a:xfrm>
          <a:prstGeom prst="rect">
            <a:avLst/>
          </a:prstGeom>
        </p:spPr>
      </p:pic>
      <p:pic>
        <p:nvPicPr>
          <p:cNvPr id="9" name="Picture Placeholder 8" descr="A bridge with a bridge and a bridge&#10;&#10;Description automatically generated with medium confidence">
            <a:extLst>
              <a:ext uri="{FF2B5EF4-FFF2-40B4-BE49-F238E27FC236}">
                <a16:creationId xmlns:a16="http://schemas.microsoft.com/office/drawing/2014/main" id="{D6C43B71-5484-054C-2A98-026DB1F01A71}"/>
              </a:ext>
            </a:extLst>
          </p:cNvPr>
          <p:cNvPicPr>
            <a:picLocks noGrp="1" noChangeAspect="1"/>
          </p:cNvPicPr>
          <p:nvPr>
            <p:ph type="pic" sz="quarter" idx="12"/>
          </p:nvPr>
        </p:nvPicPr>
        <p:blipFill>
          <a:blip r:embed="rId2"/>
          <a:srcRect l="16426" r="16426"/>
          <a:stretch>
            <a:fillRect/>
          </a:stretch>
        </p:blipFill>
        <p:spPr/>
      </p:pic>
    </p:spTree>
    <p:extLst>
      <p:ext uri="{BB962C8B-B14F-4D97-AF65-F5344CB8AC3E}">
        <p14:creationId xmlns:p14="http://schemas.microsoft.com/office/powerpoint/2010/main" val="357495770"/>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8B9CF514-4E62-DA7E-D4FE-149217FF23E1}"/>
              </a:ext>
            </a:extLst>
          </p:cNvPr>
          <p:cNvSpPr>
            <a:spLocks noGrp="1"/>
          </p:cNvSpPr>
          <p:nvPr>
            <p:ph type="body" sz="quarter" idx="11"/>
          </p:nvPr>
        </p:nvSpPr>
        <p:spPr>
          <a:xfrm>
            <a:off x="582422" y="576072"/>
            <a:ext cx="10099675" cy="571500"/>
          </a:xfrm>
        </p:spPr>
        <p:txBody>
          <a:bodyPr/>
          <a:lstStyle/>
          <a:p>
            <a:r>
              <a:rPr lang="en-US" dirty="0"/>
              <a:t>January 2027</a:t>
            </a:r>
          </a:p>
        </p:txBody>
      </p:sp>
      <p:sp>
        <p:nvSpPr>
          <p:cNvPr id="3" name="Title 2">
            <a:extLst>
              <a:ext uri="{FF2B5EF4-FFF2-40B4-BE49-F238E27FC236}">
                <a16:creationId xmlns:a16="http://schemas.microsoft.com/office/drawing/2014/main" id="{1CFC354B-4A6C-AA98-76F4-3A098B9C4EED}"/>
              </a:ext>
            </a:extLst>
          </p:cNvPr>
          <p:cNvSpPr>
            <a:spLocks noGrp="1"/>
          </p:cNvSpPr>
          <p:nvPr>
            <p:ph type="title"/>
          </p:nvPr>
        </p:nvSpPr>
        <p:spPr>
          <a:xfrm>
            <a:off x="582422" y="1520825"/>
            <a:ext cx="10099675" cy="9147175"/>
          </a:xfrm>
        </p:spPr>
        <p:txBody>
          <a:bodyPr/>
          <a:lstStyle/>
          <a:p>
            <a:r>
              <a:rPr lang="en-US" dirty="0"/>
              <a:t>Sustainability as </a:t>
            </a:r>
            <a:br>
              <a:rPr lang="en-US" dirty="0"/>
            </a:br>
            <a:r>
              <a:rPr lang="en-US" dirty="0"/>
              <a:t>a transformation catalyst</a:t>
            </a:r>
          </a:p>
        </p:txBody>
      </p:sp>
      <p:sp>
        <p:nvSpPr>
          <p:cNvPr id="6" name="Rectangle 5" descr="Square node over image, Blue 60">
            <a:extLst>
              <a:ext uri="{FF2B5EF4-FFF2-40B4-BE49-F238E27FC236}">
                <a16:creationId xmlns:a16="http://schemas.microsoft.com/office/drawing/2014/main" id="{E5D9F314-3A0C-07D9-7F8E-870F4E64C7A5}"/>
              </a:ext>
            </a:extLst>
          </p:cNvPr>
          <p:cNvSpPr/>
          <p:nvPr/>
        </p:nvSpPr>
        <p:spPr bwMode="auto">
          <a:xfrm>
            <a:off x="23431500" y="569913"/>
            <a:ext cx="381000" cy="382587"/>
          </a:xfrm>
          <a:prstGeom prst="rect">
            <a:avLst/>
          </a:prstGeom>
          <a:solidFill>
            <a:schemeClr val="accent1"/>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dirty="0">
              <a:ln>
                <a:noFill/>
              </a:ln>
              <a:solidFill>
                <a:schemeClr val="bg1"/>
              </a:solidFill>
              <a:effectLst/>
              <a:latin typeface="+mn-lt"/>
            </a:endParaRPr>
          </a:p>
        </p:txBody>
      </p:sp>
      <p:pic>
        <p:nvPicPr>
          <p:cNvPr id="9" name="Picture Placeholder 8" descr="A green field with a leaf&#10;&#10;Description automatically generated">
            <a:extLst>
              <a:ext uri="{FF2B5EF4-FFF2-40B4-BE49-F238E27FC236}">
                <a16:creationId xmlns:a16="http://schemas.microsoft.com/office/drawing/2014/main" id="{C6495241-FE0F-3EF1-C819-3DC41E429AA7}"/>
              </a:ext>
            </a:extLst>
          </p:cNvPr>
          <p:cNvPicPr>
            <a:picLocks noGrp="1" noChangeAspect="1"/>
          </p:cNvPicPr>
          <p:nvPr>
            <p:ph type="pic" sz="quarter" idx="12"/>
          </p:nvPr>
        </p:nvPicPr>
        <p:blipFill>
          <a:blip r:embed="rId2"/>
          <a:srcRect l="25314" r="25314"/>
          <a:stretch>
            <a:fillRect/>
          </a:stretch>
        </p:blipFill>
        <p:spPr/>
      </p:pic>
    </p:spTree>
    <p:extLst>
      <p:ext uri="{BB962C8B-B14F-4D97-AF65-F5344CB8AC3E}">
        <p14:creationId xmlns:p14="http://schemas.microsoft.com/office/powerpoint/2010/main" val="3270589976"/>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A672A105-9E5F-2C78-FF42-9050B769623B}"/>
              </a:ext>
            </a:extLst>
          </p:cNvPr>
          <p:cNvSpPr>
            <a:spLocks noGrp="1"/>
          </p:cNvSpPr>
          <p:nvPr>
            <p:ph type="body" sz="quarter" idx="11"/>
          </p:nvPr>
        </p:nvSpPr>
        <p:spPr>
          <a:xfrm>
            <a:off x="582422" y="576072"/>
            <a:ext cx="10099675" cy="571500"/>
          </a:xfrm>
        </p:spPr>
        <p:txBody>
          <a:bodyPr/>
          <a:lstStyle/>
          <a:p>
            <a:r>
              <a:rPr lang="en-US" dirty="0"/>
              <a:t>IBM client stories</a:t>
            </a:r>
          </a:p>
        </p:txBody>
      </p:sp>
      <p:sp>
        <p:nvSpPr>
          <p:cNvPr id="3" name="Title 2">
            <a:extLst>
              <a:ext uri="{FF2B5EF4-FFF2-40B4-BE49-F238E27FC236}">
                <a16:creationId xmlns:a16="http://schemas.microsoft.com/office/drawing/2014/main" id="{1CFC354B-4A6C-AA98-76F4-3A098B9C4EED}"/>
              </a:ext>
            </a:extLst>
          </p:cNvPr>
          <p:cNvSpPr>
            <a:spLocks noGrp="1"/>
          </p:cNvSpPr>
          <p:nvPr>
            <p:ph type="title"/>
          </p:nvPr>
        </p:nvSpPr>
        <p:spPr>
          <a:xfrm>
            <a:off x="582422" y="1520825"/>
            <a:ext cx="10099675" cy="9147175"/>
          </a:xfrm>
        </p:spPr>
        <p:txBody>
          <a:bodyPr/>
          <a:lstStyle/>
          <a:p>
            <a:r>
              <a:rPr lang="en-US" dirty="0"/>
              <a:t>Where innovation </a:t>
            </a:r>
            <a:br>
              <a:rPr lang="en-US" dirty="0"/>
            </a:br>
            <a:r>
              <a:rPr lang="en-US" dirty="0"/>
              <a:t>and transformation</a:t>
            </a:r>
            <a:br>
              <a:rPr lang="en-US" dirty="0"/>
            </a:br>
            <a:r>
              <a:rPr lang="en-US" dirty="0"/>
              <a:t>come together</a:t>
            </a:r>
          </a:p>
        </p:txBody>
      </p:sp>
      <p:pic>
        <p:nvPicPr>
          <p:cNvPr id="13" name="Picture Placeholder 12" descr="Illustration showing graphic cyan outline of a hand pressing a white circle on a light blue background">
            <a:extLst>
              <a:ext uri="{FF2B5EF4-FFF2-40B4-BE49-F238E27FC236}">
                <a16:creationId xmlns:a16="http://schemas.microsoft.com/office/drawing/2014/main" id="{8BE1CB7C-843C-4B75-7035-D2DC2033FA71}"/>
              </a:ext>
            </a:extLst>
          </p:cNvPr>
          <p:cNvPicPr>
            <a:picLocks noGrp="1" noChangeAspect="1"/>
          </p:cNvPicPr>
          <p:nvPr>
            <p:ph type="pic" sz="quarter" idx="12"/>
          </p:nvPr>
        </p:nvPicPr>
        <p:blipFill rotWithShape="1">
          <a:blip r:embed="rId2" cstate="screen">
            <a:extLst>
              <a:ext uri="{28A0092B-C50C-407E-A947-70E740481C1C}">
                <a14:useLocalDpi xmlns:a14="http://schemas.microsoft.com/office/drawing/2010/main"/>
              </a:ext>
            </a:extLst>
          </a:blip>
          <a:srcRect l="6114" r="6114"/>
          <a:stretch/>
        </p:blipFill>
        <p:spPr>
          <a:xfrm>
            <a:off x="12763499" y="569913"/>
            <a:ext cx="11043132" cy="12580250"/>
          </a:xfrm>
        </p:spPr>
      </p:pic>
    </p:spTree>
    <p:extLst>
      <p:ext uri="{BB962C8B-B14F-4D97-AF65-F5344CB8AC3E}">
        <p14:creationId xmlns:p14="http://schemas.microsoft.com/office/powerpoint/2010/main" val="3471071841"/>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10">
            <a:extLst>
              <a:ext uri="{FF2B5EF4-FFF2-40B4-BE49-F238E27FC236}">
                <a16:creationId xmlns:a16="http://schemas.microsoft.com/office/drawing/2014/main" id="{20928994-E62B-8860-79D9-BECC2AF03B59}"/>
              </a:ext>
            </a:extLst>
          </p:cNvPr>
          <p:cNvSpPr txBox="1">
            <a:spLocks/>
          </p:cNvSpPr>
          <p:nvPr/>
        </p:nvSpPr>
        <p:spPr>
          <a:xfrm>
            <a:off x="585216" y="576072"/>
            <a:ext cx="10099675" cy="571500"/>
          </a:xfrm>
          <a:prstGeom prst="rect">
            <a:avLst/>
          </a:prstGeom>
        </p:spPr>
        <p:txBody>
          <a:bodyPr lIns="0" tIns="0" rIns="0" bIns="0"/>
          <a:lstStyle>
            <a:lvl1pPr marL="0" marR="0" indent="0" algn="l" defTabSz="2438400" rtl="0" eaLnBrk="1" latinLnBrk="0" hangingPunct="1">
              <a:lnSpc>
                <a:spcPct val="110000"/>
              </a:lnSpc>
              <a:spcBef>
                <a:spcPts val="0"/>
              </a:spcBef>
              <a:spcAft>
                <a:spcPts val="0"/>
              </a:spcAft>
              <a:buClrTx/>
              <a:buSzTx/>
              <a:buFontTx/>
              <a:buNone/>
              <a:tabLst/>
              <a:defRPr sz="3600" b="0" i="0" u="none" strike="noStrike" cap="none" spc="0" baseline="0">
                <a:solidFill>
                  <a:schemeClr val="tx1"/>
                </a:solidFill>
                <a:uFillTx/>
                <a:latin typeface="+mj-lt"/>
                <a:ea typeface="+mj-ea"/>
                <a:cs typeface="+mj-cs"/>
                <a:sym typeface="IBM Plex Sans Light"/>
              </a:defRPr>
            </a:lvl1pPr>
            <a:lvl2pPr marL="329184"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2pPr>
            <a:lvl3pPr marL="658368"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3pPr>
            <a:lvl4pPr marL="987552"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4pPr>
            <a:lvl5pPr marL="1143000" marR="0" indent="-457200" algn="l" defTabSz="2438400" rtl="0" eaLnBrk="1" latinLnBrk="0" hangingPunct="1">
              <a:lnSpc>
                <a:spcPct val="110000"/>
              </a:lnSpc>
              <a:spcBef>
                <a:spcPts val="2900"/>
              </a:spcBef>
              <a:spcAft>
                <a:spcPts val="0"/>
              </a:spcAft>
              <a:buClrTx/>
              <a:buSzPct val="100000"/>
              <a:buFont typeface="IBM Plex Sans" panose="020B0604020202020204" pitchFamily="34" charset="0"/>
              <a:buChar char="•"/>
              <a:tabLst/>
              <a:defRPr sz="3600" b="0" i="0" u="none" strike="noStrike" cap="none" spc="0" baseline="0">
                <a:solidFill>
                  <a:srgbClr val="000000"/>
                </a:solidFill>
                <a:uFillTx/>
                <a:latin typeface="+mj-lt"/>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pPr algn="l"/>
            <a:r>
              <a:rPr lang="en-US" sz="2800" kern="0" dirty="0">
                <a:solidFill>
                  <a:schemeClr val="tx1"/>
                </a:solidFill>
              </a:rPr>
              <a:t>IBM Sales Enablement</a:t>
            </a:r>
          </a:p>
        </p:txBody>
      </p:sp>
      <p:sp>
        <p:nvSpPr>
          <p:cNvPr id="5" name="Title 2">
            <a:extLst>
              <a:ext uri="{FF2B5EF4-FFF2-40B4-BE49-F238E27FC236}">
                <a16:creationId xmlns:a16="http://schemas.microsoft.com/office/drawing/2014/main" id="{2FD0D4E9-685D-6205-F3A4-8B0983D292FD}"/>
              </a:ext>
            </a:extLst>
          </p:cNvPr>
          <p:cNvSpPr>
            <a:spLocks noGrp="1"/>
          </p:cNvSpPr>
          <p:nvPr>
            <p:ph type="title"/>
          </p:nvPr>
        </p:nvSpPr>
        <p:spPr>
          <a:xfrm>
            <a:off x="582613" y="1520825"/>
            <a:ext cx="11036300" cy="2663825"/>
          </a:xfrm>
        </p:spPr>
        <p:txBody>
          <a:bodyPr/>
          <a:lstStyle/>
          <a:p>
            <a:r>
              <a:rPr lang="en-US" sz="8600" dirty="0"/>
              <a:t>Manufacturing excellence for edge</a:t>
            </a:r>
          </a:p>
        </p:txBody>
      </p:sp>
      <p:pic>
        <p:nvPicPr>
          <p:cNvPr id="7" name="Picture Placeholder 4" descr="Illustration showing 3D shapes of blue cylinders, balls, round disks and cubes on a blue-lined grid on a gray background ">
            <a:extLst>
              <a:ext uri="{FF2B5EF4-FFF2-40B4-BE49-F238E27FC236}">
                <a16:creationId xmlns:a16="http://schemas.microsoft.com/office/drawing/2014/main" id="{A6FB78C3-2ADA-0567-1277-BF09382EB63C}"/>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12763500" y="569913"/>
            <a:ext cx="11049000" cy="12580937"/>
          </a:xfrm>
          <a:prstGeom prst="rect">
            <a:avLst/>
          </a:prstGeom>
        </p:spPr>
      </p:pic>
      <p:sp>
        <p:nvSpPr>
          <p:cNvPr id="8" name="Text Placeholder 6">
            <a:extLst>
              <a:ext uri="{FF2B5EF4-FFF2-40B4-BE49-F238E27FC236}">
                <a16:creationId xmlns:a16="http://schemas.microsoft.com/office/drawing/2014/main" id="{A7936217-6CF9-8BB3-FAA6-2768241360EA}"/>
              </a:ext>
            </a:extLst>
          </p:cNvPr>
          <p:cNvSpPr txBox="1">
            <a:spLocks/>
          </p:cNvSpPr>
          <p:nvPr/>
        </p:nvSpPr>
        <p:spPr>
          <a:xfrm>
            <a:off x="568325" y="12004676"/>
            <a:ext cx="4956175" cy="1222512"/>
          </a:xfrm>
          <a:prstGeom prst="rect">
            <a:avLst/>
          </a:prstGeom>
        </p:spPr>
        <p:txBody>
          <a:bodyPr vert="horz" lIns="0" tIns="0" rIns="0" bIns="0" rtlCol="0" anchor="b"/>
          <a:lstStyle>
            <a:defPPr>
              <a:defRPr lang="en-US"/>
            </a:defPPr>
            <a:lvl1pPr marL="0" algn="l" defTabSz="1829379" rtl="0" eaLnBrk="1" latinLnBrk="0" hangingPunct="1">
              <a:defRPr sz="1600" b="0" i="0" kern="1200">
                <a:solidFill>
                  <a:schemeClr val="tx1"/>
                </a:solidFill>
                <a:latin typeface="IBM Plex Sans" panose="020B0503050203000203" pitchFamily="34" charset="0"/>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pPr>
              <a:lnSpc>
                <a:spcPct val="110000"/>
              </a:lnSpc>
            </a:pPr>
            <a:r>
              <a:rPr lang="en-US" sz="2800" dirty="0">
                <a:solidFill>
                  <a:srgbClr val="000000"/>
                </a:solidFill>
                <a:effectLst/>
                <a:latin typeface="IBM Plex Sans Medm" panose="020B0503050203000203" pitchFamily="34" charset="0"/>
              </a:rPr>
              <a:t>Firstname Lastname</a:t>
            </a:r>
            <a:br>
              <a:rPr lang="en-US" sz="2800" dirty="0">
                <a:solidFill>
                  <a:srgbClr val="000000"/>
                </a:solidFill>
                <a:effectLst/>
                <a:latin typeface="IBM Plex Sans Light" panose="020B0403050203000203" pitchFamily="34" charset="0"/>
              </a:rPr>
            </a:br>
            <a:r>
              <a:rPr lang="en-US" sz="2800" dirty="0">
                <a:solidFill>
                  <a:srgbClr val="000000"/>
                </a:solidFill>
                <a:effectLst/>
                <a:latin typeface="+mj-lt"/>
              </a:rPr>
              <a:t>Partner—Global Leader Manufacturing and Industry 4.0</a:t>
            </a:r>
          </a:p>
        </p:txBody>
      </p:sp>
      <p:sp>
        <p:nvSpPr>
          <p:cNvPr id="18" name="Text Placeholder 6">
            <a:extLst>
              <a:ext uri="{FF2B5EF4-FFF2-40B4-BE49-F238E27FC236}">
                <a16:creationId xmlns:a16="http://schemas.microsoft.com/office/drawing/2014/main" id="{B91B3B2C-60E4-C076-948A-3871DD1772A3}"/>
              </a:ext>
            </a:extLst>
          </p:cNvPr>
          <p:cNvSpPr txBox="1">
            <a:spLocks/>
          </p:cNvSpPr>
          <p:nvPr/>
        </p:nvSpPr>
        <p:spPr>
          <a:xfrm>
            <a:off x="6667500" y="11922443"/>
            <a:ext cx="4956175" cy="1222512"/>
          </a:xfrm>
          <a:prstGeom prst="rect">
            <a:avLst/>
          </a:prstGeom>
        </p:spPr>
        <p:txBody>
          <a:bodyPr vert="horz" lIns="0" tIns="0" rIns="0" bIns="0" rtlCol="0" anchor="b"/>
          <a:lstStyle>
            <a:defPPr>
              <a:defRPr lang="en-US"/>
            </a:defPPr>
            <a:lvl1pPr marL="0" algn="l" defTabSz="1829379" rtl="0" eaLnBrk="1" latinLnBrk="0" hangingPunct="1">
              <a:defRPr sz="1600" b="0" i="0" kern="1200">
                <a:solidFill>
                  <a:schemeClr val="tx1"/>
                </a:solidFill>
                <a:latin typeface="IBM Plex Sans" panose="020B0503050203000203" pitchFamily="34" charset="0"/>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pPr>
              <a:lnSpc>
                <a:spcPct val="110000"/>
              </a:lnSpc>
              <a:spcBef>
                <a:spcPts val="0"/>
              </a:spcBef>
            </a:pPr>
            <a:r>
              <a:rPr lang="en-US" sz="2800" u="sng" dirty="0">
                <a:solidFill>
                  <a:schemeClr val="accent1"/>
                </a:solidFill>
                <a:effectLst/>
                <a:latin typeface="+mn-lt"/>
                <a:hlinkClick r:id="rId4">
                  <a:extLst>
                    <a:ext uri="{A12FA001-AC4F-418D-AE19-62706E023703}">
                      <ahyp:hlinkClr xmlns:ahyp="http://schemas.microsoft.com/office/drawing/2018/hyperlinkcolor" val="tx"/>
                    </a:ext>
                  </a:extLst>
                </a:hlinkClick>
              </a:rPr>
              <a:t>w3 profile</a:t>
            </a:r>
            <a:r>
              <a:rPr lang="en-US" sz="2800" u="sng" dirty="0">
                <a:solidFill>
                  <a:schemeClr val="accent1"/>
                </a:solidFill>
                <a:effectLst/>
                <a:latin typeface="+mn-lt"/>
              </a:rPr>
              <a:t> ↗</a:t>
            </a:r>
            <a:br>
              <a:rPr lang="en-US" sz="2800" dirty="0">
                <a:solidFill>
                  <a:schemeClr val="accent1"/>
                </a:solidFill>
                <a:latin typeface="+mn-lt"/>
              </a:rPr>
            </a:br>
            <a:r>
              <a:rPr lang="en-US" sz="2800" u="sng" dirty="0">
                <a:solidFill>
                  <a:schemeClr val="accent1"/>
                </a:solidFill>
                <a:effectLst/>
                <a:latin typeface="+mn-lt"/>
                <a:hlinkClick r:id="rId5">
                  <a:extLst>
                    <a:ext uri="{A12FA001-AC4F-418D-AE19-62706E023703}">
                      <ahyp:hlinkClr xmlns:ahyp="http://schemas.microsoft.com/office/drawing/2018/hyperlinkcolor" val="tx"/>
                    </a:ext>
                  </a:extLst>
                </a:hlinkClick>
              </a:rPr>
              <a:t>Slack</a:t>
            </a:r>
            <a:r>
              <a:rPr lang="en-US" sz="2800" u="sng" dirty="0">
                <a:solidFill>
                  <a:schemeClr val="accent1"/>
                </a:solidFill>
                <a:effectLst/>
                <a:latin typeface="+mn-lt"/>
              </a:rPr>
              <a:t> ↗</a:t>
            </a:r>
            <a:endParaRPr lang="en-US" sz="2800" dirty="0">
              <a:solidFill>
                <a:schemeClr val="accent1"/>
              </a:solidFill>
              <a:effectLst/>
              <a:latin typeface="+mn-lt"/>
            </a:endParaRPr>
          </a:p>
        </p:txBody>
      </p:sp>
    </p:spTree>
    <p:extLst>
      <p:ext uri="{BB962C8B-B14F-4D97-AF65-F5344CB8AC3E}">
        <p14:creationId xmlns:p14="http://schemas.microsoft.com/office/powerpoint/2010/main" val="992330094"/>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descr="7/8 slide background in cyan 20 ">
            <a:extLst>
              <a:ext uri="{FF2B5EF4-FFF2-40B4-BE49-F238E27FC236}">
                <a16:creationId xmlns:a16="http://schemas.microsoft.com/office/drawing/2014/main" id="{E13C7B17-A3B0-0C56-3973-306A7A5B7DA5}"/>
              </a:ext>
            </a:extLst>
          </p:cNvPr>
          <p:cNvSpPr/>
          <p:nvPr/>
        </p:nvSpPr>
        <p:spPr bwMode="auto">
          <a:xfrm>
            <a:off x="0" y="-1"/>
            <a:ext cx="24387175" cy="12195175"/>
          </a:xfrm>
          <a:prstGeom prst="rect">
            <a:avLst/>
          </a:prstGeom>
          <a:solidFill>
            <a:srgbClr val="BAE6FF"/>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RO" sz="1400" b="0" i="0" u="none" strike="noStrike" cap="none" normalizeH="0" baseline="0">
              <a:ln>
                <a:noFill/>
              </a:ln>
              <a:solidFill>
                <a:schemeClr val="bg1"/>
              </a:solidFill>
              <a:effectLst/>
              <a:latin typeface="+mn-lt"/>
            </a:endParaRPr>
          </a:p>
        </p:txBody>
      </p:sp>
      <p:sp>
        <p:nvSpPr>
          <p:cNvPr id="9" name="Text Placeholder 2">
            <a:extLst>
              <a:ext uri="{FF2B5EF4-FFF2-40B4-BE49-F238E27FC236}">
                <a16:creationId xmlns:a16="http://schemas.microsoft.com/office/drawing/2014/main" id="{8CA31C1C-533B-DF99-7F23-D36943817003}"/>
              </a:ext>
            </a:extLst>
          </p:cNvPr>
          <p:cNvSpPr>
            <a:spLocks noGrp="1"/>
          </p:cNvSpPr>
          <p:nvPr>
            <p:ph type="body" sz="quarter" idx="10"/>
          </p:nvPr>
        </p:nvSpPr>
        <p:spPr>
          <a:xfrm>
            <a:off x="580468" y="12479147"/>
            <a:ext cx="11038445" cy="762000"/>
          </a:xfrm>
        </p:spPr>
        <p:txBody>
          <a:bodyPr/>
          <a:lstStyle/>
          <a:p>
            <a:r>
              <a:rPr lang="en-US" dirty="0"/>
              <a:t>28pt label</a:t>
            </a:r>
          </a:p>
        </p:txBody>
      </p:sp>
      <p:sp>
        <p:nvSpPr>
          <p:cNvPr id="7" name="Title 1">
            <a:extLst>
              <a:ext uri="{FF2B5EF4-FFF2-40B4-BE49-F238E27FC236}">
                <a16:creationId xmlns:a16="http://schemas.microsoft.com/office/drawing/2014/main" id="{0D73FC27-7A0C-FE06-1D3D-C6C624AC12EB}"/>
              </a:ext>
            </a:extLst>
          </p:cNvPr>
          <p:cNvSpPr>
            <a:spLocks noGrp="1"/>
          </p:cNvSpPr>
          <p:nvPr>
            <p:ph type="title"/>
          </p:nvPr>
        </p:nvSpPr>
        <p:spPr>
          <a:xfrm>
            <a:off x="580544" y="311150"/>
            <a:ext cx="10101072" cy="10356850"/>
          </a:xfrm>
        </p:spPr>
        <p:txBody>
          <a:bodyPr/>
          <a:lstStyle/>
          <a:p>
            <a:r>
              <a:rPr lang="en-US" dirty="0"/>
              <a:t>Where innovation </a:t>
            </a:r>
            <a:br>
              <a:rPr lang="en-US" dirty="0"/>
            </a:br>
            <a:r>
              <a:rPr lang="en-US" dirty="0"/>
              <a:t>and transformation</a:t>
            </a:r>
            <a:br>
              <a:rPr lang="en-US" dirty="0"/>
            </a:br>
            <a:r>
              <a:rPr lang="en-US" dirty="0"/>
              <a:t>come together</a:t>
            </a:r>
          </a:p>
        </p:txBody>
      </p:sp>
    </p:spTree>
    <p:extLst>
      <p:ext uri="{BB962C8B-B14F-4D97-AF65-F5344CB8AC3E}">
        <p14:creationId xmlns:p14="http://schemas.microsoft.com/office/powerpoint/2010/main" val="1282933484"/>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Photo showing lab technician pouring liquid into a vial">
            <a:extLst>
              <a:ext uri="{FF2B5EF4-FFF2-40B4-BE49-F238E27FC236}">
                <a16:creationId xmlns:a16="http://schemas.microsoft.com/office/drawing/2014/main" id="{2015D17B-3DE2-FCE3-0495-53B5E2404B3A}"/>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flipH="1">
            <a:off x="-2" y="-1"/>
            <a:ext cx="24387174" cy="12195176"/>
          </a:xfrm>
          <a:prstGeom prst="rect">
            <a:avLst/>
          </a:prstGeom>
        </p:spPr>
      </p:pic>
      <p:sp>
        <p:nvSpPr>
          <p:cNvPr id="7" name="Text Placeholder 6">
            <a:extLst>
              <a:ext uri="{FF2B5EF4-FFF2-40B4-BE49-F238E27FC236}">
                <a16:creationId xmlns:a16="http://schemas.microsoft.com/office/drawing/2014/main" id="{343613A2-28F2-1135-13AB-E7155D225A45}"/>
              </a:ext>
            </a:extLst>
          </p:cNvPr>
          <p:cNvSpPr>
            <a:spLocks noGrp="1"/>
          </p:cNvSpPr>
          <p:nvPr>
            <p:ph type="body" sz="quarter" idx="12"/>
          </p:nvPr>
        </p:nvSpPr>
        <p:spPr>
          <a:xfrm>
            <a:off x="582045" y="12166599"/>
            <a:ext cx="4942455" cy="1074293"/>
          </a:xfrm>
        </p:spPr>
        <p:txBody>
          <a:bodyPr/>
          <a:lstStyle/>
          <a:p>
            <a:r>
              <a:rPr lang="en-US" dirty="0"/>
              <a:t>Firstname Lastname</a:t>
            </a:r>
            <a:br>
              <a:rPr lang="en-US" dirty="0"/>
            </a:br>
            <a:r>
              <a:rPr lang="en-US" dirty="0"/>
              <a:t>Job Title</a:t>
            </a:r>
          </a:p>
        </p:txBody>
      </p:sp>
      <p:sp>
        <p:nvSpPr>
          <p:cNvPr id="6" name="Text Placeholder 4">
            <a:extLst>
              <a:ext uri="{FF2B5EF4-FFF2-40B4-BE49-F238E27FC236}">
                <a16:creationId xmlns:a16="http://schemas.microsoft.com/office/drawing/2014/main" id="{1093B1DF-A5ED-8486-C2BD-38634D74610B}"/>
              </a:ext>
            </a:extLst>
          </p:cNvPr>
          <p:cNvSpPr>
            <a:spLocks noGrp="1"/>
          </p:cNvSpPr>
          <p:nvPr>
            <p:ph type="body" sz="quarter" idx="13"/>
          </p:nvPr>
        </p:nvSpPr>
        <p:spPr>
          <a:xfrm>
            <a:off x="6671501" y="12166600"/>
            <a:ext cx="4947412" cy="1077014"/>
          </a:xfrm>
        </p:spPr>
        <p:txBody>
          <a:bodyPr/>
          <a:lstStyle/>
          <a:p>
            <a:r>
              <a:rPr lang="en-US" dirty="0">
                <a:solidFill>
                  <a:schemeClr val="accent1"/>
                </a:solidFill>
                <a:hlinkClick r:id="rId3">
                  <a:extLst>
                    <a:ext uri="{A12FA001-AC4F-418D-AE19-62706E023703}">
                      <ahyp:hlinkClr xmlns:ahyp="http://schemas.microsoft.com/office/drawing/2018/hyperlinkcolor" val="tx"/>
                    </a:ext>
                  </a:extLst>
                </a:hlinkClick>
              </a:rPr>
              <a:t>email.address@ibm.com</a:t>
            </a:r>
            <a:endParaRPr lang="en-US">
              <a:solidFill>
                <a:schemeClr val="accent1"/>
              </a:solidFill>
            </a:endParaRPr>
          </a:p>
          <a:p>
            <a:r>
              <a:rPr lang="en-US" dirty="0"/>
              <a:t>123.456.7890</a:t>
            </a:r>
          </a:p>
        </p:txBody>
      </p:sp>
      <p:sp>
        <p:nvSpPr>
          <p:cNvPr id="2" name="Title 1">
            <a:extLst>
              <a:ext uri="{FF2B5EF4-FFF2-40B4-BE49-F238E27FC236}">
                <a16:creationId xmlns:a16="http://schemas.microsoft.com/office/drawing/2014/main" id="{B335AEEA-5D4C-1E14-8D74-5ACD379B06AE}"/>
              </a:ext>
            </a:extLst>
          </p:cNvPr>
          <p:cNvSpPr>
            <a:spLocks noGrp="1"/>
          </p:cNvSpPr>
          <p:nvPr>
            <p:ph type="title"/>
          </p:nvPr>
        </p:nvSpPr>
        <p:spPr>
          <a:xfrm>
            <a:off x="580544" y="311151"/>
            <a:ext cx="10101072" cy="7308850"/>
          </a:xfrm>
        </p:spPr>
        <p:txBody>
          <a:bodyPr/>
          <a:lstStyle/>
          <a:p>
            <a:r>
              <a:rPr lang="en-US" dirty="0"/>
              <a:t>Intelligence</a:t>
            </a:r>
            <a:br>
              <a:rPr lang="en-US" dirty="0"/>
            </a:br>
            <a:r>
              <a:rPr lang="en-US" dirty="0"/>
              <a:t>planning</a:t>
            </a:r>
          </a:p>
        </p:txBody>
      </p:sp>
    </p:spTree>
    <p:extLst>
      <p:ext uri="{BB962C8B-B14F-4D97-AF65-F5344CB8AC3E}">
        <p14:creationId xmlns:p14="http://schemas.microsoft.com/office/powerpoint/2010/main" val="324548037"/>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2649892E-67DB-FCDF-F47E-27298CE331AF}"/>
              </a:ext>
            </a:extLst>
          </p:cNvPr>
          <p:cNvSpPr>
            <a:spLocks noGrp="1"/>
          </p:cNvSpPr>
          <p:nvPr>
            <p:ph type="title"/>
          </p:nvPr>
        </p:nvSpPr>
        <p:spPr>
          <a:xfrm>
            <a:off x="576072" y="384048"/>
            <a:ext cx="6091428" cy="4573587"/>
          </a:xfrm>
        </p:spPr>
        <p:txBody>
          <a:bodyPr/>
          <a:lstStyle/>
          <a:p>
            <a:r>
              <a:rPr lang="en-US" dirty="0"/>
              <a:t>IBM client</a:t>
            </a:r>
            <a:br>
              <a:rPr lang="en-US" dirty="0"/>
            </a:br>
            <a:r>
              <a:rPr lang="en-US" dirty="0"/>
              <a:t>success stories</a:t>
            </a:r>
            <a:endParaRPr lang="en-RO" dirty="0"/>
          </a:p>
        </p:txBody>
      </p:sp>
      <p:sp>
        <p:nvSpPr>
          <p:cNvPr id="9" name="Text Placeholder 8">
            <a:extLst>
              <a:ext uri="{FF2B5EF4-FFF2-40B4-BE49-F238E27FC236}">
                <a16:creationId xmlns:a16="http://schemas.microsoft.com/office/drawing/2014/main" id="{B24CFE88-85F2-46DB-6138-1ADD70A954BF}"/>
              </a:ext>
            </a:extLst>
          </p:cNvPr>
          <p:cNvSpPr>
            <a:spLocks noGrp="1"/>
          </p:cNvSpPr>
          <p:nvPr>
            <p:ph type="body" sz="quarter" idx="10"/>
          </p:nvPr>
        </p:nvSpPr>
        <p:spPr>
          <a:xfrm>
            <a:off x="12763500" y="576072"/>
            <a:ext cx="4953000" cy="11431587"/>
          </a:xfrm>
        </p:spPr>
        <p:txBody>
          <a:bodyPr/>
          <a:lstStyle/>
          <a:p>
            <a:r>
              <a:rPr lang="en-GB" dirty="0"/>
              <a:t>16</a:t>
            </a:r>
            <a:r>
              <a:rPr lang="en-US" dirty="0"/>
              <a:t>	</a:t>
            </a:r>
            <a:r>
              <a:rPr lang="en-GB" dirty="0"/>
              <a:t>ASTEX</a:t>
            </a:r>
          </a:p>
          <a:p>
            <a:r>
              <a:rPr lang="en-GB" dirty="0"/>
              <a:t>17</a:t>
            </a:r>
            <a:r>
              <a:rPr lang="en-US" dirty="0"/>
              <a:t>	</a:t>
            </a:r>
            <a:r>
              <a:rPr lang="en-GB" dirty="0"/>
              <a:t>Audi UK</a:t>
            </a:r>
          </a:p>
          <a:p>
            <a:r>
              <a:rPr lang="en-GB" dirty="0"/>
              <a:t>18</a:t>
            </a:r>
            <a:r>
              <a:rPr lang="en-US" dirty="0"/>
              <a:t>	</a:t>
            </a:r>
            <a:r>
              <a:rPr lang="en-GB" dirty="0"/>
              <a:t>Bestseller India</a:t>
            </a:r>
          </a:p>
          <a:p>
            <a:r>
              <a:rPr lang="en-GB" dirty="0"/>
              <a:t>19</a:t>
            </a:r>
            <a:r>
              <a:rPr lang="en-US" dirty="0"/>
              <a:t>	</a:t>
            </a:r>
            <a:r>
              <a:rPr lang="en-GB" dirty="0"/>
              <a:t>Energinet</a:t>
            </a:r>
          </a:p>
          <a:p>
            <a:r>
              <a:rPr lang="en-GB" dirty="0"/>
              <a:t>20</a:t>
            </a:r>
            <a:r>
              <a:rPr lang="en-US" dirty="0"/>
              <a:t>	</a:t>
            </a:r>
            <a:r>
              <a:rPr lang="en-GB" dirty="0"/>
              <a:t>Etihad Airways</a:t>
            </a:r>
          </a:p>
          <a:p>
            <a:pPr marL="1143000" indent="-1143000">
              <a:buAutoNum type="arabicPlain" startAt="21"/>
            </a:pPr>
            <a:r>
              <a:rPr lang="en-GB" dirty="0"/>
              <a:t>FlightSafety International</a:t>
            </a:r>
          </a:p>
          <a:p>
            <a:pPr marL="1143000" indent="-1143000">
              <a:buFontTx/>
              <a:buAutoNum type="arabicPlain" startAt="21"/>
            </a:pPr>
            <a:r>
              <a:rPr lang="en-GB" dirty="0"/>
              <a:t>Frito-Lay North America</a:t>
            </a:r>
            <a:endParaRPr lang="en-RO"/>
          </a:p>
        </p:txBody>
      </p:sp>
      <p:sp>
        <p:nvSpPr>
          <p:cNvPr id="10" name="Text Placeholder 9">
            <a:extLst>
              <a:ext uri="{FF2B5EF4-FFF2-40B4-BE49-F238E27FC236}">
                <a16:creationId xmlns:a16="http://schemas.microsoft.com/office/drawing/2014/main" id="{B49D7112-68FF-B0B2-5EF7-3892B3E6CEAC}"/>
              </a:ext>
            </a:extLst>
          </p:cNvPr>
          <p:cNvSpPr>
            <a:spLocks noGrp="1"/>
          </p:cNvSpPr>
          <p:nvPr>
            <p:ph type="body" sz="quarter" idx="11"/>
          </p:nvPr>
        </p:nvSpPr>
        <p:spPr>
          <a:xfrm>
            <a:off x="18862675" y="576072"/>
            <a:ext cx="4949825" cy="11431587"/>
          </a:xfrm>
        </p:spPr>
        <p:txBody>
          <a:bodyPr/>
          <a:lstStyle/>
          <a:p>
            <a:r>
              <a:rPr lang="en-GB" dirty="0"/>
              <a:t>23</a:t>
            </a:r>
            <a:r>
              <a:rPr lang="en-US" dirty="0"/>
              <a:t>	</a:t>
            </a:r>
            <a:r>
              <a:rPr lang="en-GB" dirty="0"/>
              <a:t>Harry Rosen</a:t>
            </a:r>
          </a:p>
          <a:p>
            <a:r>
              <a:rPr lang="en-GB" dirty="0"/>
              <a:t>24</a:t>
            </a:r>
            <a:r>
              <a:rPr lang="en-US" dirty="0"/>
              <a:t>	</a:t>
            </a:r>
            <a:r>
              <a:rPr lang="en-GB" dirty="0"/>
              <a:t>Luftfartsverket</a:t>
            </a:r>
          </a:p>
          <a:p>
            <a:r>
              <a:rPr lang="en-GB" dirty="0"/>
              <a:t>25</a:t>
            </a:r>
            <a:r>
              <a:rPr lang="en-US" dirty="0"/>
              <a:t>	</a:t>
            </a:r>
            <a:r>
              <a:rPr lang="en-GB" dirty="0"/>
              <a:t>MANA-Vox</a:t>
            </a:r>
          </a:p>
          <a:p>
            <a:r>
              <a:rPr lang="en-GB" dirty="0"/>
              <a:t>26</a:t>
            </a:r>
            <a:r>
              <a:rPr lang="en-US" dirty="0"/>
              <a:t>	</a:t>
            </a:r>
            <a:r>
              <a:rPr lang="en-GB" dirty="0"/>
              <a:t>Seguros Ocaso</a:t>
            </a:r>
          </a:p>
          <a:p>
            <a:pPr marL="1143000" indent="-1143000"/>
            <a:r>
              <a:rPr lang="en-GB" dirty="0"/>
              <a:t>27</a:t>
            </a:r>
            <a:r>
              <a:rPr lang="en-US" dirty="0"/>
              <a:t>	</a:t>
            </a:r>
            <a:r>
              <a:rPr lang="en-GB" dirty="0"/>
              <a:t>State Bank of India</a:t>
            </a:r>
          </a:p>
          <a:p>
            <a:pPr marL="1174750" indent="-1174750"/>
            <a:r>
              <a:rPr lang="en-GB" dirty="0"/>
              <a:t>28</a:t>
            </a:r>
            <a:r>
              <a:rPr lang="en-US" dirty="0"/>
              <a:t>	</a:t>
            </a:r>
            <a:r>
              <a:rPr lang="en-GB" dirty="0"/>
              <a:t>The Climate Service</a:t>
            </a:r>
            <a:endParaRPr lang="en-RO"/>
          </a:p>
        </p:txBody>
      </p:sp>
      <p:pic>
        <p:nvPicPr>
          <p:cNvPr id="7" name="Picture 6" descr="Illustration showing outlines of various sized 2D nested boxes with arrow pointing to upper right corner">
            <a:extLst>
              <a:ext uri="{FF2B5EF4-FFF2-40B4-BE49-F238E27FC236}">
                <a16:creationId xmlns:a16="http://schemas.microsoft.com/office/drawing/2014/main" id="{B19CCFBC-A352-52A9-ED28-78D29329B9BC}"/>
              </a:ext>
            </a:extLst>
          </p:cNvPr>
          <p:cNvPicPr>
            <a:picLocks noChangeAspect="1"/>
          </p:cNvPicPr>
          <p:nvPr/>
        </p:nvPicPr>
        <p:blipFill>
          <a:blip r:embed="rId2"/>
          <a:stretch>
            <a:fillRect/>
          </a:stretch>
        </p:blipFill>
        <p:spPr>
          <a:xfrm>
            <a:off x="574675" y="5329290"/>
            <a:ext cx="6865885" cy="6865885"/>
          </a:xfrm>
          <a:prstGeom prst="rect">
            <a:avLst/>
          </a:prstGeom>
        </p:spPr>
      </p:pic>
      <p:sp>
        <p:nvSpPr>
          <p:cNvPr id="6" name="Footer Placeholder 5">
            <a:extLst>
              <a:ext uri="{FF2B5EF4-FFF2-40B4-BE49-F238E27FC236}">
                <a16:creationId xmlns:a16="http://schemas.microsoft.com/office/drawing/2014/main" id="{54EF707B-896A-1785-FE4A-C91D92CE71DD}"/>
              </a:ext>
            </a:extLst>
          </p:cNvPr>
          <p:cNvSpPr>
            <a:spLocks noGrp="1"/>
          </p:cNvSpPr>
          <p:nvPr>
            <p:ph type="ftr" sz="quarter" idx="18"/>
          </p:nvPr>
        </p:nvSpPr>
        <p:spPr/>
        <p:txBody>
          <a:bodyPr/>
          <a:lstStyle/>
          <a:p>
            <a:r>
              <a:rPr lang="en-US" dirty="0"/>
              <a:t>Footer</a:t>
            </a:r>
          </a:p>
        </p:txBody>
      </p:sp>
      <p:sp>
        <p:nvSpPr>
          <p:cNvPr id="21" name="Slide Number Placeholder 20">
            <a:extLst>
              <a:ext uri="{FF2B5EF4-FFF2-40B4-BE49-F238E27FC236}">
                <a16:creationId xmlns:a16="http://schemas.microsoft.com/office/drawing/2014/main" id="{2E2988D4-E92F-5CFD-E1B8-E4F4288A44D3}"/>
              </a:ext>
            </a:extLst>
          </p:cNvPr>
          <p:cNvSpPr>
            <a:spLocks noGrp="1"/>
          </p:cNvSpPr>
          <p:nvPr>
            <p:ph type="sldNum" sz="quarter" idx="4"/>
          </p:nvPr>
        </p:nvSpPr>
        <p:spPr/>
        <p:txBody>
          <a:bodyPr/>
          <a:lstStyle/>
          <a:p>
            <a:fld id="{86CB4B4D-7CA3-9044-876B-883B54F8677D}" type="slidenum">
              <a:rPr lang="en-US" smtClean="0"/>
              <a:pPr/>
              <a:t>15</a:t>
            </a:fld>
            <a:endParaRPr lang="en-US" dirty="0"/>
          </a:p>
        </p:txBody>
      </p:sp>
    </p:spTree>
    <p:extLst>
      <p:ext uri="{BB962C8B-B14F-4D97-AF65-F5344CB8AC3E}">
        <p14:creationId xmlns:p14="http://schemas.microsoft.com/office/powerpoint/2010/main" val="3744575013"/>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descr="Full slide background in blue 10">
            <a:extLst>
              <a:ext uri="{FF2B5EF4-FFF2-40B4-BE49-F238E27FC236}">
                <a16:creationId xmlns:a16="http://schemas.microsoft.com/office/drawing/2014/main" id="{5DA48621-DDEA-5337-4DA0-FC82E26694E0}"/>
              </a:ext>
            </a:extLst>
          </p:cNvPr>
          <p:cNvSpPr/>
          <p:nvPr/>
        </p:nvSpPr>
        <p:spPr bwMode="auto">
          <a:xfrm>
            <a:off x="0" y="0"/>
            <a:ext cx="24387175" cy="13716000"/>
          </a:xfrm>
          <a:prstGeom prst="rect">
            <a:avLst/>
          </a:prstGeom>
          <a:solidFill>
            <a:srgbClr val="E5F6FF"/>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RO" sz="1400" b="0" i="0" u="none" strike="noStrike" cap="none" normalizeH="0" baseline="0">
              <a:ln>
                <a:noFill/>
              </a:ln>
              <a:solidFill>
                <a:schemeClr val="bg1"/>
              </a:solidFill>
              <a:effectLst/>
              <a:latin typeface="+mn-lt"/>
            </a:endParaRPr>
          </a:p>
        </p:txBody>
      </p:sp>
      <p:sp>
        <p:nvSpPr>
          <p:cNvPr id="2" name="Title 1">
            <a:extLst>
              <a:ext uri="{FF2B5EF4-FFF2-40B4-BE49-F238E27FC236}">
                <a16:creationId xmlns:a16="http://schemas.microsoft.com/office/drawing/2014/main" id="{58555A89-31D3-C769-71AD-38E9ADC2B454}"/>
              </a:ext>
            </a:extLst>
          </p:cNvPr>
          <p:cNvSpPr>
            <a:spLocks noGrp="1"/>
          </p:cNvSpPr>
          <p:nvPr>
            <p:ph type="title"/>
          </p:nvPr>
        </p:nvSpPr>
        <p:spPr>
          <a:xfrm>
            <a:off x="581024" y="301625"/>
            <a:ext cx="17141825" cy="8832850"/>
          </a:xfrm>
        </p:spPr>
        <p:txBody>
          <a:bodyPr/>
          <a:lstStyle/>
          <a:p>
            <a:r>
              <a:rPr lang="en-US" dirty="0">
                <a:solidFill>
                  <a:schemeClr val="accent1"/>
                </a:solidFill>
              </a:rPr>
              <a:t>Why do 70% </a:t>
            </a:r>
            <a:br>
              <a:rPr lang="en-US" dirty="0">
                <a:solidFill>
                  <a:schemeClr val="accent1"/>
                </a:solidFill>
              </a:rPr>
            </a:br>
            <a:r>
              <a:rPr lang="en-US" dirty="0">
                <a:solidFill>
                  <a:schemeClr val="accent1"/>
                </a:solidFill>
              </a:rPr>
              <a:t>of digital transformation efforts fail?</a:t>
            </a:r>
          </a:p>
        </p:txBody>
      </p:sp>
      <p:sp>
        <p:nvSpPr>
          <p:cNvPr id="3" name="Footer Placeholder 2">
            <a:extLst>
              <a:ext uri="{FF2B5EF4-FFF2-40B4-BE49-F238E27FC236}">
                <a16:creationId xmlns:a16="http://schemas.microsoft.com/office/drawing/2014/main" id="{8B588F6F-C66C-FFF6-F027-434CCBD37F22}"/>
              </a:ext>
            </a:extLst>
          </p:cNvPr>
          <p:cNvSpPr>
            <a:spLocks noGrp="1"/>
          </p:cNvSpPr>
          <p:nvPr>
            <p:ph type="ftr" sz="quarter" idx="18"/>
          </p:nvPr>
        </p:nvSpPr>
        <p:spPr>
          <a:xfrm>
            <a:off x="581024" y="12823285"/>
            <a:ext cx="4956176" cy="381000"/>
          </a:xfrm>
        </p:spPr>
        <p:txBody>
          <a:bodyPr/>
          <a:lstStyle/>
          <a:p>
            <a:r>
              <a:rPr lang="en-US" dirty="0"/>
              <a:t>Footer</a:t>
            </a:r>
          </a:p>
        </p:txBody>
      </p:sp>
      <p:sp>
        <p:nvSpPr>
          <p:cNvPr id="8" name="Slide Number Placeholder 7">
            <a:extLst>
              <a:ext uri="{FF2B5EF4-FFF2-40B4-BE49-F238E27FC236}">
                <a16:creationId xmlns:a16="http://schemas.microsoft.com/office/drawing/2014/main" id="{C72FA208-DCFC-5B3B-B0DF-DE9E40659CED}"/>
              </a:ext>
            </a:extLst>
          </p:cNvPr>
          <p:cNvSpPr>
            <a:spLocks noGrp="1"/>
          </p:cNvSpPr>
          <p:nvPr>
            <p:ph type="sldNum" sz="quarter" idx="4"/>
          </p:nvPr>
        </p:nvSpPr>
        <p:spPr/>
        <p:txBody>
          <a:bodyPr/>
          <a:lstStyle/>
          <a:p>
            <a:fld id="{86CB4B4D-7CA3-9044-876B-883B54F8677D}" type="slidenum">
              <a:rPr lang="en-US" smtClean="0"/>
              <a:pPr/>
              <a:t>16</a:t>
            </a:fld>
            <a:endParaRPr lang="en-US" dirty="0"/>
          </a:p>
        </p:txBody>
      </p:sp>
    </p:spTree>
    <p:extLst>
      <p:ext uri="{BB962C8B-B14F-4D97-AF65-F5344CB8AC3E}">
        <p14:creationId xmlns:p14="http://schemas.microsoft.com/office/powerpoint/2010/main" val="2877784043"/>
      </p:ext>
    </p:ext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descr="7/8 gray 10 slide background">
            <a:extLst>
              <a:ext uri="{FF2B5EF4-FFF2-40B4-BE49-F238E27FC236}">
                <a16:creationId xmlns:a16="http://schemas.microsoft.com/office/drawing/2014/main" id="{AC4D0E98-8712-F9EA-923E-F0381BBCE803}"/>
              </a:ext>
            </a:extLst>
          </p:cNvPr>
          <p:cNvSpPr/>
          <p:nvPr/>
        </p:nvSpPr>
        <p:spPr bwMode="auto">
          <a:xfrm>
            <a:off x="0" y="-1"/>
            <a:ext cx="24387175" cy="12195175"/>
          </a:xfrm>
          <a:prstGeom prst="rect">
            <a:avLst/>
          </a:prstGeom>
          <a:solidFill>
            <a:srgbClr val="F7F3F2"/>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dirty="0">
              <a:ln>
                <a:noFill/>
              </a:ln>
              <a:solidFill>
                <a:schemeClr val="bg1"/>
              </a:solidFill>
              <a:effectLst/>
              <a:latin typeface="+mn-lt"/>
            </a:endParaRPr>
          </a:p>
        </p:txBody>
      </p:sp>
      <p:sp>
        <p:nvSpPr>
          <p:cNvPr id="2" name="Title 1">
            <a:extLst>
              <a:ext uri="{FF2B5EF4-FFF2-40B4-BE49-F238E27FC236}">
                <a16:creationId xmlns:a16="http://schemas.microsoft.com/office/drawing/2014/main" id="{180FC785-4B73-1374-CE3A-190BCF867813}"/>
              </a:ext>
            </a:extLst>
          </p:cNvPr>
          <p:cNvSpPr>
            <a:spLocks noGrp="1"/>
          </p:cNvSpPr>
          <p:nvPr>
            <p:ph type="title"/>
          </p:nvPr>
        </p:nvSpPr>
        <p:spPr>
          <a:xfrm>
            <a:off x="581024" y="301625"/>
            <a:ext cx="17141825" cy="8832850"/>
          </a:xfrm>
        </p:spPr>
        <p:txBody>
          <a:bodyPr/>
          <a:lstStyle/>
          <a:p>
            <a:r>
              <a:rPr lang="en-US" dirty="0"/>
              <a:t>Sustainability </a:t>
            </a:r>
            <a:br>
              <a:rPr lang="en-US" dirty="0"/>
            </a:br>
            <a:r>
              <a:rPr lang="en-US" dirty="0"/>
              <a:t>is the key to a better future</a:t>
            </a:r>
          </a:p>
        </p:txBody>
      </p:sp>
      <p:sp>
        <p:nvSpPr>
          <p:cNvPr id="3" name="Footer Placeholder 2">
            <a:extLst>
              <a:ext uri="{FF2B5EF4-FFF2-40B4-BE49-F238E27FC236}">
                <a16:creationId xmlns:a16="http://schemas.microsoft.com/office/drawing/2014/main" id="{71AB4860-B80A-E3E0-1A24-4210B3E952FE}"/>
              </a:ext>
            </a:extLst>
          </p:cNvPr>
          <p:cNvSpPr>
            <a:spLocks noGrp="1"/>
          </p:cNvSpPr>
          <p:nvPr>
            <p:ph type="ftr" sz="quarter" idx="18"/>
          </p:nvPr>
        </p:nvSpPr>
        <p:spPr>
          <a:xfrm>
            <a:off x="581024" y="12823285"/>
            <a:ext cx="4956176" cy="381000"/>
          </a:xfrm>
        </p:spPr>
        <p:txBody>
          <a:bodyPr/>
          <a:lstStyle/>
          <a:p>
            <a:r>
              <a:rPr lang="en-US" dirty="0"/>
              <a:t>Footer</a:t>
            </a:r>
          </a:p>
        </p:txBody>
      </p:sp>
      <p:pic>
        <p:nvPicPr>
          <p:cNvPr id="5" name="Picture 4">
            <a:extLst>
              <a:ext uri="{FF2B5EF4-FFF2-40B4-BE49-F238E27FC236}">
                <a16:creationId xmlns:a16="http://schemas.microsoft.com/office/drawing/2014/main" id="{A2A9067D-CDC0-D345-1921-53B64A9D241E}"/>
              </a:ext>
            </a:extLst>
          </p:cNvPr>
          <p:cNvPicPr>
            <a:picLocks noChangeAspect="1"/>
          </p:cNvPicPr>
          <p:nvPr/>
        </p:nvPicPr>
        <p:blipFill>
          <a:blip r:embed="rId2"/>
          <a:stretch>
            <a:fillRect/>
          </a:stretch>
        </p:blipFill>
        <p:spPr>
          <a:xfrm>
            <a:off x="13359161" y="3606993"/>
            <a:ext cx="10410400" cy="8026014"/>
          </a:xfrm>
          <a:prstGeom prst="rect">
            <a:avLst/>
          </a:prstGeom>
        </p:spPr>
      </p:pic>
    </p:spTree>
    <p:extLst>
      <p:ext uri="{BB962C8B-B14F-4D97-AF65-F5344CB8AC3E}">
        <p14:creationId xmlns:p14="http://schemas.microsoft.com/office/powerpoint/2010/main" val="2993081634"/>
      </p:ext>
    </p:ext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descr="7/8 gray 10 slide background">
            <a:extLst>
              <a:ext uri="{FF2B5EF4-FFF2-40B4-BE49-F238E27FC236}">
                <a16:creationId xmlns:a16="http://schemas.microsoft.com/office/drawing/2014/main" id="{2DB82953-11C0-B03D-2E40-78F6EEEB0DBF}"/>
              </a:ext>
            </a:extLst>
          </p:cNvPr>
          <p:cNvSpPr/>
          <p:nvPr/>
        </p:nvSpPr>
        <p:spPr bwMode="auto">
          <a:xfrm>
            <a:off x="0" y="-1"/>
            <a:ext cx="24387175" cy="13716001"/>
          </a:xfrm>
          <a:prstGeom prst="rect">
            <a:avLst/>
          </a:prstGeom>
          <a:solidFill>
            <a:srgbClr val="F7F3F2"/>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dirty="0">
              <a:ln>
                <a:noFill/>
              </a:ln>
              <a:solidFill>
                <a:schemeClr val="bg1"/>
              </a:solidFill>
              <a:effectLst/>
              <a:latin typeface="+mn-lt"/>
            </a:endParaRPr>
          </a:p>
        </p:txBody>
      </p:sp>
      <p:sp>
        <p:nvSpPr>
          <p:cNvPr id="2" name="Title 1">
            <a:extLst>
              <a:ext uri="{FF2B5EF4-FFF2-40B4-BE49-F238E27FC236}">
                <a16:creationId xmlns:a16="http://schemas.microsoft.com/office/drawing/2014/main" id="{180FC785-4B73-1374-CE3A-190BCF867813}"/>
              </a:ext>
            </a:extLst>
          </p:cNvPr>
          <p:cNvSpPr>
            <a:spLocks noGrp="1"/>
          </p:cNvSpPr>
          <p:nvPr>
            <p:ph type="title"/>
          </p:nvPr>
        </p:nvSpPr>
        <p:spPr/>
        <p:txBody>
          <a:bodyPr/>
          <a:lstStyle/>
          <a:p>
            <a:r>
              <a:rPr lang="en-US" dirty="0"/>
              <a:t>Top 5</a:t>
            </a:r>
            <a:br>
              <a:rPr lang="en-US" dirty="0"/>
            </a:br>
            <a:r>
              <a:rPr lang="en-US" dirty="0"/>
              <a:t>business risks</a:t>
            </a:r>
            <a:br>
              <a:rPr lang="en-US" dirty="0"/>
            </a:br>
            <a:r>
              <a:rPr lang="en-US" dirty="0">
                <a:solidFill>
                  <a:srgbClr val="229338"/>
                </a:solidFill>
                <a:effectLst/>
              </a:rPr>
              <a:t>↓</a:t>
            </a:r>
            <a:br>
              <a:rPr lang="en-US" dirty="0"/>
            </a:br>
            <a:r>
              <a:rPr lang="en-US" dirty="0"/>
              <a:t>are related to</a:t>
            </a:r>
            <a:br>
              <a:rPr lang="en-US" dirty="0"/>
            </a:br>
            <a:r>
              <a:rPr lang="en-US" dirty="0"/>
              <a:t>the environment</a:t>
            </a:r>
          </a:p>
        </p:txBody>
      </p:sp>
      <p:sp>
        <p:nvSpPr>
          <p:cNvPr id="3" name="Footer Placeholder 2">
            <a:extLst>
              <a:ext uri="{FF2B5EF4-FFF2-40B4-BE49-F238E27FC236}">
                <a16:creationId xmlns:a16="http://schemas.microsoft.com/office/drawing/2014/main" id="{71AB4860-B80A-E3E0-1A24-4210B3E952FE}"/>
              </a:ext>
            </a:extLst>
          </p:cNvPr>
          <p:cNvSpPr>
            <a:spLocks noGrp="1"/>
          </p:cNvSpPr>
          <p:nvPr>
            <p:ph type="ftr" sz="quarter" idx="18"/>
          </p:nvPr>
        </p:nvSpPr>
        <p:spPr/>
        <p:txBody>
          <a:bodyPr/>
          <a:lstStyle/>
          <a:p>
            <a:r>
              <a:rPr lang="en-US" dirty="0"/>
              <a:t>Footer</a:t>
            </a:r>
          </a:p>
        </p:txBody>
      </p:sp>
      <p:sp>
        <p:nvSpPr>
          <p:cNvPr id="7" name="Slide Number Placeholder 6">
            <a:extLst>
              <a:ext uri="{FF2B5EF4-FFF2-40B4-BE49-F238E27FC236}">
                <a16:creationId xmlns:a16="http://schemas.microsoft.com/office/drawing/2014/main" id="{AE8F681F-4583-9C40-F2C1-4A872A3F9A05}"/>
              </a:ext>
            </a:extLst>
          </p:cNvPr>
          <p:cNvSpPr>
            <a:spLocks noGrp="1"/>
          </p:cNvSpPr>
          <p:nvPr>
            <p:ph type="sldNum" sz="quarter" idx="4"/>
          </p:nvPr>
        </p:nvSpPr>
        <p:spPr/>
        <p:txBody>
          <a:bodyPr/>
          <a:lstStyle/>
          <a:p>
            <a:fld id="{86CB4B4D-7CA3-9044-876B-883B54F8677D}" type="slidenum">
              <a:rPr lang="en-US" smtClean="0"/>
              <a:pPr/>
              <a:t>18</a:t>
            </a:fld>
            <a:endParaRPr lang="en-US" dirty="0"/>
          </a:p>
        </p:txBody>
      </p:sp>
    </p:spTree>
    <p:extLst>
      <p:ext uri="{BB962C8B-B14F-4D97-AF65-F5344CB8AC3E}">
        <p14:creationId xmlns:p14="http://schemas.microsoft.com/office/powerpoint/2010/main" val="3098893877"/>
      </p:ext>
    </p:ext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Placeholder 1" descr="Photo of solar panel field with inset photo showing rows of lit windows in an office building ">
            <a:extLst>
              <a:ext uri="{FF2B5EF4-FFF2-40B4-BE49-F238E27FC236}">
                <a16:creationId xmlns:a16="http://schemas.microsoft.com/office/drawing/2014/main" id="{A2B7BC27-6A03-CF45-5984-FD26362B37AD}"/>
              </a:ext>
            </a:extLst>
          </p:cNvPr>
          <p:cNvPicPr>
            <a:picLocks noGrp="1" noChangeAspect="1"/>
          </p:cNvPicPr>
          <p:nvPr>
            <p:ph type="pic" sz="quarter" idx="11"/>
          </p:nvPr>
        </p:nvPicPr>
        <p:blipFill rotWithShape="1">
          <a:blip r:embed="rId2" cstate="screen">
            <a:extLst>
              <a:ext uri="{28A0092B-C50C-407E-A947-70E740481C1C}">
                <a14:useLocalDpi xmlns:a14="http://schemas.microsoft.com/office/drawing/2010/main"/>
              </a:ext>
            </a:extLst>
          </a:blip>
          <a:srcRect l="60" r="60"/>
          <a:stretch/>
        </p:blipFill>
        <p:spPr>
          <a:xfrm>
            <a:off x="577850" y="571500"/>
            <a:ext cx="23226713" cy="12579349"/>
          </a:xfrm>
        </p:spPr>
      </p:pic>
      <p:pic>
        <p:nvPicPr>
          <p:cNvPr id="4" name="Picture 3" descr="Photo showing rows of lit windows in an office building inset over photo of solar panel field">
            <a:extLst>
              <a:ext uri="{FF2B5EF4-FFF2-40B4-BE49-F238E27FC236}">
                <a16:creationId xmlns:a16="http://schemas.microsoft.com/office/drawing/2014/main" id="{88A4CB58-6C35-6826-E9B9-9CAB4B6DC343}"/>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8307387" y="2494903"/>
            <a:ext cx="7772400" cy="8726193"/>
          </a:xfrm>
          <a:prstGeom prst="rect">
            <a:avLst/>
          </a:prstGeom>
        </p:spPr>
      </p:pic>
    </p:spTree>
    <p:extLst>
      <p:ext uri="{BB962C8B-B14F-4D97-AF65-F5344CB8AC3E}">
        <p14:creationId xmlns:p14="http://schemas.microsoft.com/office/powerpoint/2010/main" val="440965684"/>
      </p:ext>
    </p:extLst>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E7B18C8-5B8F-1BCF-EB67-3984F19FEC36}"/>
              </a:ext>
            </a:extLst>
          </p:cNvPr>
          <p:cNvSpPr/>
          <p:nvPr/>
        </p:nvSpPr>
        <p:spPr bwMode="auto">
          <a:xfrm>
            <a:off x="-6350" y="3048000"/>
            <a:ext cx="6089098" cy="3048000"/>
          </a:xfrm>
          <a:prstGeom prst="rect">
            <a:avLst/>
          </a:prstGeom>
          <a:solidFill>
            <a:srgbClr val="E5F6FF"/>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dirty="0">
              <a:ln>
                <a:noFill/>
              </a:ln>
              <a:solidFill>
                <a:schemeClr val="bg1"/>
              </a:solidFill>
              <a:effectLst/>
              <a:latin typeface="+mn-lt"/>
            </a:endParaRPr>
          </a:p>
        </p:txBody>
      </p:sp>
      <p:sp>
        <p:nvSpPr>
          <p:cNvPr id="2" name="Title 1">
            <a:extLst>
              <a:ext uri="{FF2B5EF4-FFF2-40B4-BE49-F238E27FC236}">
                <a16:creationId xmlns:a16="http://schemas.microsoft.com/office/drawing/2014/main" id="{1AED46E3-4DA8-FB6C-F45C-85BED25AEA88}"/>
              </a:ext>
            </a:extLst>
          </p:cNvPr>
          <p:cNvSpPr>
            <a:spLocks noGrp="1"/>
          </p:cNvSpPr>
          <p:nvPr>
            <p:ph type="title"/>
          </p:nvPr>
        </p:nvSpPr>
        <p:spPr>
          <a:xfrm>
            <a:off x="576072" y="3432464"/>
            <a:ext cx="4949825" cy="1525588"/>
          </a:xfrm>
        </p:spPr>
        <p:txBody>
          <a:bodyPr/>
          <a:lstStyle/>
          <a:p>
            <a:r>
              <a:rPr lang="en-US" dirty="0"/>
              <a:t>Automation</a:t>
            </a:r>
          </a:p>
        </p:txBody>
      </p:sp>
      <p:pic>
        <p:nvPicPr>
          <p:cNvPr id="8" name="Picture 7" descr="Photo showing woman adjusting mainframe panels">
            <a:extLst>
              <a:ext uri="{FF2B5EF4-FFF2-40B4-BE49-F238E27FC236}">
                <a16:creationId xmlns:a16="http://schemas.microsoft.com/office/drawing/2014/main" id="{614B7D12-C249-05B3-97AC-13D43670D299}"/>
              </a:ext>
            </a:extLst>
          </p:cNvPr>
          <p:cNvPicPr>
            <a:picLocks noChangeAspect="1"/>
          </p:cNvPicPr>
          <p:nvPr/>
        </p:nvPicPr>
        <p:blipFill>
          <a:blip r:embed="rId2"/>
          <a:stretch>
            <a:fillRect/>
          </a:stretch>
        </p:blipFill>
        <p:spPr>
          <a:xfrm>
            <a:off x="0" y="6095999"/>
            <a:ext cx="6096000" cy="6108727"/>
          </a:xfrm>
          <a:prstGeom prst="rect">
            <a:avLst/>
          </a:prstGeom>
        </p:spPr>
      </p:pic>
      <p:sp>
        <p:nvSpPr>
          <p:cNvPr id="9" name="Rectangle 8">
            <a:extLst>
              <a:ext uri="{FF2B5EF4-FFF2-40B4-BE49-F238E27FC236}">
                <a16:creationId xmlns:a16="http://schemas.microsoft.com/office/drawing/2014/main" id="{8071280B-C91A-9867-B2E7-9743F76F6C03}"/>
              </a:ext>
            </a:extLst>
          </p:cNvPr>
          <p:cNvSpPr/>
          <p:nvPr/>
        </p:nvSpPr>
        <p:spPr bwMode="auto">
          <a:xfrm>
            <a:off x="6100232" y="0"/>
            <a:ext cx="6096000" cy="6096000"/>
          </a:xfrm>
          <a:prstGeom prst="rect">
            <a:avLst/>
          </a:prstGeom>
          <a:solidFill>
            <a:srgbClr val="F4F4F4"/>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dirty="0">
              <a:ln>
                <a:noFill/>
              </a:ln>
              <a:solidFill>
                <a:schemeClr val="bg1"/>
              </a:solidFill>
              <a:effectLst/>
              <a:latin typeface="+mn-lt"/>
            </a:endParaRPr>
          </a:p>
        </p:txBody>
      </p:sp>
      <p:pic>
        <p:nvPicPr>
          <p:cNvPr id="11" name="Picture 10" descr="Photo showing man charging electric vehicle">
            <a:extLst>
              <a:ext uri="{FF2B5EF4-FFF2-40B4-BE49-F238E27FC236}">
                <a16:creationId xmlns:a16="http://schemas.microsoft.com/office/drawing/2014/main" id="{E8F4ED61-DF5B-FD37-A653-5580475B717D}"/>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2200090" y="0"/>
            <a:ext cx="6089904" cy="6103637"/>
          </a:xfrm>
          <a:prstGeom prst="rect">
            <a:avLst/>
          </a:prstGeom>
        </p:spPr>
      </p:pic>
      <p:pic>
        <p:nvPicPr>
          <p:cNvPr id="12" name="Picture 11" descr="Photo showing various sized spools of thread intersecting each other">
            <a:extLst>
              <a:ext uri="{FF2B5EF4-FFF2-40B4-BE49-F238E27FC236}">
                <a16:creationId xmlns:a16="http://schemas.microsoft.com/office/drawing/2014/main" id="{580FC6D6-7BFD-5583-9424-2180DB5E99E9}"/>
              </a:ext>
            </a:extLst>
          </p:cNvPr>
          <p:cNvPicPr>
            <a:picLocks noChangeAspect="1"/>
          </p:cNvPicPr>
          <p:nvPr/>
        </p:nvPicPr>
        <p:blipFill>
          <a:blip r:embed="rId4"/>
          <a:stretch>
            <a:fillRect/>
          </a:stretch>
        </p:blipFill>
        <p:spPr>
          <a:xfrm>
            <a:off x="12207395" y="6096000"/>
            <a:ext cx="12204319" cy="6102160"/>
          </a:xfrm>
          <a:prstGeom prst="rect">
            <a:avLst/>
          </a:prstGeom>
        </p:spPr>
      </p:pic>
      <p:pic>
        <p:nvPicPr>
          <p:cNvPr id="13" name="Picture 12" descr="Illustration showing blue 3D cubes floating above a gray square">
            <a:extLst>
              <a:ext uri="{FF2B5EF4-FFF2-40B4-BE49-F238E27FC236}">
                <a16:creationId xmlns:a16="http://schemas.microsoft.com/office/drawing/2014/main" id="{E4973B6F-AFFC-FBE0-8AEF-95C929D66723}"/>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6297336" y="207686"/>
            <a:ext cx="5680627" cy="5680627"/>
          </a:xfrm>
          <a:prstGeom prst="rect">
            <a:avLst/>
          </a:prstGeom>
        </p:spPr>
      </p:pic>
      <p:sp>
        <p:nvSpPr>
          <p:cNvPr id="4" name="Footer Placeholder 3">
            <a:extLst>
              <a:ext uri="{FF2B5EF4-FFF2-40B4-BE49-F238E27FC236}">
                <a16:creationId xmlns:a16="http://schemas.microsoft.com/office/drawing/2014/main" id="{E31A2B92-DEFE-739E-3BFA-829401851B34}"/>
              </a:ext>
            </a:extLst>
          </p:cNvPr>
          <p:cNvSpPr>
            <a:spLocks noGrp="1"/>
          </p:cNvSpPr>
          <p:nvPr>
            <p:ph type="ftr" sz="quarter" idx="12"/>
          </p:nvPr>
        </p:nvSpPr>
        <p:spPr/>
        <p:txBody>
          <a:bodyPr/>
          <a:lstStyle/>
          <a:p>
            <a:r>
              <a:rPr lang="en-US" dirty="0"/>
              <a:t>Footer</a:t>
            </a:r>
          </a:p>
        </p:txBody>
      </p:sp>
      <p:sp>
        <p:nvSpPr>
          <p:cNvPr id="14" name="Slide Number Placeholder 13">
            <a:extLst>
              <a:ext uri="{FF2B5EF4-FFF2-40B4-BE49-F238E27FC236}">
                <a16:creationId xmlns:a16="http://schemas.microsoft.com/office/drawing/2014/main" id="{7B75B2DB-A93B-FF51-2071-1BD767248B5D}"/>
              </a:ext>
            </a:extLst>
          </p:cNvPr>
          <p:cNvSpPr>
            <a:spLocks noGrp="1"/>
          </p:cNvSpPr>
          <p:nvPr>
            <p:ph type="sldNum" sz="quarter" idx="4"/>
          </p:nvPr>
        </p:nvSpPr>
        <p:spPr/>
        <p:txBody>
          <a:bodyPr/>
          <a:lstStyle/>
          <a:p>
            <a:fld id="{86CB4B4D-7CA3-9044-876B-883B54F8677D}" type="slidenum">
              <a:rPr lang="en-US" smtClean="0"/>
              <a:pPr/>
              <a:t>20</a:t>
            </a:fld>
            <a:endParaRPr lang="en-US" dirty="0"/>
          </a:p>
        </p:txBody>
      </p:sp>
    </p:spTree>
    <p:extLst>
      <p:ext uri="{BB962C8B-B14F-4D97-AF65-F5344CB8AC3E}">
        <p14:creationId xmlns:p14="http://schemas.microsoft.com/office/powerpoint/2010/main" val="3525082262"/>
      </p:ext>
    </p:extLst>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descr="7/8 gray 10 slide background">
            <a:extLst>
              <a:ext uri="{FF2B5EF4-FFF2-40B4-BE49-F238E27FC236}">
                <a16:creationId xmlns:a16="http://schemas.microsoft.com/office/drawing/2014/main" id="{A9AA77C2-F6F9-EB30-E1D1-25D54E92281D}"/>
              </a:ext>
            </a:extLst>
          </p:cNvPr>
          <p:cNvSpPr/>
          <p:nvPr/>
        </p:nvSpPr>
        <p:spPr bwMode="auto">
          <a:xfrm>
            <a:off x="0" y="-1"/>
            <a:ext cx="24387175" cy="12195175"/>
          </a:xfrm>
          <a:prstGeom prst="rect">
            <a:avLst/>
          </a:prstGeom>
          <a:solidFill>
            <a:srgbClr val="F7F3F2"/>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dirty="0">
              <a:ln>
                <a:noFill/>
              </a:ln>
              <a:solidFill>
                <a:schemeClr val="bg1"/>
              </a:solidFill>
              <a:effectLst/>
              <a:latin typeface="+mn-lt"/>
            </a:endParaRPr>
          </a:p>
        </p:txBody>
      </p:sp>
      <p:sp>
        <p:nvSpPr>
          <p:cNvPr id="4" name="Title 1">
            <a:extLst>
              <a:ext uri="{FF2B5EF4-FFF2-40B4-BE49-F238E27FC236}">
                <a16:creationId xmlns:a16="http://schemas.microsoft.com/office/drawing/2014/main" id="{EEC6334A-39EB-45F0-A823-2F9EA5628881}"/>
              </a:ext>
            </a:extLst>
          </p:cNvPr>
          <p:cNvSpPr txBox="1">
            <a:spLocks/>
          </p:cNvSpPr>
          <p:nvPr/>
        </p:nvSpPr>
        <p:spPr>
          <a:xfrm>
            <a:off x="574675" y="576072"/>
            <a:ext cx="4949825" cy="152558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lvl1pPr marL="0" marR="0" indent="0" algn="l" defTabSz="2438400" rtl="0" latinLnBrk="0">
              <a:lnSpc>
                <a:spcPct val="90000"/>
              </a:lnSpc>
              <a:spcBef>
                <a:spcPts val="0"/>
              </a:spcBef>
              <a:spcAft>
                <a:spcPts val="0"/>
              </a:spcAft>
              <a:buClrTx/>
              <a:buSzTx/>
              <a:buFontTx/>
              <a:buNone/>
              <a:tabLst/>
              <a:defRPr sz="17200" b="0" i="0" u="none" strike="noStrike" cap="none" spc="0" baseline="0">
                <a:solidFill>
                  <a:schemeClr val="tx1"/>
                </a:solidFill>
                <a:uFillTx/>
                <a:latin typeface="+mj-lt"/>
                <a:ea typeface="+mj-ea"/>
                <a:cs typeface="+mj-cs"/>
                <a:sym typeface="IBM Plex Sans Light"/>
              </a:defRPr>
            </a:lvl1pPr>
            <a:lvl2pPr marL="0" marR="0" indent="0"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2pPr>
            <a:lvl3pPr marL="0" marR="0" indent="0"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3pPr>
            <a:lvl4pPr marL="0" marR="0" indent="0"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4pPr>
            <a:lvl5pPr marL="0" marR="0" indent="0"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5pPr>
            <a:lvl6pPr marL="0" marR="0" indent="362568"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6pPr>
            <a:lvl7pPr marL="0" marR="0" indent="725139"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7pPr>
            <a:lvl8pPr marL="0" marR="0" indent="1087706"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8pPr>
            <a:lvl9pPr marL="0" marR="0" indent="1450276"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9pPr>
          </a:lstStyle>
          <a:p>
            <a:r>
              <a:rPr lang="en-US" sz="2800" kern="0" dirty="0">
                <a:solidFill>
                  <a:srgbClr val="000000"/>
                </a:solidFill>
              </a:rPr>
              <a:t>Solutions</a:t>
            </a:r>
          </a:p>
        </p:txBody>
      </p:sp>
      <p:sp>
        <p:nvSpPr>
          <p:cNvPr id="2" name="Title 1">
            <a:extLst>
              <a:ext uri="{FF2B5EF4-FFF2-40B4-BE49-F238E27FC236}">
                <a16:creationId xmlns:a16="http://schemas.microsoft.com/office/drawing/2014/main" id="{180FC785-4B73-1374-CE3A-190BCF867813}"/>
              </a:ext>
            </a:extLst>
          </p:cNvPr>
          <p:cNvSpPr>
            <a:spLocks noGrp="1"/>
          </p:cNvSpPr>
          <p:nvPr>
            <p:ph type="title"/>
          </p:nvPr>
        </p:nvSpPr>
        <p:spPr>
          <a:xfrm>
            <a:off x="6667500" y="384048"/>
            <a:ext cx="11049000" cy="8191500"/>
          </a:xfrm>
        </p:spPr>
        <p:txBody>
          <a:bodyPr/>
          <a:lstStyle/>
          <a:p>
            <a:pPr>
              <a:lnSpc>
                <a:spcPct val="100000"/>
              </a:lnSpc>
            </a:pPr>
            <a:r>
              <a:rPr lang="en-US" sz="8400" dirty="0">
                <a:solidFill>
                  <a:srgbClr val="000000"/>
                </a:solidFill>
                <a:effectLst/>
                <a:latin typeface="+mj-lt"/>
              </a:rPr>
              <a:t>Here’s how IBM automation can improve sustainable enterprise delivery</a:t>
            </a:r>
          </a:p>
        </p:txBody>
      </p:sp>
      <p:sp>
        <p:nvSpPr>
          <p:cNvPr id="3" name="Footer Placeholder 2">
            <a:extLst>
              <a:ext uri="{FF2B5EF4-FFF2-40B4-BE49-F238E27FC236}">
                <a16:creationId xmlns:a16="http://schemas.microsoft.com/office/drawing/2014/main" id="{71AB4860-B80A-E3E0-1A24-4210B3E952FE}"/>
              </a:ext>
            </a:extLst>
          </p:cNvPr>
          <p:cNvSpPr>
            <a:spLocks noGrp="1"/>
          </p:cNvSpPr>
          <p:nvPr>
            <p:ph type="ftr" sz="quarter" idx="18"/>
          </p:nvPr>
        </p:nvSpPr>
        <p:spPr/>
        <p:txBody>
          <a:bodyPr/>
          <a:lstStyle/>
          <a:p>
            <a:r>
              <a:rPr lang="en-US" dirty="0">
                <a:solidFill>
                  <a:srgbClr val="000000"/>
                </a:solidFill>
                <a:effectLst/>
                <a:latin typeface="IBM Plex Sans" panose="020B0503050203000203" pitchFamily="34" charset="0"/>
              </a:rPr>
              <a:t>Footer</a:t>
            </a:r>
          </a:p>
        </p:txBody>
      </p:sp>
      <p:sp>
        <p:nvSpPr>
          <p:cNvPr id="12" name="Slide Number Placeholder 11">
            <a:extLst>
              <a:ext uri="{FF2B5EF4-FFF2-40B4-BE49-F238E27FC236}">
                <a16:creationId xmlns:a16="http://schemas.microsoft.com/office/drawing/2014/main" id="{512F058D-F6C1-347C-68A5-CC627DA47895}"/>
              </a:ext>
            </a:extLst>
          </p:cNvPr>
          <p:cNvSpPr>
            <a:spLocks noGrp="1"/>
          </p:cNvSpPr>
          <p:nvPr>
            <p:ph type="sldNum" sz="quarter" idx="4"/>
          </p:nvPr>
        </p:nvSpPr>
        <p:spPr/>
        <p:txBody>
          <a:bodyPr/>
          <a:lstStyle/>
          <a:p>
            <a:fld id="{86CB4B4D-7CA3-9044-876B-883B54F8677D}" type="slidenum">
              <a:rPr lang="en-US" smtClean="0"/>
              <a:pPr/>
              <a:t>21</a:t>
            </a:fld>
            <a:endParaRPr lang="en-US" dirty="0"/>
          </a:p>
        </p:txBody>
      </p:sp>
    </p:spTree>
    <p:extLst>
      <p:ext uri="{BB962C8B-B14F-4D97-AF65-F5344CB8AC3E}">
        <p14:creationId xmlns:p14="http://schemas.microsoft.com/office/powerpoint/2010/main" val="2580294690"/>
      </p:ext>
    </p:extLst>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descr="Illustration showing gradient cyan rings intersecting small black ring anchor points ">
            <a:extLst>
              <a:ext uri="{FF2B5EF4-FFF2-40B4-BE49-F238E27FC236}">
                <a16:creationId xmlns:a16="http://schemas.microsoft.com/office/drawing/2014/main" id="{45B65019-FFAB-D333-2C0E-21379C8FAF82}"/>
              </a:ext>
            </a:extLst>
          </p:cNvPr>
          <p:cNvPicPr>
            <a:picLocks noChangeAspect="1"/>
          </p:cNvPicPr>
          <p:nvPr/>
        </p:nvPicPr>
        <p:blipFill>
          <a:blip r:embed="rId2"/>
          <a:stretch>
            <a:fillRect/>
          </a:stretch>
        </p:blipFill>
        <p:spPr>
          <a:xfrm>
            <a:off x="470272" y="470065"/>
            <a:ext cx="5156346" cy="5156346"/>
          </a:xfrm>
          <a:prstGeom prst="rect">
            <a:avLst/>
          </a:prstGeom>
        </p:spPr>
      </p:pic>
      <p:sp>
        <p:nvSpPr>
          <p:cNvPr id="10" name="Rectangle 9" descr="Half vertical slide background in teal 10">
            <a:extLst>
              <a:ext uri="{FF2B5EF4-FFF2-40B4-BE49-F238E27FC236}">
                <a16:creationId xmlns:a16="http://schemas.microsoft.com/office/drawing/2014/main" id="{50D516DF-236D-0360-6872-029EF3711306}"/>
              </a:ext>
            </a:extLst>
          </p:cNvPr>
          <p:cNvSpPr/>
          <p:nvPr/>
        </p:nvSpPr>
        <p:spPr bwMode="auto">
          <a:xfrm>
            <a:off x="12192000" y="0"/>
            <a:ext cx="12192000" cy="13716000"/>
          </a:xfrm>
          <a:prstGeom prst="rect">
            <a:avLst/>
          </a:prstGeom>
          <a:solidFill>
            <a:srgbClr val="D9FBFB"/>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dirty="0">
              <a:ln>
                <a:noFill/>
              </a:ln>
              <a:solidFill>
                <a:schemeClr val="bg1"/>
              </a:solidFill>
              <a:effectLst/>
              <a:latin typeface="+mn-lt"/>
            </a:endParaRPr>
          </a:p>
        </p:txBody>
      </p:sp>
      <p:sp>
        <p:nvSpPr>
          <p:cNvPr id="12" name="Title 1">
            <a:extLst>
              <a:ext uri="{FF2B5EF4-FFF2-40B4-BE49-F238E27FC236}">
                <a16:creationId xmlns:a16="http://schemas.microsoft.com/office/drawing/2014/main" id="{01210BA4-7DBB-930A-7E7D-896864D4F63B}"/>
              </a:ext>
            </a:extLst>
          </p:cNvPr>
          <p:cNvSpPr txBox="1">
            <a:spLocks/>
          </p:cNvSpPr>
          <p:nvPr/>
        </p:nvSpPr>
        <p:spPr>
          <a:xfrm>
            <a:off x="12763500" y="384048"/>
            <a:ext cx="11044238" cy="533558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lvl1pPr marL="0" marR="0" indent="0" algn="l" defTabSz="2438400" rtl="0" eaLnBrk="1" latinLnBrk="0" hangingPunct="1">
              <a:lnSpc>
                <a:spcPct val="100000"/>
              </a:lnSpc>
              <a:spcBef>
                <a:spcPts val="0"/>
              </a:spcBef>
              <a:spcAft>
                <a:spcPts val="0"/>
              </a:spcAft>
              <a:buClrTx/>
              <a:buSzTx/>
              <a:buFontTx/>
              <a:buNone/>
              <a:tabLst/>
              <a:defRPr sz="6400" b="0" i="0" u="none" strike="noStrike" cap="none" spc="0" baseline="0">
                <a:solidFill>
                  <a:schemeClr val="tx2"/>
                </a:solidFill>
                <a:uFillTx/>
                <a:latin typeface="+mj-lt"/>
                <a:ea typeface="+mj-ea"/>
                <a:cs typeface="+mj-cs"/>
                <a:sym typeface="IBM Plex Sans Light"/>
              </a:defRPr>
            </a:lvl1pPr>
            <a:lvl2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2pPr>
            <a:lvl3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3pPr>
            <a:lvl4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4pPr>
            <a:lvl5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5pPr>
            <a:lvl6pPr marL="0" marR="0" indent="362568"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6pPr>
            <a:lvl7pPr marL="0" marR="0" indent="725139"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7pPr>
            <a:lvl8pPr marL="0" marR="0" indent="1087706"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8pPr>
            <a:lvl9pPr marL="0" marR="0" indent="1450276"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9pPr>
          </a:lstStyle>
          <a:p>
            <a:r>
              <a:rPr lang="en-US" sz="8400" kern="0" dirty="0">
                <a:solidFill>
                  <a:srgbClr val="000000"/>
                </a:solidFill>
              </a:rPr>
              <a:t>Here’s how IoT automation </a:t>
            </a:r>
            <a:br>
              <a:rPr lang="en-US" sz="8400" kern="0" dirty="0">
                <a:solidFill>
                  <a:srgbClr val="000000"/>
                </a:solidFill>
              </a:rPr>
            </a:br>
            <a:r>
              <a:rPr lang="en-US" sz="8400" kern="0" dirty="0">
                <a:solidFill>
                  <a:srgbClr val="000000"/>
                </a:solidFill>
              </a:rPr>
              <a:t>delivered our sustainability goals</a:t>
            </a:r>
          </a:p>
        </p:txBody>
      </p:sp>
      <p:sp>
        <p:nvSpPr>
          <p:cNvPr id="6" name="Footer Placeholder 5">
            <a:extLst>
              <a:ext uri="{FF2B5EF4-FFF2-40B4-BE49-F238E27FC236}">
                <a16:creationId xmlns:a16="http://schemas.microsoft.com/office/drawing/2014/main" id="{548F6680-B0BB-5A97-B568-F48C2A177F3E}"/>
              </a:ext>
            </a:extLst>
          </p:cNvPr>
          <p:cNvSpPr>
            <a:spLocks noGrp="1"/>
          </p:cNvSpPr>
          <p:nvPr>
            <p:ph type="ftr" sz="quarter" idx="16"/>
          </p:nvPr>
        </p:nvSpPr>
        <p:spPr>
          <a:xfrm>
            <a:off x="585216" y="12819888"/>
            <a:ext cx="4956176" cy="381000"/>
          </a:xfrm>
          <a:prstGeom prst="rect">
            <a:avLst/>
          </a:prstGeom>
        </p:spPr>
        <p:txBody>
          <a:bodyPr vert="horz" lIns="0" tIns="0" rIns="0" bIns="0" rtlCol="0" anchor="b"/>
          <a:lstStyle>
            <a:defPPr>
              <a:defRPr lang="en-US"/>
            </a:defPPr>
            <a:lvl1pPr marL="0" algn="l" defTabSz="1829379" rtl="0" eaLnBrk="1" latinLnBrk="0" hangingPunct="1">
              <a:defRPr sz="1600" b="0" i="0" kern="1200">
                <a:solidFill>
                  <a:schemeClr val="tx1"/>
                </a:solidFill>
                <a:latin typeface="IBM Plex Sans" panose="020B0503050203000203" pitchFamily="34" charset="0"/>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r>
              <a:rPr lang="en-US" dirty="0">
                <a:solidFill>
                  <a:srgbClr val="000000"/>
                </a:solidFill>
                <a:effectLst/>
                <a:latin typeface="IBM Plex Sans" panose="020B0503050203000203" pitchFamily="34" charset="0"/>
              </a:rPr>
              <a:t>Footer</a:t>
            </a:r>
          </a:p>
        </p:txBody>
      </p:sp>
      <p:sp>
        <p:nvSpPr>
          <p:cNvPr id="16" name="Slide Number Placeholder 15">
            <a:extLst>
              <a:ext uri="{FF2B5EF4-FFF2-40B4-BE49-F238E27FC236}">
                <a16:creationId xmlns:a16="http://schemas.microsoft.com/office/drawing/2014/main" id="{C34046A8-5A9D-1C37-EE88-2C0A859E7B4E}"/>
              </a:ext>
            </a:extLst>
          </p:cNvPr>
          <p:cNvSpPr>
            <a:spLocks noGrp="1"/>
          </p:cNvSpPr>
          <p:nvPr>
            <p:ph type="sldNum" sz="quarter" idx="4"/>
          </p:nvPr>
        </p:nvSpPr>
        <p:spPr/>
        <p:txBody>
          <a:bodyPr/>
          <a:lstStyle/>
          <a:p>
            <a:fld id="{86CB4B4D-7CA3-9044-876B-883B54F8677D}" type="slidenum">
              <a:rPr lang="en-US" smtClean="0"/>
              <a:pPr/>
              <a:t>22</a:t>
            </a:fld>
            <a:endParaRPr lang="en-US" dirty="0"/>
          </a:p>
        </p:txBody>
      </p:sp>
    </p:spTree>
    <p:extLst>
      <p:ext uri="{BB962C8B-B14F-4D97-AF65-F5344CB8AC3E}">
        <p14:creationId xmlns:p14="http://schemas.microsoft.com/office/powerpoint/2010/main" val="1869337916"/>
      </p:ext>
    </p:extLst>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8">
            <a:extLst>
              <a:ext uri="{FF2B5EF4-FFF2-40B4-BE49-F238E27FC236}">
                <a16:creationId xmlns:a16="http://schemas.microsoft.com/office/drawing/2014/main" id="{418FC0BA-1FD9-40AD-0976-34F7244850AD}"/>
              </a:ext>
            </a:extLst>
          </p:cNvPr>
          <p:cNvSpPr>
            <a:spLocks noGrp="1"/>
          </p:cNvSpPr>
          <p:nvPr>
            <p:ph type="title"/>
          </p:nvPr>
        </p:nvSpPr>
        <p:spPr>
          <a:xfrm>
            <a:off x="574675" y="384048"/>
            <a:ext cx="11044238" cy="6288086"/>
          </a:xfrm>
        </p:spPr>
        <p:txBody>
          <a:bodyPr/>
          <a:lstStyle/>
          <a:p>
            <a:r>
              <a:rPr lang="en-US" sz="8400" dirty="0">
                <a:solidFill>
                  <a:srgbClr val="000000"/>
                </a:solidFill>
                <a:effectLst/>
              </a:rPr>
              <a:t>Here’s how IoT automation </a:t>
            </a:r>
            <a:br>
              <a:rPr lang="en-US" sz="8400" dirty="0">
                <a:solidFill>
                  <a:srgbClr val="000000"/>
                </a:solidFill>
                <a:effectLst/>
              </a:rPr>
            </a:br>
            <a:r>
              <a:rPr lang="en-US" sz="8400" dirty="0">
                <a:solidFill>
                  <a:srgbClr val="000000"/>
                </a:solidFill>
                <a:effectLst/>
              </a:rPr>
              <a:t>delivered our sustainability goals</a:t>
            </a:r>
          </a:p>
        </p:txBody>
      </p:sp>
      <p:cxnSp>
        <p:nvCxnSpPr>
          <p:cNvPr id="5" name="Straight Connector 4" descr="Vertical column divider ">
            <a:extLst>
              <a:ext uri="{FF2B5EF4-FFF2-40B4-BE49-F238E27FC236}">
                <a16:creationId xmlns:a16="http://schemas.microsoft.com/office/drawing/2014/main" id="{97E54E91-4BE8-69E0-7A45-BA33FF708F4E}"/>
              </a:ext>
            </a:extLst>
          </p:cNvPr>
          <p:cNvCxnSpPr>
            <a:cxnSpLocks/>
          </p:cNvCxnSpPr>
          <p:nvPr/>
        </p:nvCxnSpPr>
        <p:spPr bwMode="auto">
          <a:xfrm flipV="1">
            <a:off x="12192000" y="569914"/>
            <a:ext cx="0" cy="11625261"/>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pic>
        <p:nvPicPr>
          <p:cNvPr id="11" name="Picture 10" descr="Illustration showing gradient cyan rings intersecting small black ring anchor points">
            <a:extLst>
              <a:ext uri="{FF2B5EF4-FFF2-40B4-BE49-F238E27FC236}">
                <a16:creationId xmlns:a16="http://schemas.microsoft.com/office/drawing/2014/main" id="{5B0A0FD8-0D8A-15E2-3169-B035291025C4}"/>
              </a:ext>
            </a:extLst>
          </p:cNvPr>
          <p:cNvPicPr>
            <a:picLocks noChangeAspect="1"/>
          </p:cNvPicPr>
          <p:nvPr/>
        </p:nvPicPr>
        <p:blipFill>
          <a:blip r:embed="rId2"/>
          <a:stretch>
            <a:fillRect/>
          </a:stretch>
        </p:blipFill>
        <p:spPr>
          <a:xfrm>
            <a:off x="12662241" y="470065"/>
            <a:ext cx="5156346" cy="5156346"/>
          </a:xfrm>
          <a:prstGeom prst="rect">
            <a:avLst/>
          </a:prstGeom>
        </p:spPr>
      </p:pic>
      <p:sp>
        <p:nvSpPr>
          <p:cNvPr id="17" name="Footer Placeholder 16">
            <a:extLst>
              <a:ext uri="{FF2B5EF4-FFF2-40B4-BE49-F238E27FC236}">
                <a16:creationId xmlns:a16="http://schemas.microsoft.com/office/drawing/2014/main" id="{9AB0328A-C2CD-84B7-A859-75B2B9D99F16}"/>
              </a:ext>
            </a:extLst>
          </p:cNvPr>
          <p:cNvSpPr>
            <a:spLocks noGrp="1"/>
          </p:cNvSpPr>
          <p:nvPr>
            <p:ph type="ftr" sz="quarter" idx="18"/>
          </p:nvPr>
        </p:nvSpPr>
        <p:spPr/>
        <p:txBody>
          <a:bodyPr/>
          <a:lstStyle/>
          <a:p>
            <a:r>
              <a:rPr lang="en-US" dirty="0">
                <a:solidFill>
                  <a:srgbClr val="000000"/>
                </a:solidFill>
                <a:effectLst/>
                <a:latin typeface="IBM Plex Sans" panose="020B0503050203000203" pitchFamily="34" charset="0"/>
              </a:rPr>
              <a:t>Footer</a:t>
            </a:r>
          </a:p>
        </p:txBody>
      </p:sp>
      <p:sp>
        <p:nvSpPr>
          <p:cNvPr id="18" name="Slide Number Placeholder 17">
            <a:extLst>
              <a:ext uri="{FF2B5EF4-FFF2-40B4-BE49-F238E27FC236}">
                <a16:creationId xmlns:a16="http://schemas.microsoft.com/office/drawing/2014/main" id="{3D51E82B-8F25-75AF-4F3F-63323C2B7193}"/>
              </a:ext>
            </a:extLst>
          </p:cNvPr>
          <p:cNvSpPr>
            <a:spLocks noGrp="1"/>
          </p:cNvSpPr>
          <p:nvPr>
            <p:ph type="sldNum" sz="quarter" idx="4"/>
          </p:nvPr>
        </p:nvSpPr>
        <p:spPr/>
        <p:txBody>
          <a:bodyPr/>
          <a:lstStyle/>
          <a:p>
            <a:fld id="{86CB4B4D-7CA3-9044-876B-883B54F8677D}" type="slidenum">
              <a:rPr lang="en-US" smtClean="0"/>
              <a:pPr/>
              <a:t>23</a:t>
            </a:fld>
            <a:endParaRPr lang="en-US" dirty="0"/>
          </a:p>
        </p:txBody>
      </p:sp>
    </p:spTree>
    <p:extLst>
      <p:ext uri="{BB962C8B-B14F-4D97-AF65-F5344CB8AC3E}">
        <p14:creationId xmlns:p14="http://schemas.microsoft.com/office/powerpoint/2010/main" val="3534906255"/>
      </p:ext>
    </p:extLst>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8">
            <a:extLst>
              <a:ext uri="{FF2B5EF4-FFF2-40B4-BE49-F238E27FC236}">
                <a16:creationId xmlns:a16="http://schemas.microsoft.com/office/drawing/2014/main" id="{E974E0E2-9D45-390C-15F8-791E3A6D9E47}"/>
              </a:ext>
            </a:extLst>
          </p:cNvPr>
          <p:cNvSpPr>
            <a:spLocks noGrp="1"/>
          </p:cNvSpPr>
          <p:nvPr>
            <p:ph type="title"/>
          </p:nvPr>
        </p:nvSpPr>
        <p:spPr>
          <a:xfrm>
            <a:off x="576072" y="384048"/>
            <a:ext cx="11042841" cy="4567428"/>
          </a:xfrm>
        </p:spPr>
        <p:txBody>
          <a:bodyPr/>
          <a:lstStyle/>
          <a:p>
            <a:pPr>
              <a:lnSpc>
                <a:spcPct val="100000"/>
              </a:lnSpc>
            </a:pPr>
            <a:r>
              <a:rPr lang="en-US" sz="8400" kern="0" dirty="0"/>
              <a:t>Here’s how hybrid cloud solved the supply chain issue</a:t>
            </a:r>
          </a:p>
        </p:txBody>
      </p:sp>
      <p:pic>
        <p:nvPicPr>
          <p:cNvPr id="10" name="Picture 9" descr="Illustration showing various geometric shapes in blues, blacks and white with thin circular and straight lines">
            <a:extLst>
              <a:ext uri="{FF2B5EF4-FFF2-40B4-BE49-F238E27FC236}">
                <a16:creationId xmlns:a16="http://schemas.microsoft.com/office/drawing/2014/main" id="{48691BE2-B09E-63B0-43BE-A0EACBD30DC4}"/>
              </a:ext>
            </a:extLst>
          </p:cNvPr>
          <p:cNvPicPr>
            <a:picLocks noChangeAspect="1"/>
          </p:cNvPicPr>
          <p:nvPr/>
        </p:nvPicPr>
        <p:blipFill>
          <a:blip r:embed="rId2"/>
          <a:stretch>
            <a:fillRect/>
          </a:stretch>
        </p:blipFill>
        <p:spPr>
          <a:xfrm>
            <a:off x="16657983" y="-13253"/>
            <a:ext cx="7742444" cy="13753027"/>
          </a:xfrm>
          <a:prstGeom prst="rect">
            <a:avLst/>
          </a:prstGeom>
        </p:spPr>
      </p:pic>
      <p:sp>
        <p:nvSpPr>
          <p:cNvPr id="7" name="Footer Placeholder 6">
            <a:extLst>
              <a:ext uri="{FF2B5EF4-FFF2-40B4-BE49-F238E27FC236}">
                <a16:creationId xmlns:a16="http://schemas.microsoft.com/office/drawing/2014/main" id="{284554B9-0ADE-FCCD-BFC7-22E7BD79111C}"/>
              </a:ext>
            </a:extLst>
          </p:cNvPr>
          <p:cNvSpPr>
            <a:spLocks noGrp="1"/>
          </p:cNvSpPr>
          <p:nvPr>
            <p:ph type="ftr" sz="quarter" idx="12"/>
          </p:nvPr>
        </p:nvSpPr>
        <p:spPr/>
        <p:txBody>
          <a:bodyPr/>
          <a:lstStyle/>
          <a:p>
            <a:r>
              <a:rPr lang="en-US" dirty="0">
                <a:solidFill>
                  <a:srgbClr val="000000"/>
                </a:solidFill>
                <a:effectLst/>
                <a:latin typeface="IBM Plex Sans" panose="020B0503050203000203" pitchFamily="34" charset="0"/>
              </a:rPr>
              <a:t>Footer</a:t>
            </a:r>
          </a:p>
        </p:txBody>
      </p:sp>
      <p:sp>
        <p:nvSpPr>
          <p:cNvPr id="6" name="Slide Number Placeholder 5">
            <a:extLst>
              <a:ext uri="{FF2B5EF4-FFF2-40B4-BE49-F238E27FC236}">
                <a16:creationId xmlns:a16="http://schemas.microsoft.com/office/drawing/2014/main" id="{47991D08-3006-3C0D-C540-1E18D2596962}"/>
              </a:ext>
            </a:extLst>
          </p:cNvPr>
          <p:cNvSpPr>
            <a:spLocks noGrp="1"/>
          </p:cNvSpPr>
          <p:nvPr>
            <p:ph type="sldNum" sz="quarter" idx="4"/>
          </p:nvPr>
        </p:nvSpPr>
        <p:spPr/>
        <p:txBody>
          <a:bodyPr/>
          <a:lstStyle/>
          <a:p>
            <a:fld id="{86CB4B4D-7CA3-9044-876B-883B54F8677D}" type="slidenum">
              <a:rPr lang="en-US" smtClean="0"/>
              <a:pPr/>
              <a:t>24</a:t>
            </a:fld>
            <a:endParaRPr lang="en-US" dirty="0"/>
          </a:p>
        </p:txBody>
      </p:sp>
    </p:spTree>
    <p:extLst>
      <p:ext uri="{BB962C8B-B14F-4D97-AF65-F5344CB8AC3E}">
        <p14:creationId xmlns:p14="http://schemas.microsoft.com/office/powerpoint/2010/main" val="2324612881"/>
      </p:ext>
    </p:extLst>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1F9479-234B-1CAE-42F3-FC6F806A22A0}"/>
              </a:ext>
            </a:extLst>
          </p:cNvPr>
          <p:cNvSpPr>
            <a:spLocks noGrp="1"/>
          </p:cNvSpPr>
          <p:nvPr>
            <p:ph type="title"/>
          </p:nvPr>
        </p:nvSpPr>
        <p:spPr>
          <a:xfrm>
            <a:off x="581024" y="301625"/>
            <a:ext cx="17141825" cy="8832850"/>
          </a:xfrm>
        </p:spPr>
        <p:txBody>
          <a:bodyPr/>
          <a:lstStyle/>
          <a:p>
            <a:r>
              <a:rPr lang="en-US" dirty="0"/>
              <a:t>Data-driven </a:t>
            </a:r>
            <a:br>
              <a:rPr lang="en-US" dirty="0"/>
            </a:br>
            <a:r>
              <a:rPr lang="en-US" dirty="0"/>
              <a:t>AI solutions</a:t>
            </a:r>
            <a:br>
              <a:rPr lang="en-US" dirty="0"/>
            </a:br>
            <a:endParaRPr lang="en-US" dirty="0"/>
          </a:p>
        </p:txBody>
      </p:sp>
      <p:sp>
        <p:nvSpPr>
          <p:cNvPr id="4" name="Footer Placeholder 3">
            <a:extLst>
              <a:ext uri="{FF2B5EF4-FFF2-40B4-BE49-F238E27FC236}">
                <a16:creationId xmlns:a16="http://schemas.microsoft.com/office/drawing/2014/main" id="{EEFFE7DC-C309-07B6-032D-3027A0EDCB2A}"/>
              </a:ext>
            </a:extLst>
          </p:cNvPr>
          <p:cNvSpPr>
            <a:spLocks noGrp="1"/>
          </p:cNvSpPr>
          <p:nvPr>
            <p:ph type="ftr" sz="quarter" idx="18"/>
          </p:nvPr>
        </p:nvSpPr>
        <p:spPr>
          <a:xfrm>
            <a:off x="581024" y="12823285"/>
            <a:ext cx="4956176" cy="381000"/>
          </a:xfrm>
        </p:spPr>
        <p:txBody>
          <a:bodyPr/>
          <a:lstStyle/>
          <a:p>
            <a:r>
              <a:rPr lang="en-US" dirty="0">
                <a:solidFill>
                  <a:srgbClr val="000000"/>
                </a:solidFill>
                <a:effectLst/>
                <a:latin typeface="IBM Plex Sans" panose="020B0503050203000203" pitchFamily="34" charset="0"/>
              </a:rPr>
              <a:t>Footer</a:t>
            </a:r>
          </a:p>
        </p:txBody>
      </p:sp>
      <p:pic>
        <p:nvPicPr>
          <p:cNvPr id="5" name="Picture 4" descr="Illustration showing various 3D shapes in 3 sections hovering over each other">
            <a:extLst>
              <a:ext uri="{FF2B5EF4-FFF2-40B4-BE49-F238E27FC236}">
                <a16:creationId xmlns:a16="http://schemas.microsoft.com/office/drawing/2014/main" id="{EB0A59D1-6A6E-9636-DD73-11AF99C03511}"/>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t="-1"/>
          <a:stretch/>
        </p:blipFill>
        <p:spPr>
          <a:xfrm>
            <a:off x="16040100" y="7302500"/>
            <a:ext cx="7772400" cy="5848350"/>
          </a:xfrm>
          <a:prstGeom prst="rect">
            <a:avLst/>
          </a:prstGeom>
        </p:spPr>
      </p:pic>
    </p:spTree>
    <p:extLst>
      <p:ext uri="{BB962C8B-B14F-4D97-AF65-F5344CB8AC3E}">
        <p14:creationId xmlns:p14="http://schemas.microsoft.com/office/powerpoint/2010/main" val="2165364125"/>
      </p:ext>
    </p:extLst>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6">
            <a:extLst>
              <a:ext uri="{FF2B5EF4-FFF2-40B4-BE49-F238E27FC236}">
                <a16:creationId xmlns:a16="http://schemas.microsoft.com/office/drawing/2014/main" id="{966AE32A-5A3E-5F6C-8465-F1BCF397F49B}"/>
              </a:ext>
            </a:extLst>
          </p:cNvPr>
          <p:cNvSpPr txBox="1">
            <a:spLocks/>
          </p:cNvSpPr>
          <p:nvPr/>
        </p:nvSpPr>
        <p:spPr>
          <a:xfrm>
            <a:off x="576072" y="576072"/>
            <a:ext cx="3398648" cy="75365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lvl1pPr marL="0" marR="0" indent="0" algn="l" defTabSz="2438400" rtl="0" latinLnBrk="0">
              <a:lnSpc>
                <a:spcPct val="110000"/>
              </a:lnSpc>
              <a:spcBef>
                <a:spcPts val="0"/>
              </a:spcBef>
              <a:spcAft>
                <a:spcPts val="0"/>
              </a:spcAft>
              <a:buClrTx/>
              <a:buSzTx/>
              <a:buFontTx/>
              <a:buNone/>
              <a:tabLst/>
              <a:defRPr sz="3600" b="0" i="0" u="none" strike="noStrike" cap="none" spc="0" baseline="0">
                <a:solidFill>
                  <a:schemeClr val="tx1"/>
                </a:solidFill>
                <a:uFillTx/>
                <a:latin typeface="+mj-lt"/>
                <a:ea typeface="+mj-ea"/>
                <a:cs typeface="+mj-cs"/>
                <a:sym typeface="IBM Plex Sans Light"/>
              </a:defRPr>
            </a:lvl1pPr>
            <a:lvl2pPr marL="0" marR="0" indent="0"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2pPr>
            <a:lvl3pPr marL="0" marR="0" indent="0"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3pPr>
            <a:lvl4pPr marL="0" marR="0" indent="0"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4pPr>
            <a:lvl5pPr marL="0" marR="0" indent="0"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5pPr>
            <a:lvl6pPr marL="0" marR="0" indent="362568"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6pPr>
            <a:lvl7pPr marL="0" marR="0" indent="725139"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7pPr>
            <a:lvl8pPr marL="0" marR="0" indent="1087706"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8pPr>
            <a:lvl9pPr marL="0" marR="0" indent="1450276"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9pPr>
          </a:lstStyle>
          <a:p>
            <a:r>
              <a:rPr lang="en-US" sz="2800" dirty="0"/>
              <a:t>Automotive</a:t>
            </a:r>
          </a:p>
        </p:txBody>
      </p:sp>
      <p:sp>
        <p:nvSpPr>
          <p:cNvPr id="7" name="Title 6">
            <a:extLst>
              <a:ext uri="{FF2B5EF4-FFF2-40B4-BE49-F238E27FC236}">
                <a16:creationId xmlns:a16="http://schemas.microsoft.com/office/drawing/2014/main" id="{712EB2F0-398E-DA10-B6AB-96F3713BEF48}"/>
              </a:ext>
            </a:extLst>
          </p:cNvPr>
          <p:cNvSpPr>
            <a:spLocks noGrp="1"/>
          </p:cNvSpPr>
          <p:nvPr>
            <p:ph type="title"/>
          </p:nvPr>
        </p:nvSpPr>
        <p:spPr>
          <a:xfrm>
            <a:off x="582422" y="1531216"/>
            <a:ext cx="6275578" cy="1274329"/>
          </a:xfrm>
        </p:spPr>
        <p:txBody>
          <a:bodyPr/>
          <a:lstStyle/>
          <a:p>
            <a:r>
              <a:rPr lang="en-US" dirty="0"/>
              <a:t>How can a luxury car brand bring smarter experiences to its customers?</a:t>
            </a:r>
            <a:endParaRPr lang="en-RO"/>
          </a:p>
        </p:txBody>
      </p:sp>
      <p:sp>
        <p:nvSpPr>
          <p:cNvPr id="12" name="Text Placeholder 11">
            <a:extLst>
              <a:ext uri="{FF2B5EF4-FFF2-40B4-BE49-F238E27FC236}">
                <a16:creationId xmlns:a16="http://schemas.microsoft.com/office/drawing/2014/main" id="{745FCAFB-515C-7F7E-C377-C4084722BD10}"/>
              </a:ext>
            </a:extLst>
          </p:cNvPr>
          <p:cNvSpPr>
            <a:spLocks noGrp="1"/>
          </p:cNvSpPr>
          <p:nvPr>
            <p:ph type="body" sz="quarter" idx="11"/>
          </p:nvPr>
        </p:nvSpPr>
        <p:spPr>
          <a:xfrm>
            <a:off x="576000" y="4575699"/>
            <a:ext cx="9816220" cy="7643432"/>
          </a:xfrm>
        </p:spPr>
        <p:txBody>
          <a:bodyPr/>
          <a:lstStyle/>
          <a:p>
            <a:r>
              <a:rPr lang="en-US" sz="2800" dirty="0"/>
              <a:t>With 90% of car purchases now starting online, Audi UK is reimagining its digital experiences to complement the entire customer journey. To improve digital front-end development and analytics, the team tapped into the IBM and Adobe partnership. Audi UK moved to the latest version of Adobe Experience Manager and worked with the IBM team to build the custom website’s analytics platform from scratch on Adobe Analytics. </a:t>
            </a:r>
          </a:p>
          <a:p>
            <a:endParaRPr lang="en-US" sz="2800" dirty="0">
              <a:solidFill>
                <a:schemeClr val="accent1"/>
              </a:solidFill>
            </a:endParaRPr>
          </a:p>
          <a:p>
            <a:endParaRPr lang="en-US" sz="2800" dirty="0">
              <a:solidFill>
                <a:schemeClr val="accent1"/>
              </a:solidFill>
            </a:endParaRPr>
          </a:p>
          <a:p>
            <a:endParaRPr lang="en-US" sz="2800" dirty="0">
              <a:solidFill>
                <a:schemeClr val="accent1"/>
              </a:solidFill>
            </a:endParaRPr>
          </a:p>
          <a:p>
            <a:endParaRPr lang="en-US" sz="2800" dirty="0">
              <a:solidFill>
                <a:schemeClr val="accent1"/>
              </a:solidFill>
            </a:endParaRPr>
          </a:p>
          <a:p>
            <a:r>
              <a:rPr lang="en-US" sz="2800" dirty="0"/>
              <a:t>More information:</a:t>
            </a:r>
            <a:endParaRPr lang="en-US" sz="2800" dirty="0">
              <a:solidFill>
                <a:schemeClr val="accent1"/>
              </a:solidFill>
            </a:endParaRPr>
          </a:p>
          <a:p>
            <a:r>
              <a:rPr lang="en-US" sz="2800" dirty="0">
                <a:solidFill>
                  <a:schemeClr val="accent1"/>
                </a:solidFill>
              </a:rPr>
              <a:t>Audi UK →</a:t>
            </a:r>
          </a:p>
          <a:p>
            <a:r>
              <a:rPr lang="en-US" sz="2800" dirty="0">
                <a:solidFill>
                  <a:schemeClr val="accent1"/>
                </a:solidFill>
              </a:rPr>
              <a:t>IBM and Adobe partnership →</a:t>
            </a:r>
          </a:p>
        </p:txBody>
      </p:sp>
      <p:sp>
        <p:nvSpPr>
          <p:cNvPr id="14" name="Text Placeholder 13">
            <a:extLst>
              <a:ext uri="{FF2B5EF4-FFF2-40B4-BE49-F238E27FC236}">
                <a16:creationId xmlns:a16="http://schemas.microsoft.com/office/drawing/2014/main" id="{C4D607A2-AF8F-C5E9-913D-9FFFBC3BB72C}"/>
              </a:ext>
            </a:extLst>
          </p:cNvPr>
          <p:cNvSpPr>
            <a:spLocks noGrp="1"/>
          </p:cNvSpPr>
          <p:nvPr>
            <p:ph type="body" sz="quarter" idx="12"/>
          </p:nvPr>
        </p:nvSpPr>
        <p:spPr>
          <a:xfrm>
            <a:off x="12766675" y="4575700"/>
            <a:ext cx="4949825" cy="7643432"/>
          </a:xfrm>
        </p:spPr>
        <p:txBody>
          <a:bodyPr/>
          <a:lstStyle/>
          <a:p>
            <a:r>
              <a:rPr lang="en-RO" sz="2800" dirty="0">
                <a:latin typeface="IBM Plex Sans Medm" panose="020B0503050203000203" pitchFamily="34" charset="0"/>
              </a:rPr>
              <a:t>Results</a:t>
            </a:r>
          </a:p>
          <a:p>
            <a:r>
              <a:rPr lang="en-US" sz="2800" dirty="0"/>
              <a:t>Lead generation increased 59% in 2020 and Audi UK delivers tools 75% faster.</a:t>
            </a:r>
          </a:p>
          <a:p>
            <a:endParaRPr lang="en-US" sz="2800" dirty="0"/>
          </a:p>
          <a:p>
            <a:endParaRPr lang="en-US" sz="2800" dirty="0"/>
          </a:p>
          <a:p>
            <a:r>
              <a:rPr lang="en-RO" sz="2800" kern="0" dirty="0">
                <a:latin typeface="IBM Plex Sans Medm" panose="020B0503050203000203" pitchFamily="34" charset="0"/>
              </a:rPr>
              <a:t>Solution components</a:t>
            </a:r>
          </a:p>
          <a:p>
            <a:r>
              <a:rPr lang="en-GB" sz="2800" kern="0" dirty="0"/>
              <a:t>IBM Storage Scale</a:t>
            </a:r>
          </a:p>
          <a:p>
            <a:r>
              <a:rPr lang="en-GB" sz="2800" kern="0" dirty="0"/>
              <a:t>Adobe Analytics</a:t>
            </a:r>
          </a:p>
          <a:p>
            <a:r>
              <a:rPr lang="en-GB" sz="2800" kern="0" dirty="0"/>
              <a:t>Adobe Experience Manager</a:t>
            </a:r>
          </a:p>
          <a:p>
            <a:endParaRPr lang="en-GB" sz="2800" kern="0" dirty="0"/>
          </a:p>
          <a:p>
            <a:endParaRPr lang="en-GB" sz="2800" dirty="0"/>
          </a:p>
          <a:p>
            <a:endParaRPr lang="en-GB" sz="2800" kern="0" dirty="0"/>
          </a:p>
          <a:p>
            <a:endParaRPr lang="en-GB" sz="2800" kern="0" dirty="0"/>
          </a:p>
          <a:p>
            <a:r>
              <a:rPr lang="en-US" sz="2800" dirty="0">
                <a:solidFill>
                  <a:schemeClr val="accent1"/>
                </a:solidFill>
              </a:rPr>
              <a:t>Read the full story →</a:t>
            </a:r>
            <a:endParaRPr lang="en-GB" sz="2800" kern="0" dirty="0">
              <a:solidFill>
                <a:schemeClr val="accent1"/>
              </a:solidFill>
            </a:endParaRPr>
          </a:p>
          <a:p>
            <a:endParaRPr lang="en-GB" sz="2800" kern="0" dirty="0"/>
          </a:p>
          <a:p>
            <a:endParaRPr lang="en-RO" sz="2800" kern="0" dirty="0"/>
          </a:p>
          <a:p>
            <a:endParaRPr lang="en-US" sz="2800" dirty="0"/>
          </a:p>
          <a:p>
            <a:endParaRPr lang="en-RO" sz="2800" dirty="0"/>
          </a:p>
        </p:txBody>
      </p:sp>
      <p:sp>
        <p:nvSpPr>
          <p:cNvPr id="20" name="Slide Number Placeholder 19">
            <a:extLst>
              <a:ext uri="{FF2B5EF4-FFF2-40B4-BE49-F238E27FC236}">
                <a16:creationId xmlns:a16="http://schemas.microsoft.com/office/drawing/2014/main" id="{634927EE-F016-3EE3-505F-D09AC86108BD}"/>
              </a:ext>
            </a:extLst>
          </p:cNvPr>
          <p:cNvSpPr>
            <a:spLocks noGrp="1"/>
          </p:cNvSpPr>
          <p:nvPr>
            <p:ph type="sldNum" sz="quarter" idx="4"/>
          </p:nvPr>
        </p:nvSpPr>
        <p:spPr/>
        <p:txBody>
          <a:bodyPr/>
          <a:lstStyle/>
          <a:p>
            <a:fld id="{86CB4B4D-7CA3-9044-876B-883B54F8677D}" type="slidenum">
              <a:rPr lang="en-US" smtClean="0"/>
              <a:pPr/>
              <a:t>26</a:t>
            </a:fld>
            <a:endParaRPr lang="en-US" dirty="0"/>
          </a:p>
        </p:txBody>
      </p:sp>
      <p:sp>
        <p:nvSpPr>
          <p:cNvPr id="2" name="Text Placeholder 13">
            <a:extLst>
              <a:ext uri="{FF2B5EF4-FFF2-40B4-BE49-F238E27FC236}">
                <a16:creationId xmlns:a16="http://schemas.microsoft.com/office/drawing/2014/main" id="{B149567D-7EC8-8668-FF00-9F0F652221A9}"/>
              </a:ext>
            </a:extLst>
          </p:cNvPr>
          <p:cNvSpPr txBox="1">
            <a:spLocks/>
          </p:cNvSpPr>
          <p:nvPr/>
        </p:nvSpPr>
        <p:spPr>
          <a:xfrm>
            <a:off x="18656754" y="4486939"/>
            <a:ext cx="4953000" cy="762317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lvl1pPr marL="0" marR="0" indent="0" algn="l" defTabSz="2438400" rtl="0" latinLnBrk="0">
              <a:lnSpc>
                <a:spcPct val="110000"/>
              </a:lnSpc>
              <a:spcBef>
                <a:spcPts val="0"/>
              </a:spcBef>
              <a:spcAft>
                <a:spcPts val="0"/>
              </a:spcAft>
              <a:buClrTx/>
              <a:buSzTx/>
              <a:buFontTx/>
              <a:buNone/>
              <a:tabLst/>
              <a:defRPr sz="3600" b="0" i="0" u="none" strike="noStrike" cap="none" spc="0" baseline="0">
                <a:solidFill>
                  <a:schemeClr val="tx1"/>
                </a:solidFill>
                <a:uFillTx/>
                <a:latin typeface="+mj-lt"/>
                <a:ea typeface="+mj-ea"/>
                <a:cs typeface="+mj-cs"/>
                <a:sym typeface="IBM Plex Sans Light"/>
              </a:defRPr>
            </a:lvl1pPr>
            <a:lvl2pPr marL="329184" marR="0" indent="-329184" algn="l" defTabSz="2438400" rtl="0" latinLnBrk="0">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2pPr>
            <a:lvl3pPr marL="658368" marR="0" indent="-329184" algn="l" defTabSz="2438400" rtl="0" latinLnBrk="0">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3pPr>
            <a:lvl4pPr marL="987552" marR="0" indent="-329184" algn="l" defTabSz="2438400" rtl="0" latinLnBrk="0">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4pPr>
            <a:lvl5pPr marL="1143000" marR="0" indent="-457200" algn="l" defTabSz="2438400" rtl="0" latinLnBrk="0">
              <a:lnSpc>
                <a:spcPct val="110000"/>
              </a:lnSpc>
              <a:spcBef>
                <a:spcPts val="0"/>
              </a:spcBef>
              <a:spcAft>
                <a:spcPts val="0"/>
              </a:spcAft>
              <a:buClrTx/>
              <a:buSzPct val="100000"/>
              <a:buFont typeface="IBM Plex Sans" panose="020B0604020202020204" pitchFamily="34" charset="0"/>
              <a:buChar char="•"/>
              <a:tabLst/>
              <a:defRPr sz="3600" b="0" i="0" u="none" strike="noStrike" cap="none" spc="0" baseline="0">
                <a:solidFill>
                  <a:schemeClr val="tx1"/>
                </a:solidFill>
                <a:uFillTx/>
                <a:latin typeface="+mj-lt"/>
                <a:ea typeface="+mj-ea"/>
                <a:cs typeface="+mj-cs"/>
                <a:sym typeface="IBM Plex Sans Light"/>
              </a:defRPr>
            </a:lvl5pPr>
            <a:lvl6pPr marL="1843060"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pPr marL="190500" indent="-256032"/>
            <a:r>
              <a:rPr lang="en-US" dirty="0"/>
              <a:t>“We are able to show what we’ve delivered. It’s a testament to the way that we’ve been working with IBM. </a:t>
            </a:r>
            <a:br>
              <a:rPr lang="en-US" dirty="0"/>
            </a:br>
            <a:r>
              <a:rPr lang="en-US" dirty="0"/>
              <a:t>We are not just talking agile; we are proving </a:t>
            </a:r>
            <a:br>
              <a:rPr lang="en-US" dirty="0"/>
            </a:br>
            <a:r>
              <a:rPr lang="en-US" dirty="0"/>
              <a:t>it through delivery.”</a:t>
            </a:r>
            <a:br>
              <a:rPr lang="en-US" sz="2800" dirty="0"/>
            </a:br>
            <a:endParaRPr lang="en-US" sz="2800" dirty="0"/>
          </a:p>
          <a:p>
            <a:pPr marL="190500" indent="-256032"/>
            <a:endParaRPr lang="en-US" sz="2800" dirty="0">
              <a:latin typeface="IBM Plex Sans Medm" panose="020B0503050203000203" pitchFamily="34" charset="0"/>
            </a:endParaRPr>
          </a:p>
          <a:p>
            <a:pPr marL="190500" indent="-256032"/>
            <a:r>
              <a:rPr lang="en-US" sz="2800" dirty="0">
                <a:latin typeface="IBM Plex Sans Medm" panose="020B0503050203000203" pitchFamily="34" charset="0"/>
              </a:rPr>
              <a:t>	Jay Sadier</a:t>
            </a:r>
            <a:br>
              <a:rPr lang="en-US" sz="2800" dirty="0">
                <a:latin typeface="IBM Plex Sans Medm" panose="020B0503050203000203" pitchFamily="34" charset="0"/>
              </a:rPr>
            </a:br>
            <a:r>
              <a:rPr lang="en-US" sz="2800" dirty="0"/>
              <a:t>Head of Digital Product &amp; Transformation, Audi UK</a:t>
            </a:r>
          </a:p>
        </p:txBody>
      </p:sp>
      <p:grpSp>
        <p:nvGrpSpPr>
          <p:cNvPr id="3" name="Group 2">
            <a:extLst>
              <a:ext uri="{FF2B5EF4-FFF2-40B4-BE49-F238E27FC236}">
                <a16:creationId xmlns:a16="http://schemas.microsoft.com/office/drawing/2014/main" id="{55F4EF9B-E4ED-AAB2-9A70-A97436299675}"/>
              </a:ext>
            </a:extLst>
          </p:cNvPr>
          <p:cNvGrpSpPr/>
          <p:nvPr/>
        </p:nvGrpSpPr>
        <p:grpSpPr>
          <a:xfrm>
            <a:off x="12192000" y="4572000"/>
            <a:ext cx="6099048" cy="7626096"/>
            <a:chOff x="12192000" y="3044825"/>
            <a:chExt cx="6096000" cy="9161351"/>
          </a:xfrm>
        </p:grpSpPr>
        <p:cxnSp>
          <p:nvCxnSpPr>
            <p:cNvPr id="16" name="Straight Connector 15" descr="Vertical column divider line">
              <a:extLst>
                <a:ext uri="{FF2B5EF4-FFF2-40B4-BE49-F238E27FC236}">
                  <a16:creationId xmlns:a16="http://schemas.microsoft.com/office/drawing/2014/main" id="{63566D37-4A8C-1FAB-9222-D21391527036}"/>
                </a:ext>
              </a:extLst>
            </p:cNvPr>
            <p:cNvCxnSpPr>
              <a:cxnSpLocks/>
            </p:cNvCxnSpPr>
            <p:nvPr/>
          </p:nvCxnSpPr>
          <p:spPr bwMode="auto">
            <a:xfrm flipV="1">
              <a:off x="12192000" y="3044825"/>
              <a:ext cx="0" cy="9161351"/>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7" name="Straight Connector 16" descr="Vertical column divider line">
              <a:extLst>
                <a:ext uri="{FF2B5EF4-FFF2-40B4-BE49-F238E27FC236}">
                  <a16:creationId xmlns:a16="http://schemas.microsoft.com/office/drawing/2014/main" id="{DFB2E90A-A2EA-01F6-6A3A-A8F4066922ED}"/>
                </a:ext>
              </a:extLst>
            </p:cNvPr>
            <p:cNvCxnSpPr>
              <a:cxnSpLocks/>
            </p:cNvCxnSpPr>
            <p:nvPr/>
          </p:nvCxnSpPr>
          <p:spPr bwMode="auto">
            <a:xfrm flipV="1">
              <a:off x="18288000" y="3044825"/>
              <a:ext cx="0" cy="9161351"/>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grpSp>
      <p:sp>
        <p:nvSpPr>
          <p:cNvPr id="4" name="Footer Placeholder 3">
            <a:extLst>
              <a:ext uri="{FF2B5EF4-FFF2-40B4-BE49-F238E27FC236}">
                <a16:creationId xmlns:a16="http://schemas.microsoft.com/office/drawing/2014/main" id="{096C75AF-EED1-B8FD-82E2-7773E45A569E}"/>
              </a:ext>
            </a:extLst>
          </p:cNvPr>
          <p:cNvSpPr>
            <a:spLocks noGrp="1"/>
          </p:cNvSpPr>
          <p:nvPr>
            <p:ph type="ftr" sz="quarter" idx="18"/>
          </p:nvPr>
        </p:nvSpPr>
        <p:spPr>
          <a:xfrm>
            <a:off x="581024" y="12823285"/>
            <a:ext cx="4956176" cy="381000"/>
          </a:xfrm>
        </p:spPr>
        <p:txBody>
          <a:bodyPr/>
          <a:lstStyle/>
          <a:p>
            <a:r>
              <a:rPr lang="en-US" dirty="0">
                <a:solidFill>
                  <a:srgbClr val="000000"/>
                </a:solidFill>
                <a:effectLst/>
                <a:latin typeface="IBM Plex Sans" panose="020B0503050203000203" pitchFamily="34" charset="0"/>
              </a:rPr>
              <a:t>Footer</a:t>
            </a:r>
          </a:p>
        </p:txBody>
      </p:sp>
    </p:spTree>
    <p:extLst>
      <p:ext uri="{BB962C8B-B14F-4D97-AF65-F5344CB8AC3E}">
        <p14:creationId xmlns:p14="http://schemas.microsoft.com/office/powerpoint/2010/main" val="2258858235"/>
      </p:ext>
    </p:extLst>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descr="Vertical quarter slide background in green 10">
            <a:extLst>
              <a:ext uri="{FF2B5EF4-FFF2-40B4-BE49-F238E27FC236}">
                <a16:creationId xmlns:a16="http://schemas.microsoft.com/office/drawing/2014/main" id="{63DE462B-BFF5-E736-E6D1-082ABBB5A766}"/>
              </a:ext>
            </a:extLst>
          </p:cNvPr>
          <p:cNvSpPr/>
          <p:nvPr/>
        </p:nvSpPr>
        <p:spPr bwMode="auto">
          <a:xfrm>
            <a:off x="18291175" y="0"/>
            <a:ext cx="6096000" cy="13716000"/>
          </a:xfrm>
          <a:prstGeom prst="rect">
            <a:avLst/>
          </a:prstGeom>
          <a:solidFill>
            <a:srgbClr val="DEFBE6"/>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RO" sz="1400" b="0" i="0" u="none" strike="noStrike" cap="none" normalizeH="0" baseline="0">
              <a:ln>
                <a:noFill/>
              </a:ln>
              <a:solidFill>
                <a:schemeClr val="bg1"/>
              </a:solidFill>
              <a:effectLst/>
              <a:latin typeface="+mn-lt"/>
            </a:endParaRPr>
          </a:p>
        </p:txBody>
      </p:sp>
      <p:sp>
        <p:nvSpPr>
          <p:cNvPr id="13" name="Title 6">
            <a:extLst>
              <a:ext uri="{FF2B5EF4-FFF2-40B4-BE49-F238E27FC236}">
                <a16:creationId xmlns:a16="http://schemas.microsoft.com/office/drawing/2014/main" id="{966AE32A-5A3E-5F6C-8465-F1BCF397F49B}"/>
              </a:ext>
            </a:extLst>
          </p:cNvPr>
          <p:cNvSpPr txBox="1">
            <a:spLocks/>
          </p:cNvSpPr>
          <p:nvPr/>
        </p:nvSpPr>
        <p:spPr>
          <a:xfrm>
            <a:off x="576072" y="576072"/>
            <a:ext cx="3398648" cy="75365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lvl1pPr marL="0" marR="0" indent="0" algn="l" defTabSz="2438400" rtl="0" latinLnBrk="0">
              <a:lnSpc>
                <a:spcPct val="110000"/>
              </a:lnSpc>
              <a:spcBef>
                <a:spcPts val="0"/>
              </a:spcBef>
              <a:spcAft>
                <a:spcPts val="0"/>
              </a:spcAft>
              <a:buClrTx/>
              <a:buSzTx/>
              <a:buFontTx/>
              <a:buNone/>
              <a:tabLst/>
              <a:defRPr sz="3600" b="0" i="0" u="none" strike="noStrike" cap="none" spc="0" baseline="0">
                <a:solidFill>
                  <a:schemeClr val="tx1"/>
                </a:solidFill>
                <a:uFillTx/>
                <a:latin typeface="+mj-lt"/>
                <a:ea typeface="+mj-ea"/>
                <a:cs typeface="+mj-cs"/>
                <a:sym typeface="IBM Plex Sans Light"/>
              </a:defRPr>
            </a:lvl1pPr>
            <a:lvl2pPr marL="0" marR="0" indent="0"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2pPr>
            <a:lvl3pPr marL="0" marR="0" indent="0"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3pPr>
            <a:lvl4pPr marL="0" marR="0" indent="0"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4pPr>
            <a:lvl5pPr marL="0" marR="0" indent="0"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5pPr>
            <a:lvl6pPr marL="0" marR="0" indent="362568"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6pPr>
            <a:lvl7pPr marL="0" marR="0" indent="725139"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7pPr>
            <a:lvl8pPr marL="0" marR="0" indent="1087706"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8pPr>
            <a:lvl9pPr marL="0" marR="0" indent="1450276"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9pPr>
          </a:lstStyle>
          <a:p>
            <a:r>
              <a:rPr lang="en-US" sz="2800" dirty="0"/>
              <a:t>Automotive</a:t>
            </a:r>
          </a:p>
        </p:txBody>
      </p:sp>
      <p:sp>
        <p:nvSpPr>
          <p:cNvPr id="7" name="Title 6">
            <a:extLst>
              <a:ext uri="{FF2B5EF4-FFF2-40B4-BE49-F238E27FC236}">
                <a16:creationId xmlns:a16="http://schemas.microsoft.com/office/drawing/2014/main" id="{712EB2F0-398E-DA10-B6AB-96F3713BEF48}"/>
              </a:ext>
            </a:extLst>
          </p:cNvPr>
          <p:cNvSpPr>
            <a:spLocks noGrp="1"/>
          </p:cNvSpPr>
          <p:nvPr>
            <p:ph type="title"/>
          </p:nvPr>
        </p:nvSpPr>
        <p:spPr>
          <a:xfrm>
            <a:off x="582422" y="1531216"/>
            <a:ext cx="6275578" cy="1274329"/>
          </a:xfrm>
        </p:spPr>
        <p:txBody>
          <a:bodyPr/>
          <a:lstStyle/>
          <a:p>
            <a:r>
              <a:rPr lang="en-US" dirty="0"/>
              <a:t>How can a luxury car brand bring smarter experiences to its customers?</a:t>
            </a:r>
            <a:endParaRPr lang="en-RO"/>
          </a:p>
        </p:txBody>
      </p:sp>
      <p:sp>
        <p:nvSpPr>
          <p:cNvPr id="14" name="Text Placeholder 13">
            <a:extLst>
              <a:ext uri="{FF2B5EF4-FFF2-40B4-BE49-F238E27FC236}">
                <a16:creationId xmlns:a16="http://schemas.microsoft.com/office/drawing/2014/main" id="{C4D607A2-AF8F-C5E9-913D-9FFFBC3BB72C}"/>
              </a:ext>
            </a:extLst>
          </p:cNvPr>
          <p:cNvSpPr>
            <a:spLocks noGrp="1"/>
          </p:cNvSpPr>
          <p:nvPr>
            <p:ph type="body" sz="quarter" idx="12"/>
          </p:nvPr>
        </p:nvSpPr>
        <p:spPr>
          <a:xfrm>
            <a:off x="12766675" y="4575700"/>
            <a:ext cx="4949825" cy="7643432"/>
          </a:xfrm>
        </p:spPr>
        <p:txBody>
          <a:bodyPr/>
          <a:lstStyle/>
          <a:p>
            <a:r>
              <a:rPr lang="en-RO" sz="2800">
                <a:latin typeface="IBM Plex Sans Medm" panose="020B0503050203000203" pitchFamily="34" charset="0"/>
              </a:rPr>
              <a:t>Results</a:t>
            </a:r>
          </a:p>
          <a:p>
            <a:r>
              <a:rPr lang="en-US" sz="2800" dirty="0"/>
              <a:t>Lead generation increased 59% in 2020 and Audi UK delivers tools 75% faster.</a:t>
            </a:r>
          </a:p>
          <a:p>
            <a:endParaRPr lang="en-US" sz="2800" dirty="0"/>
          </a:p>
          <a:p>
            <a:endParaRPr lang="en-US" sz="2800" dirty="0"/>
          </a:p>
          <a:p>
            <a:r>
              <a:rPr lang="en-RO" sz="2800" kern="0">
                <a:latin typeface="IBM Plex Sans Medm" panose="020B0503050203000203" pitchFamily="34" charset="0"/>
              </a:rPr>
              <a:t>Solution components</a:t>
            </a:r>
          </a:p>
          <a:p>
            <a:r>
              <a:rPr lang="en-GB" sz="2800" kern="0" dirty="0"/>
              <a:t>IBM Storage Scale</a:t>
            </a:r>
          </a:p>
          <a:p>
            <a:r>
              <a:rPr lang="en-GB" sz="2800" kern="0" dirty="0"/>
              <a:t>Adobe Analytics</a:t>
            </a:r>
          </a:p>
          <a:p>
            <a:r>
              <a:rPr lang="en-GB" sz="2800" kern="0" dirty="0"/>
              <a:t>Adobe Experience Manager</a:t>
            </a:r>
          </a:p>
          <a:p>
            <a:endParaRPr lang="en-GB" sz="2800" kern="0" dirty="0"/>
          </a:p>
          <a:p>
            <a:endParaRPr lang="en-GB" sz="2800" dirty="0"/>
          </a:p>
          <a:p>
            <a:endParaRPr lang="en-GB" sz="2800" kern="0" dirty="0"/>
          </a:p>
          <a:p>
            <a:endParaRPr lang="en-GB" sz="2800" kern="0" dirty="0"/>
          </a:p>
          <a:p>
            <a:r>
              <a:rPr lang="en-US" sz="2800" dirty="0">
                <a:solidFill>
                  <a:schemeClr val="accent1"/>
                </a:solidFill>
              </a:rPr>
              <a:t>Read the full story →</a:t>
            </a:r>
            <a:endParaRPr lang="en-GB" sz="2800" kern="0" dirty="0">
              <a:solidFill>
                <a:schemeClr val="accent1"/>
              </a:solidFill>
            </a:endParaRPr>
          </a:p>
          <a:p>
            <a:endParaRPr lang="en-GB" sz="2800" kern="0" dirty="0"/>
          </a:p>
          <a:p>
            <a:endParaRPr lang="en-RO" sz="2800" kern="0"/>
          </a:p>
          <a:p>
            <a:endParaRPr lang="en-US" sz="2800" dirty="0"/>
          </a:p>
          <a:p>
            <a:endParaRPr lang="en-RO" sz="2800"/>
          </a:p>
        </p:txBody>
      </p:sp>
      <p:sp>
        <p:nvSpPr>
          <p:cNvPr id="20" name="Slide Number Placeholder 19">
            <a:extLst>
              <a:ext uri="{FF2B5EF4-FFF2-40B4-BE49-F238E27FC236}">
                <a16:creationId xmlns:a16="http://schemas.microsoft.com/office/drawing/2014/main" id="{634927EE-F016-3EE3-505F-D09AC86108BD}"/>
              </a:ext>
            </a:extLst>
          </p:cNvPr>
          <p:cNvSpPr>
            <a:spLocks noGrp="1"/>
          </p:cNvSpPr>
          <p:nvPr>
            <p:ph type="sldNum" sz="quarter" idx="4"/>
          </p:nvPr>
        </p:nvSpPr>
        <p:spPr/>
        <p:txBody>
          <a:bodyPr/>
          <a:lstStyle/>
          <a:p>
            <a:fld id="{86CB4B4D-7CA3-9044-876B-883B54F8677D}" type="slidenum">
              <a:rPr lang="en-US" smtClean="0"/>
              <a:pPr/>
              <a:t>27</a:t>
            </a:fld>
            <a:endParaRPr lang="en-US" dirty="0"/>
          </a:p>
        </p:txBody>
      </p:sp>
      <p:cxnSp>
        <p:nvCxnSpPr>
          <p:cNvPr id="16" name="Straight Connector 15" descr="Vertical column divider line">
            <a:extLst>
              <a:ext uri="{FF2B5EF4-FFF2-40B4-BE49-F238E27FC236}">
                <a16:creationId xmlns:a16="http://schemas.microsoft.com/office/drawing/2014/main" id="{63566D37-4A8C-1FAB-9222-D21391527036}"/>
              </a:ext>
            </a:extLst>
          </p:cNvPr>
          <p:cNvCxnSpPr>
            <a:cxnSpLocks/>
          </p:cNvCxnSpPr>
          <p:nvPr/>
        </p:nvCxnSpPr>
        <p:spPr bwMode="auto">
          <a:xfrm flipV="1">
            <a:off x="12192000" y="4572000"/>
            <a:ext cx="0" cy="7626096"/>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4" name="Footer Placeholder 3">
            <a:extLst>
              <a:ext uri="{FF2B5EF4-FFF2-40B4-BE49-F238E27FC236}">
                <a16:creationId xmlns:a16="http://schemas.microsoft.com/office/drawing/2014/main" id="{096C75AF-EED1-B8FD-82E2-7773E45A569E}"/>
              </a:ext>
            </a:extLst>
          </p:cNvPr>
          <p:cNvSpPr>
            <a:spLocks noGrp="1"/>
          </p:cNvSpPr>
          <p:nvPr>
            <p:ph type="ftr" sz="quarter" idx="18"/>
          </p:nvPr>
        </p:nvSpPr>
        <p:spPr>
          <a:xfrm>
            <a:off x="581024" y="12823285"/>
            <a:ext cx="4956176" cy="381000"/>
          </a:xfrm>
        </p:spPr>
        <p:txBody>
          <a:bodyPr/>
          <a:lstStyle/>
          <a:p>
            <a:r>
              <a:rPr lang="en-US" dirty="0"/>
              <a:t>Footer</a:t>
            </a:r>
          </a:p>
        </p:txBody>
      </p:sp>
      <p:sp>
        <p:nvSpPr>
          <p:cNvPr id="3" name="Text Placeholder 13">
            <a:extLst>
              <a:ext uri="{FF2B5EF4-FFF2-40B4-BE49-F238E27FC236}">
                <a16:creationId xmlns:a16="http://schemas.microsoft.com/office/drawing/2014/main" id="{E379BCD5-C8FC-CF69-9F1F-3811BA6366F6}"/>
              </a:ext>
            </a:extLst>
          </p:cNvPr>
          <p:cNvSpPr txBox="1">
            <a:spLocks/>
          </p:cNvSpPr>
          <p:nvPr/>
        </p:nvSpPr>
        <p:spPr>
          <a:xfrm>
            <a:off x="18656754" y="4486939"/>
            <a:ext cx="4953000" cy="762317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lvl1pPr marL="0" marR="0" indent="0" algn="l" defTabSz="2438400" rtl="0" latinLnBrk="0">
              <a:lnSpc>
                <a:spcPct val="110000"/>
              </a:lnSpc>
              <a:spcBef>
                <a:spcPts val="0"/>
              </a:spcBef>
              <a:spcAft>
                <a:spcPts val="0"/>
              </a:spcAft>
              <a:buClrTx/>
              <a:buSzTx/>
              <a:buFontTx/>
              <a:buNone/>
              <a:tabLst/>
              <a:defRPr sz="3600" b="0" i="0" u="none" strike="noStrike" cap="none" spc="0" baseline="0">
                <a:solidFill>
                  <a:schemeClr val="tx1"/>
                </a:solidFill>
                <a:uFillTx/>
                <a:latin typeface="+mj-lt"/>
                <a:ea typeface="+mj-ea"/>
                <a:cs typeface="+mj-cs"/>
                <a:sym typeface="IBM Plex Sans Light"/>
              </a:defRPr>
            </a:lvl1pPr>
            <a:lvl2pPr marL="329184" marR="0" indent="-329184" algn="l" defTabSz="2438400" rtl="0" latinLnBrk="0">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2pPr>
            <a:lvl3pPr marL="658368" marR="0" indent="-329184" algn="l" defTabSz="2438400" rtl="0" latinLnBrk="0">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3pPr>
            <a:lvl4pPr marL="987552" marR="0" indent="-329184" algn="l" defTabSz="2438400" rtl="0" latinLnBrk="0">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4pPr>
            <a:lvl5pPr marL="1143000" marR="0" indent="-457200" algn="l" defTabSz="2438400" rtl="0" latinLnBrk="0">
              <a:lnSpc>
                <a:spcPct val="110000"/>
              </a:lnSpc>
              <a:spcBef>
                <a:spcPts val="0"/>
              </a:spcBef>
              <a:spcAft>
                <a:spcPts val="0"/>
              </a:spcAft>
              <a:buClrTx/>
              <a:buSzPct val="100000"/>
              <a:buFont typeface="IBM Plex Sans" panose="020B0604020202020204" pitchFamily="34" charset="0"/>
              <a:buChar char="•"/>
              <a:tabLst/>
              <a:defRPr sz="3600" b="0" i="0" u="none" strike="noStrike" cap="none" spc="0" baseline="0">
                <a:solidFill>
                  <a:schemeClr val="tx1"/>
                </a:solidFill>
                <a:uFillTx/>
                <a:latin typeface="+mj-lt"/>
                <a:ea typeface="+mj-ea"/>
                <a:cs typeface="+mj-cs"/>
                <a:sym typeface="IBM Plex Sans Light"/>
              </a:defRPr>
            </a:lvl5pPr>
            <a:lvl6pPr marL="1843060"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pPr marL="190500" indent="-256032"/>
            <a:r>
              <a:rPr lang="en-US" dirty="0"/>
              <a:t>“We are able to show what we’ve delivered. It’s a testament to the way that we’ve been working with IBM. </a:t>
            </a:r>
            <a:br>
              <a:rPr lang="en-US" dirty="0"/>
            </a:br>
            <a:r>
              <a:rPr lang="en-US" dirty="0"/>
              <a:t>We are not just talking agile; we are proving </a:t>
            </a:r>
            <a:br>
              <a:rPr lang="en-US" dirty="0"/>
            </a:br>
            <a:r>
              <a:rPr lang="en-US" dirty="0"/>
              <a:t>it through delivery.”</a:t>
            </a:r>
            <a:br>
              <a:rPr lang="en-US" sz="2800" dirty="0"/>
            </a:br>
            <a:endParaRPr lang="en-US" sz="2800" dirty="0"/>
          </a:p>
          <a:p>
            <a:pPr marL="190500" indent="-256032"/>
            <a:endParaRPr lang="en-US" sz="2800" dirty="0">
              <a:latin typeface="IBM Plex Sans Medm" panose="020B0503050203000203" pitchFamily="34" charset="0"/>
            </a:endParaRPr>
          </a:p>
          <a:p>
            <a:pPr marL="190500" indent="-256032"/>
            <a:r>
              <a:rPr lang="en-US" sz="2800" dirty="0">
                <a:latin typeface="IBM Plex Sans Medm" panose="020B0503050203000203" pitchFamily="34" charset="0"/>
              </a:rPr>
              <a:t>	Jay Sadier</a:t>
            </a:r>
            <a:br>
              <a:rPr lang="en-US" sz="2800" dirty="0">
                <a:latin typeface="IBM Plex Sans Medm" panose="020B0503050203000203" pitchFamily="34" charset="0"/>
              </a:rPr>
            </a:br>
            <a:r>
              <a:rPr lang="en-US" sz="2800" dirty="0"/>
              <a:t>Head of Digital Product &amp; Transformation, Audi UK</a:t>
            </a:r>
          </a:p>
        </p:txBody>
      </p:sp>
      <p:sp>
        <p:nvSpPr>
          <p:cNvPr id="10" name="Text Placeholder 11">
            <a:extLst>
              <a:ext uri="{FF2B5EF4-FFF2-40B4-BE49-F238E27FC236}">
                <a16:creationId xmlns:a16="http://schemas.microsoft.com/office/drawing/2014/main" id="{9555EB2B-28C9-883F-74ED-AA964AA20440}"/>
              </a:ext>
            </a:extLst>
          </p:cNvPr>
          <p:cNvSpPr>
            <a:spLocks noGrp="1"/>
          </p:cNvSpPr>
          <p:nvPr>
            <p:ph type="body" sz="quarter" idx="11"/>
          </p:nvPr>
        </p:nvSpPr>
        <p:spPr>
          <a:xfrm>
            <a:off x="576000" y="4575600"/>
            <a:ext cx="9773690" cy="7643432"/>
          </a:xfrm>
        </p:spPr>
        <p:txBody>
          <a:bodyPr/>
          <a:lstStyle/>
          <a:p>
            <a:r>
              <a:rPr lang="en-US" sz="2800" dirty="0"/>
              <a:t>With 90% of car purchases now starting online, Audi UK is reimagining its digital experiences to complement the entire customer journey. To improve digital front-end development and analytics, the team tapped into the IBM and Adobe partnership. Audi UK moved to the latest version of Adobe Experience Manager and worked with the IBM team to build the custom website’s analytics platform from scratch on Adobe Analytics. </a:t>
            </a:r>
          </a:p>
          <a:p>
            <a:endParaRPr lang="en-US" sz="2800" dirty="0">
              <a:solidFill>
                <a:schemeClr val="accent1"/>
              </a:solidFill>
            </a:endParaRPr>
          </a:p>
          <a:p>
            <a:endParaRPr lang="en-US" sz="2800" dirty="0">
              <a:solidFill>
                <a:schemeClr val="accent1"/>
              </a:solidFill>
            </a:endParaRPr>
          </a:p>
          <a:p>
            <a:endParaRPr lang="en-US" sz="2800" dirty="0">
              <a:solidFill>
                <a:schemeClr val="accent1"/>
              </a:solidFill>
            </a:endParaRPr>
          </a:p>
          <a:p>
            <a:endParaRPr lang="en-US" sz="2800" dirty="0">
              <a:solidFill>
                <a:schemeClr val="accent1"/>
              </a:solidFill>
            </a:endParaRPr>
          </a:p>
          <a:p>
            <a:r>
              <a:rPr lang="en-US" sz="2800" dirty="0"/>
              <a:t>More information:</a:t>
            </a:r>
            <a:endParaRPr lang="en-US" sz="2800" dirty="0">
              <a:solidFill>
                <a:schemeClr val="accent1"/>
              </a:solidFill>
            </a:endParaRPr>
          </a:p>
          <a:p>
            <a:r>
              <a:rPr lang="en-US" sz="2800" dirty="0">
                <a:solidFill>
                  <a:schemeClr val="accent1"/>
                </a:solidFill>
              </a:rPr>
              <a:t>Audi UK →</a:t>
            </a:r>
          </a:p>
          <a:p>
            <a:r>
              <a:rPr lang="en-US" sz="2800" dirty="0">
                <a:solidFill>
                  <a:schemeClr val="accent1"/>
                </a:solidFill>
              </a:rPr>
              <a:t>IBM and Adobe partnership →</a:t>
            </a:r>
          </a:p>
        </p:txBody>
      </p:sp>
    </p:spTree>
    <p:extLst>
      <p:ext uri="{BB962C8B-B14F-4D97-AF65-F5344CB8AC3E}">
        <p14:creationId xmlns:p14="http://schemas.microsoft.com/office/powerpoint/2010/main" val="793712305"/>
      </p:ext>
    </p:extLst>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01F7EF-6B29-9148-344E-7EE704E473A3}"/>
              </a:ext>
            </a:extLst>
          </p:cNvPr>
          <p:cNvSpPr>
            <a:spLocks noGrp="1"/>
          </p:cNvSpPr>
          <p:nvPr>
            <p:ph type="title"/>
          </p:nvPr>
        </p:nvSpPr>
        <p:spPr/>
        <p:txBody>
          <a:bodyPr/>
          <a:lstStyle/>
          <a:p>
            <a:r>
              <a:rPr lang="en-GB" dirty="0"/>
              <a:t>Talent challenges</a:t>
            </a:r>
            <a:endParaRPr lang="en-RO"/>
          </a:p>
        </p:txBody>
      </p:sp>
      <p:sp>
        <p:nvSpPr>
          <p:cNvPr id="4" name="Text Placeholder 3">
            <a:extLst>
              <a:ext uri="{FF2B5EF4-FFF2-40B4-BE49-F238E27FC236}">
                <a16:creationId xmlns:a16="http://schemas.microsoft.com/office/drawing/2014/main" id="{1F9B9B64-831E-004E-34DC-0F81C20C4701}"/>
              </a:ext>
            </a:extLst>
          </p:cNvPr>
          <p:cNvSpPr>
            <a:spLocks noGrp="1"/>
          </p:cNvSpPr>
          <p:nvPr>
            <p:ph type="body" sz="quarter" idx="11"/>
          </p:nvPr>
        </p:nvSpPr>
        <p:spPr/>
        <p:txBody>
          <a:bodyPr/>
          <a:lstStyle/>
          <a:p>
            <a:pPr>
              <a:lnSpc>
                <a:spcPct val="100000"/>
              </a:lnSpc>
            </a:pPr>
            <a:r>
              <a:rPr lang="en-GB" sz="4400" dirty="0">
                <a:latin typeface="+mj-lt"/>
              </a:rPr>
              <a:t>Talent acquisition</a:t>
            </a:r>
          </a:p>
          <a:p>
            <a:pPr>
              <a:lnSpc>
                <a:spcPct val="100000"/>
              </a:lnSpc>
            </a:pPr>
            <a:r>
              <a:rPr lang="en-GB" sz="4400" dirty="0">
                <a:latin typeface="+mj-lt"/>
              </a:rPr>
              <a:t>is ripe for reinvention</a:t>
            </a:r>
          </a:p>
          <a:p>
            <a:endParaRPr lang="en-GB" dirty="0"/>
          </a:p>
        </p:txBody>
      </p:sp>
      <p:sp>
        <p:nvSpPr>
          <p:cNvPr id="9" name="Rectangle 8" descr="Vertical 3/4 slide background in yellow 10 ">
            <a:extLst>
              <a:ext uri="{FF2B5EF4-FFF2-40B4-BE49-F238E27FC236}">
                <a16:creationId xmlns:a16="http://schemas.microsoft.com/office/drawing/2014/main" id="{DFEF969E-C129-30FB-AA3B-C0DEF7387E64}"/>
              </a:ext>
            </a:extLst>
          </p:cNvPr>
          <p:cNvSpPr/>
          <p:nvPr/>
        </p:nvSpPr>
        <p:spPr bwMode="auto">
          <a:xfrm>
            <a:off x="6096000" y="0"/>
            <a:ext cx="18291175" cy="13716000"/>
          </a:xfrm>
          <a:prstGeom prst="rect">
            <a:avLst/>
          </a:prstGeom>
          <a:solidFill>
            <a:srgbClr val="FCF4D6"/>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RO" sz="1400" b="0" i="0" u="none" strike="noStrike" cap="none" normalizeH="0" baseline="0">
              <a:ln>
                <a:noFill/>
              </a:ln>
              <a:solidFill>
                <a:schemeClr val="bg1"/>
              </a:solidFill>
              <a:effectLst/>
              <a:latin typeface="+mn-lt"/>
            </a:endParaRPr>
          </a:p>
        </p:txBody>
      </p:sp>
      <p:sp>
        <p:nvSpPr>
          <p:cNvPr id="5" name="Text Placeholder 4">
            <a:extLst>
              <a:ext uri="{FF2B5EF4-FFF2-40B4-BE49-F238E27FC236}">
                <a16:creationId xmlns:a16="http://schemas.microsoft.com/office/drawing/2014/main" id="{350D1E70-8532-FF51-2AE2-4D02DAECD50D}"/>
              </a:ext>
            </a:extLst>
          </p:cNvPr>
          <p:cNvSpPr>
            <a:spLocks noGrp="1"/>
          </p:cNvSpPr>
          <p:nvPr>
            <p:ph type="body" sz="quarter" idx="12"/>
          </p:nvPr>
        </p:nvSpPr>
        <p:spPr/>
        <p:txBody>
          <a:bodyPr/>
          <a:lstStyle/>
          <a:p>
            <a:pPr>
              <a:lnSpc>
                <a:spcPct val="100000"/>
              </a:lnSpc>
            </a:pPr>
            <a:r>
              <a:rPr lang="en-GB" sz="4400" dirty="0">
                <a:latin typeface="IBM Plex Sans Light" panose="020B0403050203000203" pitchFamily="34" charset="0"/>
              </a:rPr>
              <a:t>Fragmented </a:t>
            </a:r>
            <a:br>
              <a:rPr lang="en-GB" sz="4400" dirty="0">
                <a:latin typeface="IBM Plex Sans Light" panose="020B0403050203000203" pitchFamily="34" charset="0"/>
              </a:rPr>
            </a:br>
            <a:r>
              <a:rPr lang="en-GB" sz="4400" dirty="0">
                <a:latin typeface="IBM Plex Sans Light" panose="020B0403050203000203" pitchFamily="34" charset="0"/>
              </a:rPr>
              <a:t>data yields </a:t>
            </a:r>
            <a:br>
              <a:rPr lang="en-GB" sz="4400" dirty="0">
                <a:latin typeface="IBM Plex Sans Light" panose="020B0403050203000203" pitchFamily="34" charset="0"/>
              </a:rPr>
            </a:br>
            <a:r>
              <a:rPr lang="en-GB" sz="4400" dirty="0">
                <a:latin typeface="IBM Plex Sans Light" panose="020B0403050203000203" pitchFamily="34" charset="0"/>
              </a:rPr>
              <a:t>limited insights</a:t>
            </a:r>
          </a:p>
          <a:p>
            <a:endParaRPr lang="en-GB" sz="2800" dirty="0">
              <a:latin typeface="IBM Plex Sans Light" panose="020B0403050203000203" pitchFamily="34" charset="0"/>
            </a:endParaRPr>
          </a:p>
          <a:p>
            <a:endParaRPr lang="en-GB" sz="2800" dirty="0">
              <a:latin typeface="IBM Plex Sans Light" panose="020B0403050203000203" pitchFamily="34" charset="0"/>
            </a:endParaRPr>
          </a:p>
          <a:p>
            <a:r>
              <a:rPr lang="en-US" sz="2400" dirty="0">
                <a:latin typeface="IBM Plex Sans Light" panose="020B0403050203000203" pitchFamily="34" charset="0"/>
                <a:cs typeface="IBM Plex Sans"/>
              </a:rPr>
              <a:t>Talent market dynamics and </a:t>
            </a:r>
            <a:br>
              <a:rPr lang="en-US" sz="2400" dirty="0">
                <a:latin typeface="IBM Plex Sans Light" panose="020B0403050203000203" pitchFamily="34" charset="0"/>
                <a:cs typeface="IBM Plex Sans"/>
              </a:rPr>
            </a:br>
            <a:r>
              <a:rPr lang="en-US" sz="2400" dirty="0">
                <a:latin typeface="IBM Plex Sans Light" panose="020B0403050203000203" pitchFamily="34" charset="0"/>
                <a:cs typeface="IBM Plex Sans"/>
              </a:rPr>
              <a:t>a lack of data-driven insights impede talent acquisition strategy.</a:t>
            </a:r>
            <a:endParaRPr lang="en-US" sz="2400" dirty="0">
              <a:latin typeface="IBM Plex Sans Light" panose="020B0403050203000203" pitchFamily="34" charset="0"/>
            </a:endParaRPr>
          </a:p>
          <a:p>
            <a:endParaRPr lang="en-GB" sz="2800" dirty="0">
              <a:latin typeface="IBM Plex Sans Light" panose="020B0403050203000203" pitchFamily="34" charset="0"/>
            </a:endParaRPr>
          </a:p>
          <a:p>
            <a:endParaRPr lang="en-GB" sz="2800" dirty="0">
              <a:latin typeface="IBM Plex Sans Light" panose="020B0403050203000203" pitchFamily="34" charset="0"/>
            </a:endParaRPr>
          </a:p>
          <a:p>
            <a:endParaRPr lang="en-RO"/>
          </a:p>
        </p:txBody>
      </p:sp>
      <p:sp>
        <p:nvSpPr>
          <p:cNvPr id="6" name="Text Placeholder 5">
            <a:extLst>
              <a:ext uri="{FF2B5EF4-FFF2-40B4-BE49-F238E27FC236}">
                <a16:creationId xmlns:a16="http://schemas.microsoft.com/office/drawing/2014/main" id="{51F22B14-8F0A-3A30-DC67-C43F16B03235}"/>
              </a:ext>
            </a:extLst>
          </p:cNvPr>
          <p:cNvSpPr>
            <a:spLocks noGrp="1"/>
          </p:cNvSpPr>
          <p:nvPr>
            <p:ph type="body" sz="quarter" idx="13"/>
          </p:nvPr>
        </p:nvSpPr>
        <p:spPr/>
        <p:txBody>
          <a:bodyPr/>
          <a:lstStyle/>
          <a:p>
            <a:pPr>
              <a:lnSpc>
                <a:spcPct val="100000"/>
              </a:lnSpc>
            </a:pPr>
            <a:r>
              <a:rPr lang="en-GB" sz="4400" dirty="0">
                <a:latin typeface="IBM Plex Sans Light" panose="020B0403050203000203" pitchFamily="34" charset="0"/>
              </a:rPr>
              <a:t>Teams are</a:t>
            </a:r>
          </a:p>
          <a:p>
            <a:pPr>
              <a:lnSpc>
                <a:spcPct val="100000"/>
              </a:lnSpc>
            </a:pPr>
            <a:r>
              <a:rPr lang="en-GB" sz="4400" dirty="0">
                <a:latin typeface="IBM Plex Sans Light" panose="020B0403050203000203" pitchFamily="34" charset="0"/>
              </a:rPr>
              <a:t>not set up</a:t>
            </a:r>
          </a:p>
          <a:p>
            <a:pPr>
              <a:lnSpc>
                <a:spcPct val="100000"/>
              </a:lnSpc>
            </a:pPr>
            <a:r>
              <a:rPr lang="en-GB" sz="4400" dirty="0">
                <a:latin typeface="IBM Plex Sans Light" panose="020B0403050203000203" pitchFamily="34" charset="0"/>
              </a:rPr>
              <a:t>to succeed</a:t>
            </a:r>
          </a:p>
          <a:p>
            <a:endParaRPr lang="en-GB" sz="2800" dirty="0">
              <a:latin typeface="IBM Plex Sans Light" panose="020B0403050203000203" pitchFamily="34" charset="0"/>
            </a:endParaRPr>
          </a:p>
          <a:p>
            <a:endParaRPr lang="en-GB" sz="2800" dirty="0">
              <a:latin typeface="IBM Plex Sans Light" panose="020B0403050203000203" pitchFamily="34" charset="0"/>
            </a:endParaRPr>
          </a:p>
          <a:p>
            <a:r>
              <a:rPr lang="en-US" sz="2400" dirty="0">
                <a:latin typeface="IBM Plex Sans Light" panose="020B0403050203000203" pitchFamily="34" charset="0"/>
                <a:cs typeface="IBM Plex Sans"/>
              </a:rPr>
              <a:t>Process variance diverts human resources from areas of impact, hindering efficiency and innovation.</a:t>
            </a:r>
            <a:endParaRPr lang="en-US" sz="2400" dirty="0">
              <a:latin typeface="IBM Plex Sans Light" panose="020B0403050203000203" pitchFamily="34" charset="0"/>
            </a:endParaRPr>
          </a:p>
          <a:p>
            <a:endParaRPr lang="en-GB" sz="2800" dirty="0">
              <a:latin typeface="IBM Plex Sans Light" panose="020B0403050203000203" pitchFamily="34" charset="0"/>
            </a:endParaRPr>
          </a:p>
          <a:p>
            <a:endParaRPr lang="en-GB" sz="2800" dirty="0">
              <a:latin typeface="IBM Plex Sans Light" panose="020B0403050203000203" pitchFamily="34" charset="0"/>
            </a:endParaRPr>
          </a:p>
          <a:p>
            <a:endParaRPr lang="en-RO" sz="2800"/>
          </a:p>
          <a:p>
            <a:endParaRPr lang="en-RO"/>
          </a:p>
        </p:txBody>
      </p:sp>
      <p:sp>
        <p:nvSpPr>
          <p:cNvPr id="7" name="Text Placeholder 6">
            <a:extLst>
              <a:ext uri="{FF2B5EF4-FFF2-40B4-BE49-F238E27FC236}">
                <a16:creationId xmlns:a16="http://schemas.microsoft.com/office/drawing/2014/main" id="{7D51A587-91D5-0E73-DA53-D6F7A1E20098}"/>
              </a:ext>
            </a:extLst>
          </p:cNvPr>
          <p:cNvSpPr>
            <a:spLocks noGrp="1"/>
          </p:cNvSpPr>
          <p:nvPr>
            <p:ph type="body" sz="quarter" idx="14"/>
          </p:nvPr>
        </p:nvSpPr>
        <p:spPr/>
        <p:txBody>
          <a:bodyPr/>
          <a:lstStyle/>
          <a:p>
            <a:pPr>
              <a:lnSpc>
                <a:spcPct val="100000"/>
              </a:lnSpc>
            </a:pPr>
            <a:r>
              <a:rPr lang="en-GB" sz="4400" dirty="0">
                <a:latin typeface="IBM Plex Sans Light" panose="020B0403050203000203" pitchFamily="34" charset="0"/>
              </a:rPr>
              <a:t>Value is hard</a:t>
            </a:r>
          </a:p>
          <a:p>
            <a:pPr>
              <a:lnSpc>
                <a:spcPct val="100000"/>
              </a:lnSpc>
            </a:pPr>
            <a:r>
              <a:rPr lang="en-GB" sz="4400" dirty="0">
                <a:latin typeface="IBM Plex Sans Light" panose="020B0403050203000203" pitchFamily="34" charset="0"/>
              </a:rPr>
              <a:t>to measure</a:t>
            </a:r>
          </a:p>
          <a:p>
            <a:pPr>
              <a:lnSpc>
                <a:spcPct val="100000"/>
              </a:lnSpc>
            </a:pPr>
            <a:r>
              <a:rPr lang="en-GB" sz="4400" dirty="0">
                <a:latin typeface="IBM Plex Sans Light" panose="020B0403050203000203" pitchFamily="34" charset="0"/>
              </a:rPr>
              <a:t>and repeat</a:t>
            </a:r>
          </a:p>
          <a:p>
            <a:endParaRPr lang="en-GB" sz="2800" dirty="0">
              <a:latin typeface="IBM Plex Sans Light" panose="020B0403050203000203" pitchFamily="34" charset="0"/>
            </a:endParaRPr>
          </a:p>
          <a:p>
            <a:endParaRPr lang="en-GB" sz="2800" dirty="0">
              <a:latin typeface="IBM Plex Sans Light" panose="020B0403050203000203" pitchFamily="34" charset="0"/>
            </a:endParaRPr>
          </a:p>
          <a:p>
            <a:r>
              <a:rPr lang="en-US" sz="2400" dirty="0">
                <a:latin typeface="IBM Plex Sans Light" panose="020B0403050203000203" pitchFamily="34" charset="0"/>
                <a:cs typeface="IBM Plex Sans"/>
              </a:rPr>
              <a:t>Differentiators are difficult to measure without a way to predict the reasons why top performers </a:t>
            </a:r>
            <a:br>
              <a:rPr lang="en-US" sz="2400" dirty="0">
                <a:latin typeface="IBM Plex Sans Light" panose="020B0403050203000203" pitchFamily="34" charset="0"/>
                <a:cs typeface="IBM Plex Sans"/>
              </a:rPr>
            </a:br>
            <a:r>
              <a:rPr lang="en-US" sz="2400" dirty="0">
                <a:latin typeface="IBM Plex Sans Light" panose="020B0403050203000203" pitchFamily="34" charset="0"/>
                <a:cs typeface="IBM Plex Sans"/>
              </a:rPr>
              <a:t>join and stay.</a:t>
            </a:r>
            <a:endParaRPr lang="en-US" sz="2400" dirty="0">
              <a:latin typeface="IBM Plex Sans Light" panose="020B0403050203000203" pitchFamily="34" charset="0"/>
            </a:endParaRPr>
          </a:p>
          <a:p>
            <a:endParaRPr lang="en-GB" sz="2800" dirty="0">
              <a:latin typeface="IBM Plex Sans Light" panose="020B0403050203000203" pitchFamily="34" charset="0"/>
            </a:endParaRPr>
          </a:p>
          <a:p>
            <a:endParaRPr lang="en-GB" sz="2800" dirty="0">
              <a:latin typeface="IBM Plex Sans Light" panose="020B0403050203000203" pitchFamily="34" charset="0"/>
            </a:endParaRPr>
          </a:p>
          <a:p>
            <a:endParaRPr lang="en-RO" sz="2800"/>
          </a:p>
          <a:p>
            <a:endParaRPr lang="en-RO"/>
          </a:p>
        </p:txBody>
      </p:sp>
      <p:cxnSp>
        <p:nvCxnSpPr>
          <p:cNvPr id="13" name="Straight Connector 12" descr="Vertical column divider line">
            <a:extLst>
              <a:ext uri="{FF2B5EF4-FFF2-40B4-BE49-F238E27FC236}">
                <a16:creationId xmlns:a16="http://schemas.microsoft.com/office/drawing/2014/main" id="{FB907741-DEEA-47E0-D118-92E97820091A}"/>
              </a:ext>
            </a:extLst>
          </p:cNvPr>
          <p:cNvCxnSpPr>
            <a:cxnSpLocks/>
          </p:cNvCxnSpPr>
          <p:nvPr/>
        </p:nvCxnSpPr>
        <p:spPr bwMode="auto">
          <a:xfrm flipV="1">
            <a:off x="12192000" y="3044825"/>
            <a:ext cx="0" cy="9161351"/>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4" name="Straight Connector 13" descr="Vertical column divider line">
            <a:extLst>
              <a:ext uri="{FF2B5EF4-FFF2-40B4-BE49-F238E27FC236}">
                <a16:creationId xmlns:a16="http://schemas.microsoft.com/office/drawing/2014/main" id="{25A21829-BC07-D965-7936-A5A1EB2E3227}"/>
              </a:ext>
            </a:extLst>
          </p:cNvPr>
          <p:cNvCxnSpPr>
            <a:cxnSpLocks/>
          </p:cNvCxnSpPr>
          <p:nvPr/>
        </p:nvCxnSpPr>
        <p:spPr bwMode="auto">
          <a:xfrm flipV="1">
            <a:off x="18288000" y="3044825"/>
            <a:ext cx="0" cy="9161351"/>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6" name="Footer Placeholder 15">
            <a:extLst>
              <a:ext uri="{FF2B5EF4-FFF2-40B4-BE49-F238E27FC236}">
                <a16:creationId xmlns:a16="http://schemas.microsoft.com/office/drawing/2014/main" id="{09814433-66F2-92F2-FFFB-39DCD91ECB2E}"/>
              </a:ext>
            </a:extLst>
          </p:cNvPr>
          <p:cNvSpPr>
            <a:spLocks noGrp="1"/>
          </p:cNvSpPr>
          <p:nvPr>
            <p:ph type="ftr" sz="quarter" idx="18"/>
          </p:nvPr>
        </p:nvSpPr>
        <p:spPr/>
        <p:txBody>
          <a:bodyPr/>
          <a:lstStyle/>
          <a:p>
            <a:r>
              <a:rPr lang="en-US" dirty="0"/>
              <a:t>Footer</a:t>
            </a:r>
          </a:p>
        </p:txBody>
      </p:sp>
      <p:sp>
        <p:nvSpPr>
          <p:cNvPr id="17" name="Slide Number Placeholder 16">
            <a:extLst>
              <a:ext uri="{FF2B5EF4-FFF2-40B4-BE49-F238E27FC236}">
                <a16:creationId xmlns:a16="http://schemas.microsoft.com/office/drawing/2014/main" id="{13F5AFC2-235F-D952-8D29-4859015E7863}"/>
              </a:ext>
            </a:extLst>
          </p:cNvPr>
          <p:cNvSpPr>
            <a:spLocks noGrp="1"/>
          </p:cNvSpPr>
          <p:nvPr>
            <p:ph type="sldNum" sz="quarter" idx="4"/>
          </p:nvPr>
        </p:nvSpPr>
        <p:spPr/>
        <p:txBody>
          <a:bodyPr/>
          <a:lstStyle/>
          <a:p>
            <a:fld id="{86CB4B4D-7CA3-9044-876B-883B54F8677D}" type="slidenum">
              <a:rPr lang="en-US" smtClean="0"/>
              <a:pPr/>
              <a:t>28</a:t>
            </a:fld>
            <a:endParaRPr lang="en-US" dirty="0"/>
          </a:p>
        </p:txBody>
      </p:sp>
    </p:spTree>
    <p:extLst>
      <p:ext uri="{BB962C8B-B14F-4D97-AF65-F5344CB8AC3E}">
        <p14:creationId xmlns:p14="http://schemas.microsoft.com/office/powerpoint/2010/main" val="3458331928"/>
      </p:ext>
    </p:extLst>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descr="Vertical quarter slide background in blue 10">
            <a:extLst>
              <a:ext uri="{FF2B5EF4-FFF2-40B4-BE49-F238E27FC236}">
                <a16:creationId xmlns:a16="http://schemas.microsoft.com/office/drawing/2014/main" id="{DFEF969E-C129-30FB-AA3B-C0DEF7387E64}"/>
              </a:ext>
            </a:extLst>
          </p:cNvPr>
          <p:cNvSpPr/>
          <p:nvPr/>
        </p:nvSpPr>
        <p:spPr bwMode="auto">
          <a:xfrm flipH="1">
            <a:off x="6159" y="0"/>
            <a:ext cx="6096000" cy="13716000"/>
          </a:xfrm>
          <a:prstGeom prst="rect">
            <a:avLst/>
          </a:prstGeom>
          <a:solidFill>
            <a:srgbClr val="E5F6FF"/>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RO" sz="1400" b="0" i="0" u="none" strike="noStrike" cap="none" normalizeH="0" baseline="0">
              <a:ln>
                <a:noFill/>
              </a:ln>
              <a:solidFill>
                <a:schemeClr val="bg1"/>
              </a:solidFill>
              <a:effectLst/>
              <a:latin typeface="+mn-lt"/>
            </a:endParaRPr>
          </a:p>
        </p:txBody>
      </p:sp>
      <p:sp>
        <p:nvSpPr>
          <p:cNvPr id="2" name="Title 1">
            <a:extLst>
              <a:ext uri="{FF2B5EF4-FFF2-40B4-BE49-F238E27FC236}">
                <a16:creationId xmlns:a16="http://schemas.microsoft.com/office/drawing/2014/main" id="{5F01F7EF-6B29-9148-344E-7EE704E473A3}"/>
              </a:ext>
            </a:extLst>
          </p:cNvPr>
          <p:cNvSpPr>
            <a:spLocks noGrp="1"/>
          </p:cNvSpPr>
          <p:nvPr>
            <p:ph type="title"/>
          </p:nvPr>
        </p:nvSpPr>
        <p:spPr/>
        <p:txBody>
          <a:bodyPr/>
          <a:lstStyle/>
          <a:p>
            <a:r>
              <a:rPr lang="en-GB" dirty="0"/>
              <a:t>Business outcomes</a:t>
            </a:r>
            <a:endParaRPr lang="en-RO" dirty="0"/>
          </a:p>
        </p:txBody>
      </p:sp>
      <p:sp>
        <p:nvSpPr>
          <p:cNvPr id="4" name="Text Placeholder 3">
            <a:extLst>
              <a:ext uri="{FF2B5EF4-FFF2-40B4-BE49-F238E27FC236}">
                <a16:creationId xmlns:a16="http://schemas.microsoft.com/office/drawing/2014/main" id="{1F9B9B64-831E-004E-34DC-0F81C20C4701}"/>
              </a:ext>
            </a:extLst>
          </p:cNvPr>
          <p:cNvSpPr>
            <a:spLocks noGrp="1"/>
          </p:cNvSpPr>
          <p:nvPr>
            <p:ph type="body" sz="quarter" idx="11"/>
          </p:nvPr>
        </p:nvSpPr>
        <p:spPr/>
        <p:txBody>
          <a:bodyPr/>
          <a:lstStyle/>
          <a:p>
            <a:r>
              <a:rPr lang="en-GB" dirty="0"/>
              <a:t>Partner with IBM to elevate TA beyond expected outcomes</a:t>
            </a:r>
          </a:p>
          <a:p>
            <a:endParaRPr lang="en-GB" dirty="0"/>
          </a:p>
        </p:txBody>
      </p:sp>
      <p:sp>
        <p:nvSpPr>
          <p:cNvPr id="5" name="Text Placeholder 4">
            <a:extLst>
              <a:ext uri="{FF2B5EF4-FFF2-40B4-BE49-F238E27FC236}">
                <a16:creationId xmlns:a16="http://schemas.microsoft.com/office/drawing/2014/main" id="{350D1E70-8532-FF51-2AE2-4D02DAECD50D}"/>
              </a:ext>
            </a:extLst>
          </p:cNvPr>
          <p:cNvSpPr>
            <a:spLocks noGrp="1"/>
          </p:cNvSpPr>
          <p:nvPr>
            <p:ph type="body" sz="quarter" idx="12"/>
          </p:nvPr>
        </p:nvSpPr>
        <p:spPr/>
        <p:txBody>
          <a:bodyPr/>
          <a:lstStyle/>
          <a:p>
            <a:r>
              <a:rPr lang="en-GB" dirty="0"/>
              <a:t>Transform experiences</a:t>
            </a:r>
          </a:p>
          <a:p>
            <a:endParaRPr lang="en-GB" dirty="0"/>
          </a:p>
          <a:p>
            <a:r>
              <a:rPr lang="en-US" dirty="0"/>
              <a:t>Adopt intelligent workflows to transform experiences for candidates throughout </a:t>
            </a:r>
            <a:br>
              <a:rPr lang="en-US" dirty="0"/>
            </a:br>
            <a:r>
              <a:rPr lang="en-US" dirty="0"/>
              <a:t>the hiring process.</a:t>
            </a:r>
          </a:p>
          <a:p>
            <a:endParaRPr lang="en-US" dirty="0"/>
          </a:p>
          <a:p>
            <a:endParaRPr lang="en-GB" dirty="0"/>
          </a:p>
          <a:p>
            <a:endParaRPr lang="en-RO"/>
          </a:p>
        </p:txBody>
      </p:sp>
      <p:cxnSp>
        <p:nvCxnSpPr>
          <p:cNvPr id="10" name="Straight Connector 9" descr="Horizontal row divider line">
            <a:extLst>
              <a:ext uri="{FF2B5EF4-FFF2-40B4-BE49-F238E27FC236}">
                <a16:creationId xmlns:a16="http://schemas.microsoft.com/office/drawing/2014/main" id="{B0373619-C84E-B5B1-B355-FC2E8FBEF842}"/>
              </a:ext>
            </a:extLst>
          </p:cNvPr>
          <p:cNvCxnSpPr/>
          <p:nvPr/>
        </p:nvCxnSpPr>
        <p:spPr bwMode="auto">
          <a:xfrm>
            <a:off x="6667500" y="7619112"/>
            <a:ext cx="4951413"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1" name="Text Placeholder 4">
            <a:extLst>
              <a:ext uri="{FF2B5EF4-FFF2-40B4-BE49-F238E27FC236}">
                <a16:creationId xmlns:a16="http://schemas.microsoft.com/office/drawing/2014/main" id="{428C3900-A674-6305-86A0-C76517397A92}"/>
              </a:ext>
            </a:extLst>
          </p:cNvPr>
          <p:cNvSpPr txBox="1">
            <a:spLocks/>
          </p:cNvSpPr>
          <p:nvPr/>
        </p:nvSpPr>
        <p:spPr>
          <a:xfrm>
            <a:off x="6667500" y="7822313"/>
            <a:ext cx="4951413" cy="18161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lvl1pPr marL="0" marR="0" indent="0" algn="l" defTabSz="2438400" rtl="0" latinLnBrk="0">
              <a:lnSpc>
                <a:spcPct val="110000"/>
              </a:lnSpc>
              <a:spcBef>
                <a:spcPts val="0"/>
              </a:spcBef>
              <a:spcAft>
                <a:spcPts val="0"/>
              </a:spcAft>
              <a:buClrTx/>
              <a:buSzTx/>
              <a:buFontTx/>
              <a:buNone/>
              <a:tabLst/>
              <a:defRPr sz="2000" b="0" i="0" u="none" strike="noStrike" cap="none" spc="0" baseline="0">
                <a:solidFill>
                  <a:schemeClr val="tx1"/>
                </a:solidFill>
                <a:uFillTx/>
                <a:latin typeface="IBM Plex Sans" panose="020B0503050203000203" pitchFamily="34" charset="0"/>
                <a:ea typeface="+mj-ea"/>
                <a:cs typeface="+mj-cs"/>
                <a:sym typeface="IBM Plex Sans Light"/>
              </a:defRPr>
            </a:lvl1pPr>
            <a:lvl2pPr marL="444465" marR="0" indent="-446749" algn="l" defTabSz="2438400" rtl="0" latinLnBrk="0">
              <a:lnSpc>
                <a:spcPct val="110000"/>
              </a:lnSpc>
              <a:spcBef>
                <a:spcPts val="0"/>
              </a:spcBef>
              <a:spcAft>
                <a:spcPts val="0"/>
              </a:spcAft>
              <a:buClrTx/>
              <a:buSzPct val="100000"/>
              <a:buFontTx/>
              <a:buChar char="–"/>
              <a:tabLst/>
              <a:defRPr sz="2000" b="0" i="0" u="none" strike="noStrike" cap="none" spc="0" baseline="0">
                <a:solidFill>
                  <a:schemeClr val="tx1"/>
                </a:solidFill>
                <a:uFillTx/>
                <a:latin typeface="IBM Plex Sans" panose="020B0503050203000203" pitchFamily="34" charset="0"/>
                <a:ea typeface="+mj-ea"/>
                <a:cs typeface="+mj-cs"/>
                <a:sym typeface="IBM Plex Sans Light"/>
              </a:defRPr>
            </a:lvl2pPr>
            <a:lvl3pPr marL="615918" marR="0" indent="-446749" algn="l" defTabSz="2438400" rtl="0" latinLnBrk="0">
              <a:lnSpc>
                <a:spcPct val="110000"/>
              </a:lnSpc>
              <a:spcBef>
                <a:spcPts val="0"/>
              </a:spcBef>
              <a:spcAft>
                <a:spcPts val="0"/>
              </a:spcAft>
              <a:buClrTx/>
              <a:buSzPct val="100000"/>
              <a:buFontTx/>
              <a:buChar char="•"/>
              <a:tabLst/>
              <a:defRPr sz="2000" b="0" i="0" u="none" strike="noStrike" cap="none" spc="0" baseline="0">
                <a:solidFill>
                  <a:schemeClr val="tx1"/>
                </a:solidFill>
                <a:uFillTx/>
                <a:latin typeface="IBM Plex Sans" panose="020B0503050203000203" pitchFamily="34" charset="0"/>
                <a:ea typeface="+mj-ea"/>
                <a:cs typeface="+mj-cs"/>
                <a:sym typeface="IBM Plex Sans Light"/>
              </a:defRPr>
            </a:lvl3pPr>
            <a:lvl4pPr marL="901671" marR="0" indent="-446749" algn="l" defTabSz="2438400" rtl="0" latinLnBrk="0">
              <a:lnSpc>
                <a:spcPct val="110000"/>
              </a:lnSpc>
              <a:spcBef>
                <a:spcPts val="0"/>
              </a:spcBef>
              <a:spcAft>
                <a:spcPts val="0"/>
              </a:spcAft>
              <a:buClrTx/>
              <a:buSzPct val="100000"/>
              <a:buFontTx/>
              <a:buChar char="–"/>
              <a:tabLst/>
              <a:defRPr sz="2000" b="0" i="0" u="none" strike="noStrike" cap="none" spc="0" baseline="0">
                <a:solidFill>
                  <a:schemeClr val="tx1"/>
                </a:solidFill>
                <a:uFillTx/>
                <a:latin typeface="IBM Plex Sans" panose="020B0503050203000203" pitchFamily="34" charset="0"/>
                <a:ea typeface="+mj-ea"/>
                <a:cs typeface="+mj-cs"/>
                <a:sym typeface="IBM Plex Sans Light"/>
              </a:defRPr>
            </a:lvl4pPr>
            <a:lvl5pPr marL="1076298" marR="0" indent="-446749" algn="l" defTabSz="2438400" rtl="0" latinLnBrk="0">
              <a:lnSpc>
                <a:spcPct val="110000"/>
              </a:lnSpc>
              <a:spcBef>
                <a:spcPts val="0"/>
              </a:spcBef>
              <a:spcAft>
                <a:spcPts val="0"/>
              </a:spcAft>
              <a:buClrTx/>
              <a:buSzPct val="100000"/>
              <a:buFontTx/>
              <a:buChar char="»"/>
              <a:tabLst/>
              <a:defRPr sz="2000" b="0" i="0" u="none" strike="noStrike" cap="none" spc="0" baseline="0">
                <a:solidFill>
                  <a:schemeClr val="tx1"/>
                </a:solidFill>
                <a:uFillTx/>
                <a:latin typeface="IBM Plex Sans" panose="020B0503050203000203" pitchFamily="34" charset="0"/>
                <a:ea typeface="+mj-ea"/>
                <a:cs typeface="+mj-cs"/>
                <a:sym typeface="IBM Plex Sans Light"/>
              </a:defRPr>
            </a:lvl5pPr>
            <a:lvl6pPr marL="1843060"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pPr>
              <a:lnSpc>
                <a:spcPct val="100000"/>
              </a:lnSpc>
            </a:pPr>
            <a:r>
              <a:rPr lang="en-GB" sz="4400" kern="0" dirty="0">
                <a:solidFill>
                  <a:schemeClr val="accent1"/>
                </a:solidFill>
                <a:latin typeface="IBM Plex Sans Light" panose="020B0403050203000203" pitchFamily="34" charset="0"/>
              </a:rPr>
              <a:t>↓30%</a:t>
            </a:r>
          </a:p>
          <a:p>
            <a:r>
              <a:rPr lang="en-US" sz="2400" kern="0" dirty="0">
                <a:latin typeface="IBM Plex Sans Light" panose="020B0403050203000203" pitchFamily="34" charset="0"/>
                <a:cs typeface="IBM Plex Sans"/>
              </a:rPr>
              <a:t>Average reduction</a:t>
            </a:r>
          </a:p>
          <a:p>
            <a:r>
              <a:rPr lang="en-US" sz="2400" kern="0" dirty="0">
                <a:latin typeface="IBM Plex Sans Light" panose="020B0403050203000203" pitchFamily="34" charset="0"/>
                <a:cs typeface="IBM Plex Sans"/>
              </a:rPr>
              <a:t>in staff time per hire</a:t>
            </a:r>
          </a:p>
          <a:p>
            <a:endParaRPr lang="en-US" sz="2400" kern="0" dirty="0">
              <a:latin typeface="IBM Plex Sans Light" panose="020B0403050203000203" pitchFamily="34" charset="0"/>
              <a:cs typeface="IBM Plex Sans"/>
            </a:endParaRPr>
          </a:p>
          <a:p>
            <a:endParaRPr lang="en-US" sz="2400" kern="0" dirty="0">
              <a:latin typeface="IBM Plex Sans Light" panose="020B0403050203000203" pitchFamily="34" charset="0"/>
              <a:cs typeface="IBM Plex Sans"/>
            </a:endParaRPr>
          </a:p>
          <a:p>
            <a:endParaRPr lang="en-GB" sz="2800" kern="0" dirty="0">
              <a:latin typeface="IBM Plex Sans Light" panose="020B0403050203000203" pitchFamily="34" charset="0"/>
            </a:endParaRPr>
          </a:p>
          <a:p>
            <a:endParaRPr lang="en-RO" kern="0" dirty="0"/>
          </a:p>
        </p:txBody>
      </p:sp>
      <p:cxnSp>
        <p:nvCxnSpPr>
          <p:cNvPr id="12" name="Straight Connector 11" descr="Horizontal row divider line">
            <a:extLst>
              <a:ext uri="{FF2B5EF4-FFF2-40B4-BE49-F238E27FC236}">
                <a16:creationId xmlns:a16="http://schemas.microsoft.com/office/drawing/2014/main" id="{2631B8E7-80A1-B01F-4FEB-31EC193AE733}"/>
              </a:ext>
            </a:extLst>
          </p:cNvPr>
          <p:cNvCxnSpPr/>
          <p:nvPr/>
        </p:nvCxnSpPr>
        <p:spPr bwMode="auto">
          <a:xfrm>
            <a:off x="6667500" y="10668001"/>
            <a:ext cx="4951413"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3" name="Text Placeholder 4">
            <a:extLst>
              <a:ext uri="{FF2B5EF4-FFF2-40B4-BE49-F238E27FC236}">
                <a16:creationId xmlns:a16="http://schemas.microsoft.com/office/drawing/2014/main" id="{6EE7FE30-1900-6B44-4D03-EC09194B9A66}"/>
              </a:ext>
            </a:extLst>
          </p:cNvPr>
          <p:cNvSpPr txBox="1">
            <a:spLocks/>
          </p:cNvSpPr>
          <p:nvPr/>
        </p:nvSpPr>
        <p:spPr>
          <a:xfrm>
            <a:off x="6667500" y="10858503"/>
            <a:ext cx="4951413" cy="18161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lvl1pPr marL="0" marR="0" indent="0" algn="l" defTabSz="2438400" rtl="0" latinLnBrk="0">
              <a:lnSpc>
                <a:spcPct val="110000"/>
              </a:lnSpc>
              <a:spcBef>
                <a:spcPts val="0"/>
              </a:spcBef>
              <a:spcAft>
                <a:spcPts val="0"/>
              </a:spcAft>
              <a:buClrTx/>
              <a:buSzTx/>
              <a:buFontTx/>
              <a:buNone/>
              <a:tabLst/>
              <a:defRPr sz="2000" b="0" i="0" u="none" strike="noStrike" cap="none" spc="0" baseline="0">
                <a:solidFill>
                  <a:schemeClr val="tx1"/>
                </a:solidFill>
                <a:uFillTx/>
                <a:latin typeface="IBM Plex Sans" panose="020B0503050203000203" pitchFamily="34" charset="0"/>
                <a:ea typeface="+mj-ea"/>
                <a:cs typeface="+mj-cs"/>
                <a:sym typeface="IBM Plex Sans Light"/>
              </a:defRPr>
            </a:lvl1pPr>
            <a:lvl2pPr marL="444465" marR="0" indent="-446749" algn="l" defTabSz="2438400" rtl="0" latinLnBrk="0">
              <a:lnSpc>
                <a:spcPct val="110000"/>
              </a:lnSpc>
              <a:spcBef>
                <a:spcPts val="0"/>
              </a:spcBef>
              <a:spcAft>
                <a:spcPts val="0"/>
              </a:spcAft>
              <a:buClrTx/>
              <a:buSzPct val="100000"/>
              <a:buFontTx/>
              <a:buChar char="–"/>
              <a:tabLst/>
              <a:defRPr sz="2000" b="0" i="0" u="none" strike="noStrike" cap="none" spc="0" baseline="0">
                <a:solidFill>
                  <a:schemeClr val="tx1"/>
                </a:solidFill>
                <a:uFillTx/>
                <a:latin typeface="IBM Plex Sans" panose="020B0503050203000203" pitchFamily="34" charset="0"/>
                <a:ea typeface="+mj-ea"/>
                <a:cs typeface="+mj-cs"/>
                <a:sym typeface="IBM Plex Sans Light"/>
              </a:defRPr>
            </a:lvl2pPr>
            <a:lvl3pPr marL="615918" marR="0" indent="-446749" algn="l" defTabSz="2438400" rtl="0" latinLnBrk="0">
              <a:lnSpc>
                <a:spcPct val="110000"/>
              </a:lnSpc>
              <a:spcBef>
                <a:spcPts val="0"/>
              </a:spcBef>
              <a:spcAft>
                <a:spcPts val="0"/>
              </a:spcAft>
              <a:buClrTx/>
              <a:buSzPct val="100000"/>
              <a:buFontTx/>
              <a:buChar char="•"/>
              <a:tabLst/>
              <a:defRPr sz="2000" b="0" i="0" u="none" strike="noStrike" cap="none" spc="0" baseline="0">
                <a:solidFill>
                  <a:schemeClr val="tx1"/>
                </a:solidFill>
                <a:uFillTx/>
                <a:latin typeface="IBM Plex Sans" panose="020B0503050203000203" pitchFamily="34" charset="0"/>
                <a:ea typeface="+mj-ea"/>
                <a:cs typeface="+mj-cs"/>
                <a:sym typeface="IBM Plex Sans Light"/>
              </a:defRPr>
            </a:lvl3pPr>
            <a:lvl4pPr marL="901671" marR="0" indent="-446749" algn="l" defTabSz="2438400" rtl="0" latinLnBrk="0">
              <a:lnSpc>
                <a:spcPct val="110000"/>
              </a:lnSpc>
              <a:spcBef>
                <a:spcPts val="0"/>
              </a:spcBef>
              <a:spcAft>
                <a:spcPts val="0"/>
              </a:spcAft>
              <a:buClrTx/>
              <a:buSzPct val="100000"/>
              <a:buFontTx/>
              <a:buChar char="–"/>
              <a:tabLst/>
              <a:defRPr sz="2000" b="0" i="0" u="none" strike="noStrike" cap="none" spc="0" baseline="0">
                <a:solidFill>
                  <a:schemeClr val="tx1"/>
                </a:solidFill>
                <a:uFillTx/>
                <a:latin typeface="IBM Plex Sans" panose="020B0503050203000203" pitchFamily="34" charset="0"/>
                <a:ea typeface="+mj-ea"/>
                <a:cs typeface="+mj-cs"/>
                <a:sym typeface="IBM Plex Sans Light"/>
              </a:defRPr>
            </a:lvl4pPr>
            <a:lvl5pPr marL="1076298" marR="0" indent="-446749" algn="l" defTabSz="2438400" rtl="0" latinLnBrk="0">
              <a:lnSpc>
                <a:spcPct val="110000"/>
              </a:lnSpc>
              <a:spcBef>
                <a:spcPts val="0"/>
              </a:spcBef>
              <a:spcAft>
                <a:spcPts val="0"/>
              </a:spcAft>
              <a:buClrTx/>
              <a:buSzPct val="100000"/>
              <a:buFontTx/>
              <a:buChar char="»"/>
              <a:tabLst/>
              <a:defRPr sz="2000" b="0" i="0" u="none" strike="noStrike" cap="none" spc="0" baseline="0">
                <a:solidFill>
                  <a:schemeClr val="tx1"/>
                </a:solidFill>
                <a:uFillTx/>
                <a:latin typeface="IBM Plex Sans" panose="020B0503050203000203" pitchFamily="34" charset="0"/>
                <a:ea typeface="+mj-ea"/>
                <a:cs typeface="+mj-cs"/>
                <a:sym typeface="IBM Plex Sans Light"/>
              </a:defRPr>
            </a:lvl5pPr>
            <a:lvl6pPr marL="1843060"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pPr>
              <a:lnSpc>
                <a:spcPct val="100000"/>
              </a:lnSpc>
            </a:pPr>
            <a:r>
              <a:rPr lang="en-GB" sz="4400" kern="0" dirty="0">
                <a:solidFill>
                  <a:schemeClr val="accent1"/>
                </a:solidFill>
                <a:latin typeface="IBM Plex Sans Light" panose="020B0403050203000203" pitchFamily="34" charset="0"/>
              </a:rPr>
              <a:t>↑40 pts</a:t>
            </a:r>
          </a:p>
          <a:p>
            <a:r>
              <a:rPr lang="en-US" sz="2400" kern="0" dirty="0">
                <a:latin typeface="IBM Plex Sans Light" panose="020B0403050203000203" pitchFamily="34" charset="0"/>
                <a:cs typeface="IBM Plex Sans"/>
              </a:rPr>
              <a:t>Hiring manager satisfaction with talent acquisition experience</a:t>
            </a:r>
          </a:p>
          <a:p>
            <a:endParaRPr lang="en-US" sz="2400" kern="0" dirty="0">
              <a:latin typeface="IBM Plex Sans Light" panose="020B0403050203000203" pitchFamily="34" charset="0"/>
              <a:cs typeface="IBM Plex Sans"/>
            </a:endParaRPr>
          </a:p>
          <a:p>
            <a:endParaRPr lang="en-GB" sz="2800" kern="0" dirty="0">
              <a:latin typeface="IBM Plex Sans Light" panose="020B0403050203000203" pitchFamily="34" charset="0"/>
            </a:endParaRPr>
          </a:p>
          <a:p>
            <a:endParaRPr lang="en-RO" kern="0" dirty="0"/>
          </a:p>
        </p:txBody>
      </p:sp>
      <p:sp>
        <p:nvSpPr>
          <p:cNvPr id="6" name="Text Placeholder 5">
            <a:extLst>
              <a:ext uri="{FF2B5EF4-FFF2-40B4-BE49-F238E27FC236}">
                <a16:creationId xmlns:a16="http://schemas.microsoft.com/office/drawing/2014/main" id="{51F22B14-8F0A-3A30-DC67-C43F16B03235}"/>
              </a:ext>
            </a:extLst>
          </p:cNvPr>
          <p:cNvSpPr>
            <a:spLocks noGrp="1"/>
          </p:cNvSpPr>
          <p:nvPr>
            <p:ph type="body" sz="quarter" idx="13"/>
          </p:nvPr>
        </p:nvSpPr>
        <p:spPr/>
        <p:txBody>
          <a:bodyPr/>
          <a:lstStyle/>
          <a:p>
            <a:r>
              <a:rPr lang="en-GB" dirty="0"/>
              <a:t>Amplify human impact</a:t>
            </a:r>
          </a:p>
          <a:p>
            <a:endParaRPr lang="en-GB" dirty="0"/>
          </a:p>
          <a:p>
            <a:r>
              <a:rPr lang="en-US" dirty="0"/>
              <a:t>Intentionally augment your teams </a:t>
            </a:r>
            <a:br>
              <a:rPr lang="en-US" dirty="0"/>
            </a:br>
            <a:r>
              <a:rPr lang="en-US" dirty="0"/>
              <a:t>with technology to help them create moments of impact.</a:t>
            </a:r>
            <a:endParaRPr lang="en-GB" dirty="0"/>
          </a:p>
          <a:p>
            <a:endParaRPr lang="en-GB" dirty="0"/>
          </a:p>
          <a:p>
            <a:endParaRPr lang="en-RO"/>
          </a:p>
          <a:p>
            <a:endParaRPr lang="en-RO"/>
          </a:p>
        </p:txBody>
      </p:sp>
      <p:cxnSp>
        <p:nvCxnSpPr>
          <p:cNvPr id="14" name="Straight Connector 13" descr="Horizontal row divider line">
            <a:extLst>
              <a:ext uri="{FF2B5EF4-FFF2-40B4-BE49-F238E27FC236}">
                <a16:creationId xmlns:a16="http://schemas.microsoft.com/office/drawing/2014/main" id="{C3A9FCAA-AEE4-DEB9-ED69-5B9E71027A3A}"/>
              </a:ext>
            </a:extLst>
          </p:cNvPr>
          <p:cNvCxnSpPr/>
          <p:nvPr/>
        </p:nvCxnSpPr>
        <p:spPr bwMode="auto">
          <a:xfrm>
            <a:off x="12765087" y="7619112"/>
            <a:ext cx="4951413"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8" name="Text Placeholder 4">
            <a:extLst>
              <a:ext uri="{FF2B5EF4-FFF2-40B4-BE49-F238E27FC236}">
                <a16:creationId xmlns:a16="http://schemas.microsoft.com/office/drawing/2014/main" id="{37D8E5A8-012A-A2C2-12A0-6EC4690E1D9D}"/>
              </a:ext>
            </a:extLst>
          </p:cNvPr>
          <p:cNvSpPr txBox="1">
            <a:spLocks/>
          </p:cNvSpPr>
          <p:nvPr/>
        </p:nvSpPr>
        <p:spPr>
          <a:xfrm>
            <a:off x="12763500" y="7822313"/>
            <a:ext cx="4951413" cy="18161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lvl1pPr marL="0" marR="0" indent="0" algn="l" defTabSz="2438400" rtl="0" latinLnBrk="0">
              <a:lnSpc>
                <a:spcPct val="110000"/>
              </a:lnSpc>
              <a:spcBef>
                <a:spcPts val="0"/>
              </a:spcBef>
              <a:spcAft>
                <a:spcPts val="0"/>
              </a:spcAft>
              <a:buClrTx/>
              <a:buSzTx/>
              <a:buFontTx/>
              <a:buNone/>
              <a:tabLst/>
              <a:defRPr sz="2000" b="0" i="0" u="none" strike="noStrike" cap="none" spc="0" baseline="0">
                <a:solidFill>
                  <a:schemeClr val="tx1"/>
                </a:solidFill>
                <a:uFillTx/>
                <a:latin typeface="IBM Plex Sans" panose="020B0503050203000203" pitchFamily="34" charset="0"/>
                <a:ea typeface="+mj-ea"/>
                <a:cs typeface="+mj-cs"/>
                <a:sym typeface="IBM Plex Sans Light"/>
              </a:defRPr>
            </a:lvl1pPr>
            <a:lvl2pPr marL="444465" marR="0" indent="-446749" algn="l" defTabSz="2438400" rtl="0" latinLnBrk="0">
              <a:lnSpc>
                <a:spcPct val="110000"/>
              </a:lnSpc>
              <a:spcBef>
                <a:spcPts val="0"/>
              </a:spcBef>
              <a:spcAft>
                <a:spcPts val="0"/>
              </a:spcAft>
              <a:buClrTx/>
              <a:buSzPct val="100000"/>
              <a:buFontTx/>
              <a:buChar char="–"/>
              <a:tabLst/>
              <a:defRPr sz="2000" b="0" i="0" u="none" strike="noStrike" cap="none" spc="0" baseline="0">
                <a:solidFill>
                  <a:schemeClr val="tx1"/>
                </a:solidFill>
                <a:uFillTx/>
                <a:latin typeface="IBM Plex Sans" panose="020B0503050203000203" pitchFamily="34" charset="0"/>
                <a:ea typeface="+mj-ea"/>
                <a:cs typeface="+mj-cs"/>
                <a:sym typeface="IBM Plex Sans Light"/>
              </a:defRPr>
            </a:lvl2pPr>
            <a:lvl3pPr marL="615918" marR="0" indent="-446749" algn="l" defTabSz="2438400" rtl="0" latinLnBrk="0">
              <a:lnSpc>
                <a:spcPct val="110000"/>
              </a:lnSpc>
              <a:spcBef>
                <a:spcPts val="0"/>
              </a:spcBef>
              <a:spcAft>
                <a:spcPts val="0"/>
              </a:spcAft>
              <a:buClrTx/>
              <a:buSzPct val="100000"/>
              <a:buFontTx/>
              <a:buChar char="•"/>
              <a:tabLst/>
              <a:defRPr sz="2000" b="0" i="0" u="none" strike="noStrike" cap="none" spc="0" baseline="0">
                <a:solidFill>
                  <a:schemeClr val="tx1"/>
                </a:solidFill>
                <a:uFillTx/>
                <a:latin typeface="IBM Plex Sans" panose="020B0503050203000203" pitchFamily="34" charset="0"/>
                <a:ea typeface="+mj-ea"/>
                <a:cs typeface="+mj-cs"/>
                <a:sym typeface="IBM Plex Sans Light"/>
              </a:defRPr>
            </a:lvl3pPr>
            <a:lvl4pPr marL="901671" marR="0" indent="-446749" algn="l" defTabSz="2438400" rtl="0" latinLnBrk="0">
              <a:lnSpc>
                <a:spcPct val="110000"/>
              </a:lnSpc>
              <a:spcBef>
                <a:spcPts val="0"/>
              </a:spcBef>
              <a:spcAft>
                <a:spcPts val="0"/>
              </a:spcAft>
              <a:buClrTx/>
              <a:buSzPct val="100000"/>
              <a:buFontTx/>
              <a:buChar char="–"/>
              <a:tabLst/>
              <a:defRPr sz="2000" b="0" i="0" u="none" strike="noStrike" cap="none" spc="0" baseline="0">
                <a:solidFill>
                  <a:schemeClr val="tx1"/>
                </a:solidFill>
                <a:uFillTx/>
                <a:latin typeface="IBM Plex Sans" panose="020B0503050203000203" pitchFamily="34" charset="0"/>
                <a:ea typeface="+mj-ea"/>
                <a:cs typeface="+mj-cs"/>
                <a:sym typeface="IBM Plex Sans Light"/>
              </a:defRPr>
            </a:lvl4pPr>
            <a:lvl5pPr marL="1076298" marR="0" indent="-446749" algn="l" defTabSz="2438400" rtl="0" latinLnBrk="0">
              <a:lnSpc>
                <a:spcPct val="110000"/>
              </a:lnSpc>
              <a:spcBef>
                <a:spcPts val="0"/>
              </a:spcBef>
              <a:spcAft>
                <a:spcPts val="0"/>
              </a:spcAft>
              <a:buClrTx/>
              <a:buSzPct val="100000"/>
              <a:buFontTx/>
              <a:buChar char="»"/>
              <a:tabLst/>
              <a:defRPr sz="2000" b="0" i="0" u="none" strike="noStrike" cap="none" spc="0" baseline="0">
                <a:solidFill>
                  <a:schemeClr val="tx1"/>
                </a:solidFill>
                <a:uFillTx/>
                <a:latin typeface="IBM Plex Sans" panose="020B0503050203000203" pitchFamily="34" charset="0"/>
                <a:ea typeface="+mj-ea"/>
                <a:cs typeface="+mj-cs"/>
                <a:sym typeface="IBM Plex Sans Light"/>
              </a:defRPr>
            </a:lvl5pPr>
            <a:lvl6pPr marL="1843060"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pPr>
              <a:lnSpc>
                <a:spcPct val="100000"/>
              </a:lnSpc>
            </a:pPr>
            <a:r>
              <a:rPr lang="en-GB" sz="4400" kern="0" dirty="0">
                <a:solidFill>
                  <a:schemeClr val="accent1"/>
                </a:solidFill>
                <a:latin typeface="IBM Plex Sans Light" panose="020B0403050203000203" pitchFamily="34" charset="0"/>
              </a:rPr>
              <a:t>92%</a:t>
            </a:r>
          </a:p>
          <a:p>
            <a:r>
              <a:rPr lang="en-US" sz="2400" kern="0" dirty="0">
                <a:latin typeface="IBM Plex Sans Light" panose="020B0403050203000203" pitchFamily="34" charset="0"/>
                <a:cs typeface="IBM Plex Sans"/>
              </a:rPr>
              <a:t>Hiring manager</a:t>
            </a:r>
          </a:p>
          <a:p>
            <a:r>
              <a:rPr lang="en-US" sz="2400" kern="0" dirty="0">
                <a:latin typeface="IBM Plex Sans Light" panose="020B0403050203000203" pitchFamily="34" charset="0"/>
                <a:cs typeface="IBM Plex Sans"/>
              </a:rPr>
              <a:t>satisfaction</a:t>
            </a:r>
            <a:endParaRPr lang="en-GB" sz="2800" kern="0" dirty="0">
              <a:latin typeface="IBM Plex Sans Light" panose="020B0403050203000203" pitchFamily="34" charset="0"/>
            </a:endParaRPr>
          </a:p>
          <a:p>
            <a:endParaRPr lang="en-RO" kern="0"/>
          </a:p>
        </p:txBody>
      </p:sp>
      <p:cxnSp>
        <p:nvCxnSpPr>
          <p:cNvPr id="15" name="Straight Connector 14" descr="Horizontal row divider line">
            <a:extLst>
              <a:ext uri="{FF2B5EF4-FFF2-40B4-BE49-F238E27FC236}">
                <a16:creationId xmlns:a16="http://schemas.microsoft.com/office/drawing/2014/main" id="{C7DC667F-1E41-35CD-3C4C-0FAFC6105969}"/>
              </a:ext>
            </a:extLst>
          </p:cNvPr>
          <p:cNvCxnSpPr/>
          <p:nvPr/>
        </p:nvCxnSpPr>
        <p:spPr bwMode="auto">
          <a:xfrm>
            <a:off x="12765087" y="10684044"/>
            <a:ext cx="4951413"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9" name="Text Placeholder 4">
            <a:extLst>
              <a:ext uri="{FF2B5EF4-FFF2-40B4-BE49-F238E27FC236}">
                <a16:creationId xmlns:a16="http://schemas.microsoft.com/office/drawing/2014/main" id="{90B83096-6801-5A5E-6116-29C6E9656653}"/>
              </a:ext>
            </a:extLst>
          </p:cNvPr>
          <p:cNvSpPr txBox="1">
            <a:spLocks/>
          </p:cNvSpPr>
          <p:nvPr/>
        </p:nvSpPr>
        <p:spPr>
          <a:xfrm>
            <a:off x="12763500" y="10858503"/>
            <a:ext cx="4951413" cy="18161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lvl1pPr marL="0" marR="0" indent="0" algn="l" defTabSz="2438400" rtl="0" latinLnBrk="0">
              <a:lnSpc>
                <a:spcPct val="110000"/>
              </a:lnSpc>
              <a:spcBef>
                <a:spcPts val="0"/>
              </a:spcBef>
              <a:spcAft>
                <a:spcPts val="0"/>
              </a:spcAft>
              <a:buClrTx/>
              <a:buSzTx/>
              <a:buFontTx/>
              <a:buNone/>
              <a:tabLst/>
              <a:defRPr sz="2000" b="0" i="0" u="none" strike="noStrike" cap="none" spc="0" baseline="0">
                <a:solidFill>
                  <a:schemeClr val="tx1"/>
                </a:solidFill>
                <a:uFillTx/>
                <a:latin typeface="IBM Plex Sans" panose="020B0503050203000203" pitchFamily="34" charset="0"/>
                <a:ea typeface="+mj-ea"/>
                <a:cs typeface="+mj-cs"/>
                <a:sym typeface="IBM Plex Sans Light"/>
              </a:defRPr>
            </a:lvl1pPr>
            <a:lvl2pPr marL="444465" marR="0" indent="-446749" algn="l" defTabSz="2438400" rtl="0" latinLnBrk="0">
              <a:lnSpc>
                <a:spcPct val="110000"/>
              </a:lnSpc>
              <a:spcBef>
                <a:spcPts val="0"/>
              </a:spcBef>
              <a:spcAft>
                <a:spcPts val="0"/>
              </a:spcAft>
              <a:buClrTx/>
              <a:buSzPct val="100000"/>
              <a:buFontTx/>
              <a:buChar char="–"/>
              <a:tabLst/>
              <a:defRPr sz="2000" b="0" i="0" u="none" strike="noStrike" cap="none" spc="0" baseline="0">
                <a:solidFill>
                  <a:schemeClr val="tx1"/>
                </a:solidFill>
                <a:uFillTx/>
                <a:latin typeface="IBM Plex Sans" panose="020B0503050203000203" pitchFamily="34" charset="0"/>
                <a:ea typeface="+mj-ea"/>
                <a:cs typeface="+mj-cs"/>
                <a:sym typeface="IBM Plex Sans Light"/>
              </a:defRPr>
            </a:lvl2pPr>
            <a:lvl3pPr marL="615918" marR="0" indent="-446749" algn="l" defTabSz="2438400" rtl="0" latinLnBrk="0">
              <a:lnSpc>
                <a:spcPct val="110000"/>
              </a:lnSpc>
              <a:spcBef>
                <a:spcPts val="0"/>
              </a:spcBef>
              <a:spcAft>
                <a:spcPts val="0"/>
              </a:spcAft>
              <a:buClrTx/>
              <a:buSzPct val="100000"/>
              <a:buFontTx/>
              <a:buChar char="•"/>
              <a:tabLst/>
              <a:defRPr sz="2000" b="0" i="0" u="none" strike="noStrike" cap="none" spc="0" baseline="0">
                <a:solidFill>
                  <a:schemeClr val="tx1"/>
                </a:solidFill>
                <a:uFillTx/>
                <a:latin typeface="IBM Plex Sans" panose="020B0503050203000203" pitchFamily="34" charset="0"/>
                <a:ea typeface="+mj-ea"/>
                <a:cs typeface="+mj-cs"/>
                <a:sym typeface="IBM Plex Sans Light"/>
              </a:defRPr>
            </a:lvl3pPr>
            <a:lvl4pPr marL="901671" marR="0" indent="-446749" algn="l" defTabSz="2438400" rtl="0" latinLnBrk="0">
              <a:lnSpc>
                <a:spcPct val="110000"/>
              </a:lnSpc>
              <a:spcBef>
                <a:spcPts val="0"/>
              </a:spcBef>
              <a:spcAft>
                <a:spcPts val="0"/>
              </a:spcAft>
              <a:buClrTx/>
              <a:buSzPct val="100000"/>
              <a:buFontTx/>
              <a:buChar char="–"/>
              <a:tabLst/>
              <a:defRPr sz="2000" b="0" i="0" u="none" strike="noStrike" cap="none" spc="0" baseline="0">
                <a:solidFill>
                  <a:schemeClr val="tx1"/>
                </a:solidFill>
                <a:uFillTx/>
                <a:latin typeface="IBM Plex Sans" panose="020B0503050203000203" pitchFamily="34" charset="0"/>
                <a:ea typeface="+mj-ea"/>
                <a:cs typeface="+mj-cs"/>
                <a:sym typeface="IBM Plex Sans Light"/>
              </a:defRPr>
            </a:lvl4pPr>
            <a:lvl5pPr marL="1076298" marR="0" indent="-446749" algn="l" defTabSz="2438400" rtl="0" latinLnBrk="0">
              <a:lnSpc>
                <a:spcPct val="110000"/>
              </a:lnSpc>
              <a:spcBef>
                <a:spcPts val="0"/>
              </a:spcBef>
              <a:spcAft>
                <a:spcPts val="0"/>
              </a:spcAft>
              <a:buClrTx/>
              <a:buSzPct val="100000"/>
              <a:buFontTx/>
              <a:buChar char="»"/>
              <a:tabLst/>
              <a:defRPr sz="2000" b="0" i="0" u="none" strike="noStrike" cap="none" spc="0" baseline="0">
                <a:solidFill>
                  <a:schemeClr val="tx1"/>
                </a:solidFill>
                <a:uFillTx/>
                <a:latin typeface="IBM Plex Sans" panose="020B0503050203000203" pitchFamily="34" charset="0"/>
                <a:ea typeface="+mj-ea"/>
                <a:cs typeface="+mj-cs"/>
                <a:sym typeface="IBM Plex Sans Light"/>
              </a:defRPr>
            </a:lvl5pPr>
            <a:lvl6pPr marL="1843060"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pPr>
              <a:lnSpc>
                <a:spcPct val="100000"/>
              </a:lnSpc>
            </a:pPr>
            <a:r>
              <a:rPr lang="en-GB" sz="4400" kern="0" dirty="0">
                <a:solidFill>
                  <a:schemeClr val="accent1"/>
                </a:solidFill>
                <a:latin typeface="IBM Plex Sans Light" panose="020B0403050203000203" pitchFamily="34" charset="0"/>
              </a:rPr>
              <a:t>Top 100</a:t>
            </a:r>
          </a:p>
          <a:p>
            <a:r>
              <a:rPr lang="en-US" sz="2400" kern="0" dirty="0">
                <a:latin typeface="IBM Plex Sans Light" panose="020B0403050203000203" pitchFamily="34" charset="0"/>
                <a:cs typeface="IBM Plex Sans"/>
              </a:rPr>
              <a:t>Ranked internship program</a:t>
            </a:r>
          </a:p>
          <a:p>
            <a:endParaRPr lang="en-GB" sz="2800" kern="0" dirty="0">
              <a:latin typeface="IBM Plex Sans Light" panose="020B0403050203000203" pitchFamily="34" charset="0"/>
            </a:endParaRPr>
          </a:p>
          <a:p>
            <a:endParaRPr lang="en-RO" kern="0"/>
          </a:p>
        </p:txBody>
      </p:sp>
      <p:sp>
        <p:nvSpPr>
          <p:cNvPr id="7" name="Text Placeholder 6">
            <a:extLst>
              <a:ext uri="{FF2B5EF4-FFF2-40B4-BE49-F238E27FC236}">
                <a16:creationId xmlns:a16="http://schemas.microsoft.com/office/drawing/2014/main" id="{7D51A587-91D5-0E73-DA53-D6F7A1E20098}"/>
              </a:ext>
            </a:extLst>
          </p:cNvPr>
          <p:cNvSpPr>
            <a:spLocks noGrp="1"/>
          </p:cNvSpPr>
          <p:nvPr>
            <p:ph type="body" sz="quarter" idx="14"/>
          </p:nvPr>
        </p:nvSpPr>
        <p:spPr/>
        <p:txBody>
          <a:bodyPr/>
          <a:lstStyle/>
          <a:p>
            <a:r>
              <a:rPr lang="en-GB" dirty="0"/>
              <a:t>Accelerate business value</a:t>
            </a:r>
          </a:p>
          <a:p>
            <a:endParaRPr lang="en-GB" dirty="0"/>
          </a:p>
          <a:p>
            <a:r>
              <a:rPr lang="en-US" dirty="0"/>
              <a:t>Create value beyond TA efficiencies </a:t>
            </a:r>
            <a:br>
              <a:rPr lang="en-US" dirty="0"/>
            </a:br>
            <a:r>
              <a:rPr lang="en-US" dirty="0"/>
              <a:t>with a dynamic, data-driven solution.</a:t>
            </a:r>
            <a:endParaRPr lang="en-GB" dirty="0"/>
          </a:p>
          <a:p>
            <a:endParaRPr lang="en-GB" dirty="0"/>
          </a:p>
          <a:p>
            <a:endParaRPr lang="en-RO"/>
          </a:p>
          <a:p>
            <a:endParaRPr lang="en-RO"/>
          </a:p>
        </p:txBody>
      </p:sp>
      <p:cxnSp>
        <p:nvCxnSpPr>
          <p:cNvPr id="16" name="Straight Connector 15" descr="Horizontal row divider line">
            <a:extLst>
              <a:ext uri="{FF2B5EF4-FFF2-40B4-BE49-F238E27FC236}">
                <a16:creationId xmlns:a16="http://schemas.microsoft.com/office/drawing/2014/main" id="{96FD48B8-1DF5-58D6-16E1-D096B7C3E0E6}"/>
              </a:ext>
            </a:extLst>
          </p:cNvPr>
          <p:cNvCxnSpPr/>
          <p:nvPr/>
        </p:nvCxnSpPr>
        <p:spPr bwMode="auto">
          <a:xfrm>
            <a:off x="18859500" y="7619112"/>
            <a:ext cx="4951413"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20" name="Text Placeholder 4">
            <a:extLst>
              <a:ext uri="{FF2B5EF4-FFF2-40B4-BE49-F238E27FC236}">
                <a16:creationId xmlns:a16="http://schemas.microsoft.com/office/drawing/2014/main" id="{5E91DEDA-2407-91AB-75EF-599B6C77F644}"/>
              </a:ext>
            </a:extLst>
          </p:cNvPr>
          <p:cNvSpPr txBox="1">
            <a:spLocks/>
          </p:cNvSpPr>
          <p:nvPr/>
        </p:nvSpPr>
        <p:spPr>
          <a:xfrm>
            <a:off x="18859500" y="7822313"/>
            <a:ext cx="4951413" cy="18161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lvl1pPr marL="0" marR="0" indent="0" algn="l" defTabSz="2438400" rtl="0" latinLnBrk="0">
              <a:lnSpc>
                <a:spcPct val="110000"/>
              </a:lnSpc>
              <a:spcBef>
                <a:spcPts val="0"/>
              </a:spcBef>
              <a:spcAft>
                <a:spcPts val="0"/>
              </a:spcAft>
              <a:buClrTx/>
              <a:buSzTx/>
              <a:buFontTx/>
              <a:buNone/>
              <a:tabLst/>
              <a:defRPr sz="2000" b="0" i="0" u="none" strike="noStrike" cap="none" spc="0" baseline="0">
                <a:solidFill>
                  <a:schemeClr val="tx1"/>
                </a:solidFill>
                <a:uFillTx/>
                <a:latin typeface="IBM Plex Sans" panose="020B0503050203000203" pitchFamily="34" charset="0"/>
                <a:ea typeface="+mj-ea"/>
                <a:cs typeface="+mj-cs"/>
                <a:sym typeface="IBM Plex Sans Light"/>
              </a:defRPr>
            </a:lvl1pPr>
            <a:lvl2pPr marL="444465" marR="0" indent="-446749" algn="l" defTabSz="2438400" rtl="0" latinLnBrk="0">
              <a:lnSpc>
                <a:spcPct val="110000"/>
              </a:lnSpc>
              <a:spcBef>
                <a:spcPts val="0"/>
              </a:spcBef>
              <a:spcAft>
                <a:spcPts val="0"/>
              </a:spcAft>
              <a:buClrTx/>
              <a:buSzPct val="100000"/>
              <a:buFontTx/>
              <a:buChar char="–"/>
              <a:tabLst/>
              <a:defRPr sz="2000" b="0" i="0" u="none" strike="noStrike" cap="none" spc="0" baseline="0">
                <a:solidFill>
                  <a:schemeClr val="tx1"/>
                </a:solidFill>
                <a:uFillTx/>
                <a:latin typeface="IBM Plex Sans" panose="020B0503050203000203" pitchFamily="34" charset="0"/>
                <a:ea typeface="+mj-ea"/>
                <a:cs typeface="+mj-cs"/>
                <a:sym typeface="IBM Plex Sans Light"/>
              </a:defRPr>
            </a:lvl2pPr>
            <a:lvl3pPr marL="615918" marR="0" indent="-446749" algn="l" defTabSz="2438400" rtl="0" latinLnBrk="0">
              <a:lnSpc>
                <a:spcPct val="110000"/>
              </a:lnSpc>
              <a:spcBef>
                <a:spcPts val="0"/>
              </a:spcBef>
              <a:spcAft>
                <a:spcPts val="0"/>
              </a:spcAft>
              <a:buClrTx/>
              <a:buSzPct val="100000"/>
              <a:buFontTx/>
              <a:buChar char="•"/>
              <a:tabLst/>
              <a:defRPr sz="2000" b="0" i="0" u="none" strike="noStrike" cap="none" spc="0" baseline="0">
                <a:solidFill>
                  <a:schemeClr val="tx1"/>
                </a:solidFill>
                <a:uFillTx/>
                <a:latin typeface="IBM Plex Sans" panose="020B0503050203000203" pitchFamily="34" charset="0"/>
                <a:ea typeface="+mj-ea"/>
                <a:cs typeface="+mj-cs"/>
                <a:sym typeface="IBM Plex Sans Light"/>
              </a:defRPr>
            </a:lvl3pPr>
            <a:lvl4pPr marL="901671" marR="0" indent="-446749" algn="l" defTabSz="2438400" rtl="0" latinLnBrk="0">
              <a:lnSpc>
                <a:spcPct val="110000"/>
              </a:lnSpc>
              <a:spcBef>
                <a:spcPts val="0"/>
              </a:spcBef>
              <a:spcAft>
                <a:spcPts val="0"/>
              </a:spcAft>
              <a:buClrTx/>
              <a:buSzPct val="100000"/>
              <a:buFontTx/>
              <a:buChar char="–"/>
              <a:tabLst/>
              <a:defRPr sz="2000" b="0" i="0" u="none" strike="noStrike" cap="none" spc="0" baseline="0">
                <a:solidFill>
                  <a:schemeClr val="tx1"/>
                </a:solidFill>
                <a:uFillTx/>
                <a:latin typeface="IBM Plex Sans" panose="020B0503050203000203" pitchFamily="34" charset="0"/>
                <a:ea typeface="+mj-ea"/>
                <a:cs typeface="+mj-cs"/>
                <a:sym typeface="IBM Plex Sans Light"/>
              </a:defRPr>
            </a:lvl4pPr>
            <a:lvl5pPr marL="1076298" marR="0" indent="-446749" algn="l" defTabSz="2438400" rtl="0" latinLnBrk="0">
              <a:lnSpc>
                <a:spcPct val="110000"/>
              </a:lnSpc>
              <a:spcBef>
                <a:spcPts val="0"/>
              </a:spcBef>
              <a:spcAft>
                <a:spcPts val="0"/>
              </a:spcAft>
              <a:buClrTx/>
              <a:buSzPct val="100000"/>
              <a:buFontTx/>
              <a:buChar char="»"/>
              <a:tabLst/>
              <a:defRPr sz="2000" b="0" i="0" u="none" strike="noStrike" cap="none" spc="0" baseline="0">
                <a:solidFill>
                  <a:schemeClr val="tx1"/>
                </a:solidFill>
                <a:uFillTx/>
                <a:latin typeface="IBM Plex Sans" panose="020B0503050203000203" pitchFamily="34" charset="0"/>
                <a:ea typeface="+mj-ea"/>
                <a:cs typeface="+mj-cs"/>
                <a:sym typeface="IBM Plex Sans Light"/>
              </a:defRPr>
            </a:lvl5pPr>
            <a:lvl6pPr marL="1843060"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pPr>
              <a:lnSpc>
                <a:spcPct val="100000"/>
              </a:lnSpc>
            </a:pPr>
            <a:r>
              <a:rPr lang="en-GB" sz="4400" kern="0" dirty="0">
                <a:solidFill>
                  <a:schemeClr val="accent1"/>
                </a:solidFill>
                <a:latin typeface="IBM Plex Sans Light" panose="020B0403050203000203" pitchFamily="34" charset="0"/>
              </a:rPr>
              <a:t>↑83%</a:t>
            </a:r>
          </a:p>
          <a:p>
            <a:pPr>
              <a:lnSpc>
                <a:spcPct val="90000"/>
              </a:lnSpc>
            </a:pPr>
            <a:r>
              <a:rPr lang="en-US" sz="2400" kern="0" dirty="0">
                <a:latin typeface="IBM Plex Sans Light" panose="020B0403050203000203" pitchFamily="34" charset="0"/>
                <a:cs typeface="IBM Plex Sans"/>
              </a:rPr>
              <a:t>Employee perception</a:t>
            </a:r>
          </a:p>
          <a:p>
            <a:endParaRPr lang="en-GB" sz="2800" kern="0" dirty="0">
              <a:latin typeface="IBM Plex Sans Light" panose="020B0403050203000203" pitchFamily="34" charset="0"/>
            </a:endParaRPr>
          </a:p>
          <a:p>
            <a:endParaRPr lang="en-RO" kern="0"/>
          </a:p>
        </p:txBody>
      </p:sp>
      <p:cxnSp>
        <p:nvCxnSpPr>
          <p:cNvPr id="17" name="Straight Connector 16" descr="Horizontal row divider line">
            <a:extLst>
              <a:ext uri="{FF2B5EF4-FFF2-40B4-BE49-F238E27FC236}">
                <a16:creationId xmlns:a16="http://schemas.microsoft.com/office/drawing/2014/main" id="{E6ECFD50-6BB4-7374-05EA-CBD43FE03C17}"/>
              </a:ext>
            </a:extLst>
          </p:cNvPr>
          <p:cNvCxnSpPr/>
          <p:nvPr/>
        </p:nvCxnSpPr>
        <p:spPr bwMode="auto">
          <a:xfrm>
            <a:off x="18867437" y="10684044"/>
            <a:ext cx="4951413"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21" name="Text Placeholder 4">
            <a:extLst>
              <a:ext uri="{FF2B5EF4-FFF2-40B4-BE49-F238E27FC236}">
                <a16:creationId xmlns:a16="http://schemas.microsoft.com/office/drawing/2014/main" id="{D537F707-2A07-D3BE-6EF3-4368113C8A02}"/>
              </a:ext>
            </a:extLst>
          </p:cNvPr>
          <p:cNvSpPr txBox="1">
            <a:spLocks/>
          </p:cNvSpPr>
          <p:nvPr/>
        </p:nvSpPr>
        <p:spPr>
          <a:xfrm>
            <a:off x="18859500" y="10858503"/>
            <a:ext cx="4951413" cy="18161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lvl1pPr marL="0" marR="0" indent="0" algn="l" defTabSz="2438400" rtl="0" latinLnBrk="0">
              <a:lnSpc>
                <a:spcPct val="110000"/>
              </a:lnSpc>
              <a:spcBef>
                <a:spcPts val="0"/>
              </a:spcBef>
              <a:spcAft>
                <a:spcPts val="0"/>
              </a:spcAft>
              <a:buClrTx/>
              <a:buSzTx/>
              <a:buFontTx/>
              <a:buNone/>
              <a:tabLst/>
              <a:defRPr sz="2000" b="0" i="0" u="none" strike="noStrike" cap="none" spc="0" baseline="0">
                <a:solidFill>
                  <a:schemeClr val="tx1"/>
                </a:solidFill>
                <a:uFillTx/>
                <a:latin typeface="IBM Plex Sans" panose="020B0503050203000203" pitchFamily="34" charset="0"/>
                <a:ea typeface="+mj-ea"/>
                <a:cs typeface="+mj-cs"/>
                <a:sym typeface="IBM Plex Sans Light"/>
              </a:defRPr>
            </a:lvl1pPr>
            <a:lvl2pPr marL="444465" marR="0" indent="-446749" algn="l" defTabSz="2438400" rtl="0" latinLnBrk="0">
              <a:lnSpc>
                <a:spcPct val="110000"/>
              </a:lnSpc>
              <a:spcBef>
                <a:spcPts val="0"/>
              </a:spcBef>
              <a:spcAft>
                <a:spcPts val="0"/>
              </a:spcAft>
              <a:buClrTx/>
              <a:buSzPct val="100000"/>
              <a:buFontTx/>
              <a:buChar char="–"/>
              <a:tabLst/>
              <a:defRPr sz="2000" b="0" i="0" u="none" strike="noStrike" cap="none" spc="0" baseline="0">
                <a:solidFill>
                  <a:schemeClr val="tx1"/>
                </a:solidFill>
                <a:uFillTx/>
                <a:latin typeface="IBM Plex Sans" panose="020B0503050203000203" pitchFamily="34" charset="0"/>
                <a:ea typeface="+mj-ea"/>
                <a:cs typeface="+mj-cs"/>
                <a:sym typeface="IBM Plex Sans Light"/>
              </a:defRPr>
            </a:lvl2pPr>
            <a:lvl3pPr marL="615918" marR="0" indent="-446749" algn="l" defTabSz="2438400" rtl="0" latinLnBrk="0">
              <a:lnSpc>
                <a:spcPct val="110000"/>
              </a:lnSpc>
              <a:spcBef>
                <a:spcPts val="0"/>
              </a:spcBef>
              <a:spcAft>
                <a:spcPts val="0"/>
              </a:spcAft>
              <a:buClrTx/>
              <a:buSzPct val="100000"/>
              <a:buFontTx/>
              <a:buChar char="•"/>
              <a:tabLst/>
              <a:defRPr sz="2000" b="0" i="0" u="none" strike="noStrike" cap="none" spc="0" baseline="0">
                <a:solidFill>
                  <a:schemeClr val="tx1"/>
                </a:solidFill>
                <a:uFillTx/>
                <a:latin typeface="IBM Plex Sans" panose="020B0503050203000203" pitchFamily="34" charset="0"/>
                <a:ea typeface="+mj-ea"/>
                <a:cs typeface="+mj-cs"/>
                <a:sym typeface="IBM Plex Sans Light"/>
              </a:defRPr>
            </a:lvl3pPr>
            <a:lvl4pPr marL="901671" marR="0" indent="-446749" algn="l" defTabSz="2438400" rtl="0" latinLnBrk="0">
              <a:lnSpc>
                <a:spcPct val="110000"/>
              </a:lnSpc>
              <a:spcBef>
                <a:spcPts val="0"/>
              </a:spcBef>
              <a:spcAft>
                <a:spcPts val="0"/>
              </a:spcAft>
              <a:buClrTx/>
              <a:buSzPct val="100000"/>
              <a:buFontTx/>
              <a:buChar char="–"/>
              <a:tabLst/>
              <a:defRPr sz="2000" b="0" i="0" u="none" strike="noStrike" cap="none" spc="0" baseline="0">
                <a:solidFill>
                  <a:schemeClr val="tx1"/>
                </a:solidFill>
                <a:uFillTx/>
                <a:latin typeface="IBM Plex Sans" panose="020B0503050203000203" pitchFamily="34" charset="0"/>
                <a:ea typeface="+mj-ea"/>
                <a:cs typeface="+mj-cs"/>
                <a:sym typeface="IBM Plex Sans Light"/>
              </a:defRPr>
            </a:lvl4pPr>
            <a:lvl5pPr marL="1076298" marR="0" indent="-446749" algn="l" defTabSz="2438400" rtl="0" latinLnBrk="0">
              <a:lnSpc>
                <a:spcPct val="110000"/>
              </a:lnSpc>
              <a:spcBef>
                <a:spcPts val="0"/>
              </a:spcBef>
              <a:spcAft>
                <a:spcPts val="0"/>
              </a:spcAft>
              <a:buClrTx/>
              <a:buSzPct val="100000"/>
              <a:buFontTx/>
              <a:buChar char="»"/>
              <a:tabLst/>
              <a:defRPr sz="2000" b="0" i="0" u="none" strike="noStrike" cap="none" spc="0" baseline="0">
                <a:solidFill>
                  <a:schemeClr val="tx1"/>
                </a:solidFill>
                <a:uFillTx/>
                <a:latin typeface="IBM Plex Sans" panose="020B0503050203000203" pitchFamily="34" charset="0"/>
                <a:ea typeface="+mj-ea"/>
                <a:cs typeface="+mj-cs"/>
                <a:sym typeface="IBM Plex Sans Light"/>
              </a:defRPr>
            </a:lvl5pPr>
            <a:lvl6pPr marL="1843060"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pPr>
              <a:lnSpc>
                <a:spcPct val="100000"/>
              </a:lnSpc>
            </a:pPr>
            <a:r>
              <a:rPr lang="en-GB" sz="4400" kern="0" dirty="0">
                <a:solidFill>
                  <a:schemeClr val="accent1"/>
                </a:solidFill>
                <a:latin typeface="IBM Plex Sans Light" panose="020B0403050203000203" pitchFamily="34" charset="0"/>
              </a:rPr>
              <a:t>↓51%</a:t>
            </a:r>
          </a:p>
          <a:p>
            <a:r>
              <a:rPr lang="en-US" sz="2400" kern="0" dirty="0">
                <a:latin typeface="IBM Plex Sans Light" panose="020B0403050203000203" pitchFamily="34" charset="0"/>
                <a:cs typeface="IBM Plex Sans"/>
              </a:rPr>
              <a:t>Total HR spend in</a:t>
            </a:r>
          </a:p>
          <a:p>
            <a:r>
              <a:rPr lang="en-US" sz="2400" kern="0" dirty="0">
                <a:latin typeface="IBM Plex Sans Light" panose="020B0403050203000203" pitchFamily="34" charset="0"/>
                <a:cs typeface="IBM Plex Sans"/>
              </a:rPr>
              <a:t>less than five years</a:t>
            </a:r>
          </a:p>
          <a:p>
            <a:endParaRPr lang="en-GB" sz="2800" kern="0" dirty="0">
              <a:latin typeface="IBM Plex Sans Light" panose="020B0403050203000203" pitchFamily="34" charset="0"/>
            </a:endParaRPr>
          </a:p>
          <a:p>
            <a:endParaRPr lang="en-RO" kern="0"/>
          </a:p>
        </p:txBody>
      </p:sp>
      <p:sp>
        <p:nvSpPr>
          <p:cNvPr id="24" name="Footer Placeholder 23">
            <a:extLst>
              <a:ext uri="{FF2B5EF4-FFF2-40B4-BE49-F238E27FC236}">
                <a16:creationId xmlns:a16="http://schemas.microsoft.com/office/drawing/2014/main" id="{C42605C3-0601-6EE3-B9E8-93DB2AE1C65E}"/>
              </a:ext>
            </a:extLst>
          </p:cNvPr>
          <p:cNvSpPr>
            <a:spLocks noGrp="1"/>
          </p:cNvSpPr>
          <p:nvPr>
            <p:ph type="ftr" sz="quarter" idx="18"/>
          </p:nvPr>
        </p:nvSpPr>
        <p:spPr/>
        <p:txBody>
          <a:bodyPr/>
          <a:lstStyle/>
          <a:p>
            <a:r>
              <a:rPr lang="en-US" dirty="0"/>
              <a:t>Footer</a:t>
            </a:r>
          </a:p>
        </p:txBody>
      </p:sp>
      <p:sp>
        <p:nvSpPr>
          <p:cNvPr id="25" name="Slide Number Placeholder 24">
            <a:extLst>
              <a:ext uri="{FF2B5EF4-FFF2-40B4-BE49-F238E27FC236}">
                <a16:creationId xmlns:a16="http://schemas.microsoft.com/office/drawing/2014/main" id="{A9C8A665-B1C8-6695-895B-D0DF23CF4779}"/>
              </a:ext>
            </a:extLst>
          </p:cNvPr>
          <p:cNvSpPr>
            <a:spLocks noGrp="1"/>
          </p:cNvSpPr>
          <p:nvPr>
            <p:ph type="sldNum" sz="quarter" idx="4"/>
          </p:nvPr>
        </p:nvSpPr>
        <p:spPr/>
        <p:txBody>
          <a:bodyPr/>
          <a:lstStyle/>
          <a:p>
            <a:fld id="{86CB4B4D-7CA3-9044-876B-883B54F8677D}" type="slidenum">
              <a:rPr lang="en-US" smtClean="0"/>
              <a:pPr/>
              <a:t>29</a:t>
            </a:fld>
            <a:endParaRPr lang="en-US" dirty="0"/>
          </a:p>
        </p:txBody>
      </p:sp>
    </p:spTree>
    <p:extLst>
      <p:ext uri="{BB962C8B-B14F-4D97-AF65-F5344CB8AC3E}">
        <p14:creationId xmlns:p14="http://schemas.microsoft.com/office/powerpoint/2010/main" val="2860914968"/>
      </p:ext>
    </p:extLst>
  </p:cSld>
  <p:clrMapOvr>
    <a:masterClrMapping/>
  </p:clrMapOvr>
  <p:transition spd="me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descr="Vertical quarter slide background in blue 10">
            <a:extLst>
              <a:ext uri="{FF2B5EF4-FFF2-40B4-BE49-F238E27FC236}">
                <a16:creationId xmlns:a16="http://schemas.microsoft.com/office/drawing/2014/main" id="{F098974E-190A-CA73-21DB-6F214AEF50E0}"/>
              </a:ext>
            </a:extLst>
          </p:cNvPr>
          <p:cNvSpPr/>
          <p:nvPr/>
        </p:nvSpPr>
        <p:spPr bwMode="auto">
          <a:xfrm>
            <a:off x="-3175" y="0"/>
            <a:ext cx="6096000" cy="13716000"/>
          </a:xfrm>
          <a:prstGeom prst="rect">
            <a:avLst/>
          </a:prstGeom>
          <a:solidFill>
            <a:srgbClr val="E5F6FF"/>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dirty="0">
              <a:ln>
                <a:noFill/>
              </a:ln>
              <a:solidFill>
                <a:schemeClr val="bg1"/>
              </a:solidFill>
              <a:effectLst/>
              <a:latin typeface="+mn-lt"/>
            </a:endParaRPr>
          </a:p>
        </p:txBody>
      </p:sp>
      <p:sp>
        <p:nvSpPr>
          <p:cNvPr id="2" name="Title 1">
            <a:extLst>
              <a:ext uri="{FF2B5EF4-FFF2-40B4-BE49-F238E27FC236}">
                <a16:creationId xmlns:a16="http://schemas.microsoft.com/office/drawing/2014/main" id="{58555A89-31D3-C769-71AD-38E9ADC2B454}"/>
              </a:ext>
            </a:extLst>
          </p:cNvPr>
          <p:cNvSpPr>
            <a:spLocks noGrp="1"/>
          </p:cNvSpPr>
          <p:nvPr>
            <p:ph type="title"/>
          </p:nvPr>
        </p:nvSpPr>
        <p:spPr/>
        <p:txBody>
          <a:bodyPr/>
          <a:lstStyle/>
          <a:p>
            <a:pPr>
              <a:lnSpc>
                <a:spcPct val="100000"/>
              </a:lnSpc>
            </a:pPr>
            <a:r>
              <a:rPr lang="en-US" dirty="0"/>
              <a:t>Partners are </a:t>
            </a:r>
            <a:br>
              <a:rPr lang="en-US" dirty="0"/>
            </a:br>
            <a:r>
              <a:rPr lang="en-US" dirty="0"/>
              <a:t>a company’s </a:t>
            </a:r>
            <a:br>
              <a:rPr lang="en-US" dirty="0"/>
            </a:br>
            <a:r>
              <a:rPr lang="en-US" dirty="0"/>
              <a:t>growth engine</a:t>
            </a:r>
          </a:p>
        </p:txBody>
      </p:sp>
      <p:sp>
        <p:nvSpPr>
          <p:cNvPr id="13" name="Text Placeholder 12">
            <a:extLst>
              <a:ext uri="{FF2B5EF4-FFF2-40B4-BE49-F238E27FC236}">
                <a16:creationId xmlns:a16="http://schemas.microsoft.com/office/drawing/2014/main" id="{BB357DD0-FDB0-CCED-32E8-E0924BB0A2BC}"/>
              </a:ext>
            </a:extLst>
          </p:cNvPr>
          <p:cNvSpPr>
            <a:spLocks noGrp="1"/>
          </p:cNvSpPr>
          <p:nvPr>
            <p:ph type="body" sz="quarter" idx="15"/>
          </p:nvPr>
        </p:nvSpPr>
        <p:spPr>
          <a:xfrm>
            <a:off x="6667500" y="384048"/>
            <a:ext cx="4951413" cy="1907912"/>
          </a:xfrm>
        </p:spPr>
        <p:txBody>
          <a:bodyPr/>
          <a:lstStyle/>
          <a:p>
            <a:r>
              <a:rPr lang="en-RO"/>
              <a:t>78%</a:t>
            </a:r>
          </a:p>
        </p:txBody>
      </p:sp>
      <p:sp>
        <p:nvSpPr>
          <p:cNvPr id="5" name="Text Placeholder 4">
            <a:extLst>
              <a:ext uri="{FF2B5EF4-FFF2-40B4-BE49-F238E27FC236}">
                <a16:creationId xmlns:a16="http://schemas.microsoft.com/office/drawing/2014/main" id="{ABEDDAEE-83D4-50B8-009C-413051110802}"/>
              </a:ext>
            </a:extLst>
          </p:cNvPr>
          <p:cNvSpPr>
            <a:spLocks noGrp="1"/>
          </p:cNvSpPr>
          <p:nvPr>
            <p:ph type="body" sz="quarter" idx="12"/>
          </p:nvPr>
        </p:nvSpPr>
        <p:spPr/>
        <p:txBody>
          <a:bodyPr/>
          <a:lstStyle/>
          <a:p>
            <a:pPr>
              <a:lnSpc>
                <a:spcPct val="100000"/>
              </a:lnSpc>
            </a:pPr>
            <a:r>
              <a:rPr lang="en-US" dirty="0">
                <a:solidFill>
                  <a:schemeClr val="tx2"/>
                </a:solidFill>
              </a:rPr>
              <a:t>plan to increase their </a:t>
            </a:r>
            <a:br>
              <a:rPr lang="en-US" dirty="0">
                <a:solidFill>
                  <a:schemeClr val="tx2"/>
                </a:solidFill>
              </a:rPr>
            </a:br>
            <a:r>
              <a:rPr lang="en-US" dirty="0">
                <a:solidFill>
                  <a:schemeClr val="tx2"/>
                </a:solidFill>
              </a:rPr>
              <a:t>channel spending </a:t>
            </a:r>
          </a:p>
          <a:p>
            <a:pPr>
              <a:lnSpc>
                <a:spcPct val="100000"/>
              </a:lnSpc>
            </a:pPr>
            <a:endParaRPr lang="en-RO"/>
          </a:p>
        </p:txBody>
      </p:sp>
      <p:sp>
        <p:nvSpPr>
          <p:cNvPr id="14" name="Text Placeholder 13">
            <a:extLst>
              <a:ext uri="{FF2B5EF4-FFF2-40B4-BE49-F238E27FC236}">
                <a16:creationId xmlns:a16="http://schemas.microsoft.com/office/drawing/2014/main" id="{49A7F04A-DCA4-637D-F2AA-0E2357F34E85}"/>
              </a:ext>
            </a:extLst>
          </p:cNvPr>
          <p:cNvSpPr>
            <a:spLocks noGrp="1"/>
          </p:cNvSpPr>
          <p:nvPr>
            <p:ph type="body" sz="quarter" idx="16"/>
          </p:nvPr>
        </p:nvSpPr>
        <p:spPr>
          <a:xfrm>
            <a:off x="12768263" y="384048"/>
            <a:ext cx="4949825" cy="1906588"/>
          </a:xfrm>
        </p:spPr>
        <p:txBody>
          <a:bodyPr/>
          <a:lstStyle/>
          <a:p>
            <a:r>
              <a:rPr lang="en-RO"/>
              <a:t>62%</a:t>
            </a:r>
          </a:p>
        </p:txBody>
      </p:sp>
      <p:sp>
        <p:nvSpPr>
          <p:cNvPr id="11" name="Text Placeholder 10">
            <a:extLst>
              <a:ext uri="{FF2B5EF4-FFF2-40B4-BE49-F238E27FC236}">
                <a16:creationId xmlns:a16="http://schemas.microsoft.com/office/drawing/2014/main" id="{FBC1CD9D-574F-6890-F5ED-79FDB8206AB8}"/>
              </a:ext>
            </a:extLst>
          </p:cNvPr>
          <p:cNvSpPr>
            <a:spLocks noGrp="1"/>
          </p:cNvSpPr>
          <p:nvPr>
            <p:ph type="body" sz="quarter" idx="13"/>
          </p:nvPr>
        </p:nvSpPr>
        <p:spPr/>
        <p:txBody>
          <a:bodyPr/>
          <a:lstStyle/>
          <a:p>
            <a:pPr>
              <a:lnSpc>
                <a:spcPct val="100000"/>
              </a:lnSpc>
            </a:pPr>
            <a:r>
              <a:rPr lang="en-US" dirty="0"/>
              <a:t>are overhauling their </a:t>
            </a:r>
            <a:br>
              <a:rPr lang="en-US" dirty="0"/>
            </a:br>
            <a:r>
              <a:rPr lang="en-US" dirty="0"/>
              <a:t>channel sales strategy</a:t>
            </a:r>
          </a:p>
          <a:p>
            <a:pPr>
              <a:lnSpc>
                <a:spcPct val="100000"/>
              </a:lnSpc>
            </a:pPr>
            <a:endParaRPr lang="en-RO"/>
          </a:p>
        </p:txBody>
      </p:sp>
      <p:sp>
        <p:nvSpPr>
          <p:cNvPr id="15" name="Text Placeholder 14">
            <a:extLst>
              <a:ext uri="{FF2B5EF4-FFF2-40B4-BE49-F238E27FC236}">
                <a16:creationId xmlns:a16="http://schemas.microsoft.com/office/drawing/2014/main" id="{1068AF31-193E-3ADD-5B82-BECB93543701}"/>
              </a:ext>
            </a:extLst>
          </p:cNvPr>
          <p:cNvSpPr>
            <a:spLocks noGrp="1"/>
          </p:cNvSpPr>
          <p:nvPr>
            <p:ph type="body" sz="quarter" idx="17"/>
          </p:nvPr>
        </p:nvSpPr>
        <p:spPr>
          <a:xfrm>
            <a:off x="18859500" y="384048"/>
            <a:ext cx="4949825" cy="1903413"/>
          </a:xfrm>
        </p:spPr>
        <p:txBody>
          <a:bodyPr/>
          <a:lstStyle/>
          <a:p>
            <a:r>
              <a:rPr lang="en-RO"/>
              <a:t>70%</a:t>
            </a:r>
          </a:p>
        </p:txBody>
      </p:sp>
      <p:sp>
        <p:nvSpPr>
          <p:cNvPr id="12" name="Text Placeholder 11">
            <a:extLst>
              <a:ext uri="{FF2B5EF4-FFF2-40B4-BE49-F238E27FC236}">
                <a16:creationId xmlns:a16="http://schemas.microsoft.com/office/drawing/2014/main" id="{F08727F6-F003-25F9-6EDB-422D0A6969C1}"/>
              </a:ext>
            </a:extLst>
          </p:cNvPr>
          <p:cNvSpPr>
            <a:spLocks noGrp="1"/>
          </p:cNvSpPr>
          <p:nvPr>
            <p:ph type="body" sz="quarter" idx="14"/>
          </p:nvPr>
        </p:nvSpPr>
        <p:spPr/>
        <p:txBody>
          <a:bodyPr/>
          <a:lstStyle/>
          <a:p>
            <a:pPr>
              <a:lnSpc>
                <a:spcPct val="100000"/>
              </a:lnSpc>
            </a:pPr>
            <a:r>
              <a:rPr lang="en-US" dirty="0"/>
              <a:t>plan to grow </a:t>
            </a:r>
            <a:br>
              <a:rPr lang="en-US" dirty="0"/>
            </a:br>
            <a:r>
              <a:rPr lang="en-US" dirty="0"/>
              <a:t>their programs</a:t>
            </a:r>
          </a:p>
          <a:p>
            <a:pPr>
              <a:lnSpc>
                <a:spcPct val="100000"/>
              </a:lnSpc>
            </a:pPr>
            <a:endParaRPr lang="en-RO"/>
          </a:p>
        </p:txBody>
      </p:sp>
      <p:sp>
        <p:nvSpPr>
          <p:cNvPr id="4" name="Text Placeholder 3">
            <a:extLst>
              <a:ext uri="{FF2B5EF4-FFF2-40B4-BE49-F238E27FC236}">
                <a16:creationId xmlns:a16="http://schemas.microsoft.com/office/drawing/2014/main" id="{859DFA19-9874-DB82-D1B4-B04CC9419993}"/>
              </a:ext>
            </a:extLst>
          </p:cNvPr>
          <p:cNvSpPr>
            <a:spLocks noGrp="1"/>
          </p:cNvSpPr>
          <p:nvPr>
            <p:ph type="body" sz="quarter" idx="11"/>
          </p:nvPr>
        </p:nvSpPr>
        <p:spPr/>
        <p:txBody>
          <a:bodyPr/>
          <a:lstStyle/>
          <a:p>
            <a:r>
              <a:rPr lang="en-GB" dirty="0"/>
              <a:t>Source: </a:t>
            </a:r>
            <a:r>
              <a:rPr lang="en-GB" dirty="0" err="1"/>
              <a:t>Channelonomics</a:t>
            </a:r>
            <a:r>
              <a:rPr lang="en-GB" dirty="0"/>
              <a:t> 2027</a:t>
            </a:r>
            <a:br>
              <a:rPr lang="en-GB" dirty="0"/>
            </a:br>
            <a:r>
              <a:rPr lang="en-GB" dirty="0"/>
              <a:t>Channel Chief Outlook Report</a:t>
            </a:r>
          </a:p>
        </p:txBody>
      </p:sp>
      <p:sp>
        <p:nvSpPr>
          <p:cNvPr id="3" name="Footer Placeholder 2">
            <a:extLst>
              <a:ext uri="{FF2B5EF4-FFF2-40B4-BE49-F238E27FC236}">
                <a16:creationId xmlns:a16="http://schemas.microsoft.com/office/drawing/2014/main" id="{8B588F6F-C66C-FFF6-F027-434CCBD37F22}"/>
              </a:ext>
            </a:extLst>
          </p:cNvPr>
          <p:cNvSpPr>
            <a:spLocks noGrp="1"/>
          </p:cNvSpPr>
          <p:nvPr>
            <p:ph type="ftr" sz="quarter" idx="18"/>
          </p:nvPr>
        </p:nvSpPr>
        <p:spPr>
          <a:xfrm>
            <a:off x="568323" y="12705347"/>
            <a:ext cx="5399339" cy="479888"/>
          </a:xfrm>
        </p:spPr>
        <p:txBody>
          <a:bodyPr/>
          <a:lstStyle/>
          <a:p>
            <a:r>
              <a:rPr lang="en-US" dirty="0"/>
              <a:t>Footer</a:t>
            </a:r>
          </a:p>
        </p:txBody>
      </p:sp>
      <p:sp>
        <p:nvSpPr>
          <p:cNvPr id="10" name="Slide Number Placeholder 9">
            <a:extLst>
              <a:ext uri="{FF2B5EF4-FFF2-40B4-BE49-F238E27FC236}">
                <a16:creationId xmlns:a16="http://schemas.microsoft.com/office/drawing/2014/main" id="{80095684-6AE8-8D1A-6DC3-1C8856C3AE72}"/>
              </a:ext>
            </a:extLst>
          </p:cNvPr>
          <p:cNvSpPr>
            <a:spLocks noGrp="1"/>
          </p:cNvSpPr>
          <p:nvPr>
            <p:ph type="sldNum" sz="quarter" idx="4"/>
          </p:nvPr>
        </p:nvSpPr>
        <p:spPr/>
        <p:txBody>
          <a:bodyPr/>
          <a:lstStyle/>
          <a:p>
            <a:fld id="{86CB4B4D-7CA3-9044-876B-883B54F8677D}" type="slidenum">
              <a:rPr lang="en-US" smtClean="0"/>
              <a:pPr/>
              <a:t>30</a:t>
            </a:fld>
            <a:endParaRPr lang="en-US" dirty="0"/>
          </a:p>
        </p:txBody>
      </p:sp>
    </p:spTree>
    <p:extLst>
      <p:ext uri="{BB962C8B-B14F-4D97-AF65-F5344CB8AC3E}">
        <p14:creationId xmlns:p14="http://schemas.microsoft.com/office/powerpoint/2010/main" val="2469669470"/>
      </p:ext>
    </p:extLst>
  </p:cSld>
  <p:clrMapOvr>
    <a:masterClrMapping/>
  </p:clrMapOvr>
  <p:transition spd="me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62C6EF-4994-3BD2-4D37-26B13DD1C1F3}"/>
              </a:ext>
            </a:extLst>
          </p:cNvPr>
          <p:cNvSpPr>
            <a:spLocks noGrp="1"/>
          </p:cNvSpPr>
          <p:nvPr>
            <p:ph type="title"/>
          </p:nvPr>
        </p:nvSpPr>
        <p:spPr/>
        <p:txBody>
          <a:bodyPr/>
          <a:lstStyle/>
          <a:p>
            <a:r>
              <a:rPr lang="en-US" sz="3600" dirty="0">
                <a:latin typeface="+mn-lt"/>
              </a:rPr>
              <a:t>IBM Expertise with </a:t>
            </a:r>
            <a:br>
              <a:rPr lang="en-US" sz="3600" dirty="0">
                <a:latin typeface="+mn-lt"/>
              </a:rPr>
            </a:br>
            <a:r>
              <a:rPr lang="en-US" sz="3600" dirty="0">
                <a:latin typeface="+mn-lt"/>
              </a:rPr>
              <a:t>Cloud HCM and Taleo</a:t>
            </a:r>
            <a:br>
              <a:rPr lang="en-US" sz="3600" dirty="0">
                <a:latin typeface="+mn-lt"/>
              </a:rPr>
            </a:br>
            <a:endParaRPr lang="en-US" sz="3600" dirty="0">
              <a:latin typeface="+mn-lt"/>
            </a:endParaRPr>
          </a:p>
        </p:txBody>
      </p:sp>
      <p:sp>
        <p:nvSpPr>
          <p:cNvPr id="3" name="Text Placeholder 2">
            <a:extLst>
              <a:ext uri="{FF2B5EF4-FFF2-40B4-BE49-F238E27FC236}">
                <a16:creationId xmlns:a16="http://schemas.microsoft.com/office/drawing/2014/main" id="{9E2865AD-D1DA-93EE-548F-D368FB940EB4}"/>
              </a:ext>
            </a:extLst>
          </p:cNvPr>
          <p:cNvSpPr>
            <a:spLocks noGrp="1"/>
          </p:cNvSpPr>
          <p:nvPr>
            <p:ph type="body" sz="quarter" idx="11"/>
          </p:nvPr>
        </p:nvSpPr>
        <p:spPr/>
        <p:txBody>
          <a:bodyPr/>
          <a:lstStyle/>
          <a:p>
            <a:r>
              <a:rPr lang="en-US" sz="2800" dirty="0"/>
              <a:t>IBM has more than 950 Oracle HR consultants who hold 800+ Oracle Cloud HCM and Oracle Taleo certifications. </a:t>
            </a:r>
          </a:p>
          <a:p>
            <a:endParaRPr lang="en-US" sz="2800" dirty="0"/>
          </a:p>
          <a:p>
            <a:pPr>
              <a:spcBef>
                <a:spcPts val="0"/>
              </a:spcBef>
            </a:pPr>
            <a:r>
              <a:rPr lang="en-US" sz="2800" dirty="0"/>
              <a:t>We are a preferred BPO Partner for HCM and Payroll </a:t>
            </a:r>
          </a:p>
          <a:p>
            <a:pPr>
              <a:spcBef>
                <a:spcPts val="0"/>
              </a:spcBef>
            </a:pPr>
            <a:r>
              <a:rPr lang="en-US" sz="2800" dirty="0"/>
              <a:t>on the Oracle Cloud platform, and a Cloud Excellence Implementer (CEI) approved for several Oracle Cloud HCM and Taleo modules. </a:t>
            </a:r>
          </a:p>
          <a:p>
            <a:endParaRPr lang="en-US" sz="2800" dirty="0"/>
          </a:p>
        </p:txBody>
      </p:sp>
      <p:sp>
        <p:nvSpPr>
          <p:cNvPr id="10" name="Text Placeholder 1">
            <a:extLst>
              <a:ext uri="{FF2B5EF4-FFF2-40B4-BE49-F238E27FC236}">
                <a16:creationId xmlns:a16="http://schemas.microsoft.com/office/drawing/2014/main" id="{737C047D-2090-4CF0-1965-62CBAA184207}"/>
              </a:ext>
            </a:extLst>
          </p:cNvPr>
          <p:cNvSpPr txBox="1">
            <a:spLocks/>
          </p:cNvSpPr>
          <p:nvPr/>
        </p:nvSpPr>
        <p:spPr>
          <a:xfrm>
            <a:off x="6667500" y="384048"/>
            <a:ext cx="2342197" cy="95249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lvl1pPr marL="0" marR="0" indent="0" algn="l" defTabSz="2438400" rtl="0" latinLnBrk="0">
              <a:lnSpc>
                <a:spcPct val="100000"/>
              </a:lnSpc>
              <a:spcBef>
                <a:spcPts val="0"/>
              </a:spcBef>
              <a:spcAft>
                <a:spcPts val="0"/>
              </a:spcAft>
              <a:buClrTx/>
              <a:buSzTx/>
              <a:buFontTx/>
              <a:buNone/>
              <a:tabLst/>
              <a:defRPr sz="6400" b="0" i="0" u="none" strike="noStrike" cap="none" spc="0" baseline="0">
                <a:solidFill>
                  <a:schemeClr val="tx1"/>
                </a:solidFill>
                <a:uFillTx/>
                <a:latin typeface="+mj-lt"/>
                <a:ea typeface="+mj-ea"/>
                <a:cs typeface="+mj-cs"/>
                <a:sym typeface="IBM Plex Sans Light"/>
              </a:defRPr>
            </a:lvl1pPr>
            <a:lvl2pPr marL="444465" marR="0" indent="-446749" algn="l" defTabSz="2438400" rtl="0" latinLnBrk="0">
              <a:lnSpc>
                <a:spcPct val="110000"/>
              </a:lnSpc>
              <a:spcBef>
                <a:spcPts val="0"/>
              </a:spcBef>
              <a:spcAft>
                <a:spcPts val="0"/>
              </a:spcAft>
              <a:buClrTx/>
              <a:buSzPct val="100000"/>
              <a:buFontTx/>
              <a:buChar char="–"/>
              <a:tabLst/>
              <a:defRPr sz="2800" b="0" i="0" u="none" strike="noStrike" cap="none" spc="0" baseline="0">
                <a:solidFill>
                  <a:srgbClr val="000000"/>
                </a:solidFill>
                <a:uFillTx/>
                <a:latin typeface="+mj-lt"/>
                <a:ea typeface="+mj-ea"/>
                <a:cs typeface="+mj-cs"/>
                <a:sym typeface="IBM Plex Sans Light"/>
              </a:defRPr>
            </a:lvl2pPr>
            <a:lvl3pPr marL="615918" marR="0" indent="-446749" algn="l" defTabSz="2438400" rtl="0" latinLnBrk="0">
              <a:lnSpc>
                <a:spcPct val="110000"/>
              </a:lnSpc>
              <a:spcBef>
                <a:spcPts val="0"/>
              </a:spcBef>
              <a:spcAft>
                <a:spcPts val="0"/>
              </a:spcAft>
              <a:buClrTx/>
              <a:buSzPct val="100000"/>
              <a:buFontTx/>
              <a:buChar char="•"/>
              <a:tabLst/>
              <a:defRPr sz="2800" b="0" i="0" u="none" strike="noStrike" cap="none" spc="0" baseline="0">
                <a:solidFill>
                  <a:srgbClr val="000000"/>
                </a:solidFill>
                <a:uFillTx/>
                <a:latin typeface="+mj-lt"/>
                <a:ea typeface="+mj-ea"/>
                <a:cs typeface="+mj-cs"/>
                <a:sym typeface="IBM Plex Sans Light"/>
              </a:defRPr>
            </a:lvl3pPr>
            <a:lvl4pPr marL="901671" marR="0" indent="-446749" algn="l" defTabSz="2438400" rtl="0" latinLnBrk="0">
              <a:lnSpc>
                <a:spcPct val="110000"/>
              </a:lnSpc>
              <a:spcBef>
                <a:spcPts val="0"/>
              </a:spcBef>
              <a:spcAft>
                <a:spcPts val="0"/>
              </a:spcAft>
              <a:buClrTx/>
              <a:buSzPct val="100000"/>
              <a:buFontTx/>
              <a:buChar char="–"/>
              <a:tabLst/>
              <a:defRPr sz="2800" b="0" i="0" u="none" strike="noStrike" cap="none" spc="0" baseline="0">
                <a:solidFill>
                  <a:srgbClr val="000000"/>
                </a:solidFill>
                <a:uFillTx/>
                <a:latin typeface="+mj-lt"/>
                <a:ea typeface="+mj-ea"/>
                <a:cs typeface="+mj-cs"/>
                <a:sym typeface="IBM Plex Sans Light"/>
              </a:defRPr>
            </a:lvl4pPr>
            <a:lvl5pPr marL="1076298" marR="0" indent="-446749" algn="l" defTabSz="2438400" rtl="0" latinLnBrk="0">
              <a:lnSpc>
                <a:spcPct val="110000"/>
              </a:lnSpc>
              <a:spcBef>
                <a:spcPts val="0"/>
              </a:spcBef>
              <a:spcAft>
                <a:spcPts val="0"/>
              </a:spcAft>
              <a:buClrTx/>
              <a:buSzPct val="100000"/>
              <a:buFontTx/>
              <a:buChar char="»"/>
              <a:tabLst/>
              <a:defRPr sz="2800" b="0" i="0" u="none" strike="noStrike" cap="none" spc="0" baseline="0">
                <a:solidFill>
                  <a:srgbClr val="000000"/>
                </a:solidFill>
                <a:uFillTx/>
                <a:latin typeface="+mj-lt"/>
                <a:ea typeface="+mj-ea"/>
                <a:cs typeface="+mj-cs"/>
                <a:sym typeface="IBM Plex Sans Light"/>
              </a:defRPr>
            </a:lvl5pPr>
            <a:lvl6pPr marL="1843060"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r>
              <a:rPr lang="en-US" kern="0" dirty="0">
                <a:solidFill>
                  <a:schemeClr val="accent1"/>
                </a:solidFill>
              </a:rPr>
              <a:t>800+</a:t>
            </a:r>
          </a:p>
        </p:txBody>
      </p:sp>
      <p:sp>
        <p:nvSpPr>
          <p:cNvPr id="4" name="Text Placeholder 3">
            <a:extLst>
              <a:ext uri="{FF2B5EF4-FFF2-40B4-BE49-F238E27FC236}">
                <a16:creationId xmlns:a16="http://schemas.microsoft.com/office/drawing/2014/main" id="{82D91D64-2DB9-4FB0-3DC4-78286D4F9D46}"/>
              </a:ext>
            </a:extLst>
          </p:cNvPr>
          <p:cNvSpPr>
            <a:spLocks noGrp="1"/>
          </p:cNvSpPr>
          <p:nvPr>
            <p:ph type="body" sz="quarter" idx="12"/>
          </p:nvPr>
        </p:nvSpPr>
        <p:spPr/>
        <p:txBody>
          <a:bodyPr/>
          <a:lstStyle/>
          <a:p>
            <a:pPr>
              <a:lnSpc>
                <a:spcPct val="100000"/>
              </a:lnSpc>
            </a:pPr>
            <a:r>
              <a:rPr lang="en-US" sz="3600" dirty="0">
                <a:solidFill>
                  <a:schemeClr val="tx1"/>
                </a:solidFill>
              </a:rPr>
              <a:t>Oracle Cloud HCM </a:t>
            </a:r>
            <a:br>
              <a:rPr lang="en-US" sz="3600" dirty="0">
                <a:solidFill>
                  <a:schemeClr val="tx1"/>
                </a:solidFill>
              </a:rPr>
            </a:br>
            <a:r>
              <a:rPr lang="en-US" sz="3600" dirty="0">
                <a:solidFill>
                  <a:schemeClr val="tx1"/>
                </a:solidFill>
              </a:rPr>
              <a:t>and Taleo certified consultants</a:t>
            </a:r>
          </a:p>
          <a:p>
            <a:pPr>
              <a:lnSpc>
                <a:spcPct val="100000"/>
              </a:lnSpc>
            </a:pPr>
            <a:endParaRPr lang="en-RO" sz="3600">
              <a:solidFill>
                <a:schemeClr val="tx1"/>
              </a:solidFill>
            </a:endParaRPr>
          </a:p>
        </p:txBody>
      </p:sp>
      <p:sp>
        <p:nvSpPr>
          <p:cNvPr id="22" name="Text Placeholder 1">
            <a:extLst>
              <a:ext uri="{FF2B5EF4-FFF2-40B4-BE49-F238E27FC236}">
                <a16:creationId xmlns:a16="http://schemas.microsoft.com/office/drawing/2014/main" id="{ABF7626F-44DF-FFC2-F082-514BD4E2FDCB}"/>
              </a:ext>
            </a:extLst>
          </p:cNvPr>
          <p:cNvSpPr txBox="1">
            <a:spLocks/>
          </p:cNvSpPr>
          <p:nvPr/>
        </p:nvSpPr>
        <p:spPr>
          <a:xfrm>
            <a:off x="12768262" y="384048"/>
            <a:ext cx="2342197" cy="95249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lvl1pPr marL="0" marR="0" indent="0" algn="l" defTabSz="2438400" rtl="0" latinLnBrk="0">
              <a:lnSpc>
                <a:spcPct val="100000"/>
              </a:lnSpc>
              <a:spcBef>
                <a:spcPts val="0"/>
              </a:spcBef>
              <a:spcAft>
                <a:spcPts val="0"/>
              </a:spcAft>
              <a:buClrTx/>
              <a:buSzTx/>
              <a:buFontTx/>
              <a:buNone/>
              <a:tabLst/>
              <a:defRPr sz="6400" b="0" i="0" u="none" strike="noStrike" cap="none" spc="0" baseline="0">
                <a:solidFill>
                  <a:schemeClr val="tx1"/>
                </a:solidFill>
                <a:uFillTx/>
                <a:latin typeface="+mj-lt"/>
                <a:ea typeface="+mj-ea"/>
                <a:cs typeface="+mj-cs"/>
                <a:sym typeface="IBM Plex Sans Light"/>
              </a:defRPr>
            </a:lvl1pPr>
            <a:lvl2pPr marL="444465" marR="0" indent="-446749" algn="l" defTabSz="2438400" rtl="0" latinLnBrk="0">
              <a:lnSpc>
                <a:spcPct val="110000"/>
              </a:lnSpc>
              <a:spcBef>
                <a:spcPts val="0"/>
              </a:spcBef>
              <a:spcAft>
                <a:spcPts val="0"/>
              </a:spcAft>
              <a:buClrTx/>
              <a:buSzPct val="100000"/>
              <a:buFontTx/>
              <a:buChar char="–"/>
              <a:tabLst/>
              <a:defRPr sz="2800" b="0" i="0" u="none" strike="noStrike" cap="none" spc="0" baseline="0">
                <a:solidFill>
                  <a:srgbClr val="000000"/>
                </a:solidFill>
                <a:uFillTx/>
                <a:latin typeface="+mj-lt"/>
                <a:ea typeface="+mj-ea"/>
                <a:cs typeface="+mj-cs"/>
                <a:sym typeface="IBM Plex Sans Light"/>
              </a:defRPr>
            </a:lvl2pPr>
            <a:lvl3pPr marL="615918" marR="0" indent="-446749" algn="l" defTabSz="2438400" rtl="0" latinLnBrk="0">
              <a:lnSpc>
                <a:spcPct val="110000"/>
              </a:lnSpc>
              <a:spcBef>
                <a:spcPts val="0"/>
              </a:spcBef>
              <a:spcAft>
                <a:spcPts val="0"/>
              </a:spcAft>
              <a:buClrTx/>
              <a:buSzPct val="100000"/>
              <a:buFontTx/>
              <a:buChar char="•"/>
              <a:tabLst/>
              <a:defRPr sz="2800" b="0" i="0" u="none" strike="noStrike" cap="none" spc="0" baseline="0">
                <a:solidFill>
                  <a:srgbClr val="000000"/>
                </a:solidFill>
                <a:uFillTx/>
                <a:latin typeface="+mj-lt"/>
                <a:ea typeface="+mj-ea"/>
                <a:cs typeface="+mj-cs"/>
                <a:sym typeface="IBM Plex Sans Light"/>
              </a:defRPr>
            </a:lvl3pPr>
            <a:lvl4pPr marL="901671" marR="0" indent="-446749" algn="l" defTabSz="2438400" rtl="0" latinLnBrk="0">
              <a:lnSpc>
                <a:spcPct val="110000"/>
              </a:lnSpc>
              <a:spcBef>
                <a:spcPts val="0"/>
              </a:spcBef>
              <a:spcAft>
                <a:spcPts val="0"/>
              </a:spcAft>
              <a:buClrTx/>
              <a:buSzPct val="100000"/>
              <a:buFontTx/>
              <a:buChar char="–"/>
              <a:tabLst/>
              <a:defRPr sz="2800" b="0" i="0" u="none" strike="noStrike" cap="none" spc="0" baseline="0">
                <a:solidFill>
                  <a:srgbClr val="000000"/>
                </a:solidFill>
                <a:uFillTx/>
                <a:latin typeface="+mj-lt"/>
                <a:ea typeface="+mj-ea"/>
                <a:cs typeface="+mj-cs"/>
                <a:sym typeface="IBM Plex Sans Light"/>
              </a:defRPr>
            </a:lvl4pPr>
            <a:lvl5pPr marL="1076298" marR="0" indent="-446749" algn="l" defTabSz="2438400" rtl="0" latinLnBrk="0">
              <a:lnSpc>
                <a:spcPct val="110000"/>
              </a:lnSpc>
              <a:spcBef>
                <a:spcPts val="0"/>
              </a:spcBef>
              <a:spcAft>
                <a:spcPts val="0"/>
              </a:spcAft>
              <a:buClrTx/>
              <a:buSzPct val="100000"/>
              <a:buFontTx/>
              <a:buChar char="»"/>
              <a:tabLst/>
              <a:defRPr sz="2800" b="0" i="0" u="none" strike="noStrike" cap="none" spc="0" baseline="0">
                <a:solidFill>
                  <a:srgbClr val="000000"/>
                </a:solidFill>
                <a:uFillTx/>
                <a:latin typeface="+mj-lt"/>
                <a:ea typeface="+mj-ea"/>
                <a:cs typeface="+mj-cs"/>
                <a:sym typeface="IBM Plex Sans Light"/>
              </a:defRPr>
            </a:lvl5pPr>
            <a:lvl6pPr marL="1843060"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r>
              <a:rPr lang="en-US" kern="0" dirty="0">
                <a:solidFill>
                  <a:schemeClr val="accent1"/>
                </a:solidFill>
              </a:rPr>
              <a:t>35+</a:t>
            </a:r>
          </a:p>
        </p:txBody>
      </p:sp>
      <p:sp>
        <p:nvSpPr>
          <p:cNvPr id="5" name="Text Placeholder 4">
            <a:extLst>
              <a:ext uri="{FF2B5EF4-FFF2-40B4-BE49-F238E27FC236}">
                <a16:creationId xmlns:a16="http://schemas.microsoft.com/office/drawing/2014/main" id="{595325FB-1588-6D4A-FB1C-24E8D0EE2852}"/>
              </a:ext>
            </a:extLst>
          </p:cNvPr>
          <p:cNvSpPr>
            <a:spLocks noGrp="1"/>
          </p:cNvSpPr>
          <p:nvPr>
            <p:ph type="body" sz="quarter" idx="13"/>
          </p:nvPr>
        </p:nvSpPr>
        <p:spPr/>
        <p:txBody>
          <a:bodyPr/>
          <a:lstStyle/>
          <a:p>
            <a:pPr>
              <a:lnSpc>
                <a:spcPct val="100000"/>
              </a:lnSpc>
            </a:pPr>
            <a:r>
              <a:rPr lang="en-US" sz="3600" dirty="0">
                <a:solidFill>
                  <a:schemeClr val="tx1"/>
                </a:solidFill>
              </a:rPr>
              <a:t>Oracle Cloud HCM </a:t>
            </a:r>
            <a:br>
              <a:rPr lang="en-US" sz="3600" dirty="0">
                <a:solidFill>
                  <a:schemeClr val="tx1"/>
                </a:solidFill>
              </a:rPr>
            </a:br>
            <a:r>
              <a:rPr lang="en-US" sz="3600" dirty="0">
                <a:solidFill>
                  <a:schemeClr val="tx1"/>
                </a:solidFill>
              </a:rPr>
              <a:t>and Taleo go-lives </a:t>
            </a:r>
          </a:p>
          <a:p>
            <a:pPr>
              <a:lnSpc>
                <a:spcPct val="100000"/>
              </a:lnSpc>
            </a:pPr>
            <a:endParaRPr lang="en-RO" sz="3600">
              <a:solidFill>
                <a:schemeClr val="tx1"/>
              </a:solidFill>
            </a:endParaRPr>
          </a:p>
        </p:txBody>
      </p:sp>
      <p:sp>
        <p:nvSpPr>
          <p:cNvPr id="24" name="Text Placeholder 1">
            <a:extLst>
              <a:ext uri="{FF2B5EF4-FFF2-40B4-BE49-F238E27FC236}">
                <a16:creationId xmlns:a16="http://schemas.microsoft.com/office/drawing/2014/main" id="{BE995837-3A39-256A-94C5-CAD828DEF7AB}"/>
              </a:ext>
            </a:extLst>
          </p:cNvPr>
          <p:cNvSpPr txBox="1">
            <a:spLocks/>
          </p:cNvSpPr>
          <p:nvPr/>
        </p:nvSpPr>
        <p:spPr>
          <a:xfrm>
            <a:off x="18869024" y="384048"/>
            <a:ext cx="2342197" cy="95249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lvl1pPr marL="0" marR="0" indent="0" algn="l" defTabSz="2438400" rtl="0" latinLnBrk="0">
              <a:lnSpc>
                <a:spcPct val="100000"/>
              </a:lnSpc>
              <a:spcBef>
                <a:spcPts val="0"/>
              </a:spcBef>
              <a:spcAft>
                <a:spcPts val="0"/>
              </a:spcAft>
              <a:buClrTx/>
              <a:buSzTx/>
              <a:buFontTx/>
              <a:buNone/>
              <a:tabLst/>
              <a:defRPr sz="6400" b="0" i="0" u="none" strike="noStrike" cap="none" spc="0" baseline="0">
                <a:solidFill>
                  <a:schemeClr val="tx1"/>
                </a:solidFill>
                <a:uFillTx/>
                <a:latin typeface="+mj-lt"/>
                <a:ea typeface="+mj-ea"/>
                <a:cs typeface="+mj-cs"/>
                <a:sym typeface="IBM Plex Sans Light"/>
              </a:defRPr>
            </a:lvl1pPr>
            <a:lvl2pPr marL="444465" marR="0" indent="-446749" algn="l" defTabSz="2438400" rtl="0" latinLnBrk="0">
              <a:lnSpc>
                <a:spcPct val="110000"/>
              </a:lnSpc>
              <a:spcBef>
                <a:spcPts val="0"/>
              </a:spcBef>
              <a:spcAft>
                <a:spcPts val="0"/>
              </a:spcAft>
              <a:buClrTx/>
              <a:buSzPct val="100000"/>
              <a:buFontTx/>
              <a:buChar char="–"/>
              <a:tabLst/>
              <a:defRPr sz="2800" b="0" i="0" u="none" strike="noStrike" cap="none" spc="0" baseline="0">
                <a:solidFill>
                  <a:srgbClr val="000000"/>
                </a:solidFill>
                <a:uFillTx/>
                <a:latin typeface="+mj-lt"/>
                <a:ea typeface="+mj-ea"/>
                <a:cs typeface="+mj-cs"/>
                <a:sym typeface="IBM Plex Sans Light"/>
              </a:defRPr>
            </a:lvl2pPr>
            <a:lvl3pPr marL="615918" marR="0" indent="-446749" algn="l" defTabSz="2438400" rtl="0" latinLnBrk="0">
              <a:lnSpc>
                <a:spcPct val="110000"/>
              </a:lnSpc>
              <a:spcBef>
                <a:spcPts val="0"/>
              </a:spcBef>
              <a:spcAft>
                <a:spcPts val="0"/>
              </a:spcAft>
              <a:buClrTx/>
              <a:buSzPct val="100000"/>
              <a:buFontTx/>
              <a:buChar char="•"/>
              <a:tabLst/>
              <a:defRPr sz="2800" b="0" i="0" u="none" strike="noStrike" cap="none" spc="0" baseline="0">
                <a:solidFill>
                  <a:srgbClr val="000000"/>
                </a:solidFill>
                <a:uFillTx/>
                <a:latin typeface="+mj-lt"/>
                <a:ea typeface="+mj-ea"/>
                <a:cs typeface="+mj-cs"/>
                <a:sym typeface="IBM Plex Sans Light"/>
              </a:defRPr>
            </a:lvl3pPr>
            <a:lvl4pPr marL="901671" marR="0" indent="-446749" algn="l" defTabSz="2438400" rtl="0" latinLnBrk="0">
              <a:lnSpc>
                <a:spcPct val="110000"/>
              </a:lnSpc>
              <a:spcBef>
                <a:spcPts val="0"/>
              </a:spcBef>
              <a:spcAft>
                <a:spcPts val="0"/>
              </a:spcAft>
              <a:buClrTx/>
              <a:buSzPct val="100000"/>
              <a:buFontTx/>
              <a:buChar char="–"/>
              <a:tabLst/>
              <a:defRPr sz="2800" b="0" i="0" u="none" strike="noStrike" cap="none" spc="0" baseline="0">
                <a:solidFill>
                  <a:srgbClr val="000000"/>
                </a:solidFill>
                <a:uFillTx/>
                <a:latin typeface="+mj-lt"/>
                <a:ea typeface="+mj-ea"/>
                <a:cs typeface="+mj-cs"/>
                <a:sym typeface="IBM Plex Sans Light"/>
              </a:defRPr>
            </a:lvl4pPr>
            <a:lvl5pPr marL="1076298" marR="0" indent="-446749" algn="l" defTabSz="2438400" rtl="0" latinLnBrk="0">
              <a:lnSpc>
                <a:spcPct val="110000"/>
              </a:lnSpc>
              <a:spcBef>
                <a:spcPts val="0"/>
              </a:spcBef>
              <a:spcAft>
                <a:spcPts val="0"/>
              </a:spcAft>
              <a:buClrTx/>
              <a:buSzPct val="100000"/>
              <a:buFontTx/>
              <a:buChar char="»"/>
              <a:tabLst/>
              <a:defRPr sz="2800" b="0" i="0" u="none" strike="noStrike" cap="none" spc="0" baseline="0">
                <a:solidFill>
                  <a:srgbClr val="000000"/>
                </a:solidFill>
                <a:uFillTx/>
                <a:latin typeface="+mj-lt"/>
                <a:ea typeface="+mj-ea"/>
                <a:cs typeface="+mj-cs"/>
                <a:sym typeface="IBM Plex Sans Light"/>
              </a:defRPr>
            </a:lvl5pPr>
            <a:lvl6pPr marL="1843060"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r>
              <a:rPr lang="en-US" kern="0" dirty="0">
                <a:solidFill>
                  <a:schemeClr val="accent1"/>
                </a:solidFill>
              </a:rPr>
              <a:t>8</a:t>
            </a:r>
          </a:p>
        </p:txBody>
      </p:sp>
      <p:sp>
        <p:nvSpPr>
          <p:cNvPr id="7" name="Text Placeholder 6">
            <a:extLst>
              <a:ext uri="{FF2B5EF4-FFF2-40B4-BE49-F238E27FC236}">
                <a16:creationId xmlns:a16="http://schemas.microsoft.com/office/drawing/2014/main" id="{1523E4AE-AF04-28A3-7C08-D9EBA73089AF}"/>
              </a:ext>
            </a:extLst>
          </p:cNvPr>
          <p:cNvSpPr>
            <a:spLocks noGrp="1"/>
          </p:cNvSpPr>
          <p:nvPr>
            <p:ph type="body" sz="quarter" idx="14"/>
          </p:nvPr>
        </p:nvSpPr>
        <p:spPr/>
        <p:txBody>
          <a:bodyPr/>
          <a:lstStyle/>
          <a:p>
            <a:pPr>
              <a:lnSpc>
                <a:spcPct val="100000"/>
              </a:lnSpc>
            </a:pPr>
            <a:r>
              <a:rPr lang="en-US" sz="3600" dirty="0">
                <a:solidFill>
                  <a:schemeClr val="tx1"/>
                </a:solidFill>
              </a:rPr>
              <a:t>CEI-approved for eight </a:t>
            </a:r>
            <a:r>
              <a:rPr lang="en-US" sz="3600" dirty="0">
                <a:solidFill>
                  <a:schemeClr val="tx1"/>
                </a:solidFill>
                <a:ea typeface="IBM Plex Sans" charset="0"/>
                <a:cs typeface="IBM Plex Sans" charset="0"/>
              </a:rPr>
              <a:t>Cloud HCM and Taleo modules</a:t>
            </a:r>
          </a:p>
          <a:p>
            <a:pPr>
              <a:lnSpc>
                <a:spcPct val="100000"/>
              </a:lnSpc>
            </a:pPr>
            <a:endParaRPr lang="en-RO" sz="3600">
              <a:solidFill>
                <a:schemeClr val="tx1"/>
              </a:solidFill>
            </a:endParaRPr>
          </a:p>
        </p:txBody>
      </p:sp>
      <p:sp>
        <p:nvSpPr>
          <p:cNvPr id="6" name="Footer Placeholder 5">
            <a:extLst>
              <a:ext uri="{FF2B5EF4-FFF2-40B4-BE49-F238E27FC236}">
                <a16:creationId xmlns:a16="http://schemas.microsoft.com/office/drawing/2014/main" id="{548F6680-B0BB-5A97-B568-F48C2A177F3E}"/>
              </a:ext>
            </a:extLst>
          </p:cNvPr>
          <p:cNvSpPr>
            <a:spLocks noGrp="1"/>
          </p:cNvSpPr>
          <p:nvPr>
            <p:ph type="ftr" sz="quarter" idx="18"/>
          </p:nvPr>
        </p:nvSpPr>
        <p:spPr/>
        <p:txBody>
          <a:bodyPr/>
          <a:lstStyle/>
          <a:p>
            <a:r>
              <a:rPr lang="en-US" dirty="0"/>
              <a:t>Footer</a:t>
            </a:r>
          </a:p>
        </p:txBody>
      </p:sp>
      <p:sp>
        <p:nvSpPr>
          <p:cNvPr id="8" name="TextBox 7">
            <a:extLst>
              <a:ext uri="{FF2B5EF4-FFF2-40B4-BE49-F238E27FC236}">
                <a16:creationId xmlns:a16="http://schemas.microsoft.com/office/drawing/2014/main" id="{D7398859-774C-3B22-D9E1-92108D550F4E}"/>
              </a:ext>
            </a:extLst>
          </p:cNvPr>
          <p:cNvSpPr txBox="1"/>
          <p:nvPr/>
        </p:nvSpPr>
        <p:spPr>
          <a:xfrm>
            <a:off x="12154829" y="8898673"/>
            <a:ext cx="0" cy="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rtlCol="0">
            <a:noAutofit/>
          </a:bodyPr>
          <a:lstStyle/>
          <a:p>
            <a:pPr marL="444465" indent="-446749" algn="l" defTabSz="2438400">
              <a:spcBef>
                <a:spcPts val="2900"/>
              </a:spcBef>
              <a:buSzPct val="100000"/>
              <a:buFontTx/>
              <a:buChar char="–"/>
            </a:pPr>
            <a:endParaRPr lang="en-US" kern="0" dirty="0">
              <a:solidFill>
                <a:srgbClr val="000000"/>
              </a:solidFill>
              <a:ea typeface="+mj-ea"/>
              <a:cs typeface="+mj-cs"/>
              <a:sym typeface="IBM Plex Sans Light"/>
            </a:endParaRPr>
          </a:p>
        </p:txBody>
      </p:sp>
      <p:sp>
        <p:nvSpPr>
          <p:cNvPr id="14" name="Slide Number Placeholder 13">
            <a:extLst>
              <a:ext uri="{FF2B5EF4-FFF2-40B4-BE49-F238E27FC236}">
                <a16:creationId xmlns:a16="http://schemas.microsoft.com/office/drawing/2014/main" id="{7FB136A3-4DB4-0930-CB83-B295792D53CD}"/>
              </a:ext>
            </a:extLst>
          </p:cNvPr>
          <p:cNvSpPr>
            <a:spLocks noGrp="1"/>
          </p:cNvSpPr>
          <p:nvPr>
            <p:ph type="sldNum" sz="quarter" idx="4"/>
          </p:nvPr>
        </p:nvSpPr>
        <p:spPr/>
        <p:txBody>
          <a:bodyPr/>
          <a:lstStyle/>
          <a:p>
            <a:fld id="{86CB4B4D-7CA3-9044-876B-883B54F8677D}" type="slidenum">
              <a:rPr lang="en-US" smtClean="0"/>
              <a:pPr/>
              <a:t>31</a:t>
            </a:fld>
            <a:endParaRPr lang="en-US" dirty="0"/>
          </a:p>
        </p:txBody>
      </p:sp>
    </p:spTree>
    <p:extLst>
      <p:ext uri="{BB962C8B-B14F-4D97-AF65-F5344CB8AC3E}">
        <p14:creationId xmlns:p14="http://schemas.microsoft.com/office/powerpoint/2010/main" val="1439304183"/>
      </p:ext>
    </p:extLst>
  </p:cSld>
  <p:clrMapOvr>
    <a:masterClrMapping/>
  </p:clrMapOvr>
  <p:transition spd="me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C4870F-2BCD-D032-E9C3-B54F5E7578F6}"/>
              </a:ext>
            </a:extLst>
          </p:cNvPr>
          <p:cNvSpPr>
            <a:spLocks noGrp="1"/>
          </p:cNvSpPr>
          <p:nvPr>
            <p:ph type="title"/>
          </p:nvPr>
        </p:nvSpPr>
        <p:spPr>
          <a:xfrm>
            <a:off x="576072" y="384048"/>
            <a:ext cx="4949825" cy="1525588"/>
          </a:xfrm>
        </p:spPr>
        <p:txBody>
          <a:bodyPr/>
          <a:lstStyle/>
          <a:p>
            <a:pPr>
              <a:lnSpc>
                <a:spcPct val="100000"/>
              </a:lnSpc>
            </a:pPr>
            <a:r>
              <a:rPr lang="en-US" sz="6400" dirty="0"/>
              <a:t>Next steps</a:t>
            </a:r>
            <a:endParaRPr lang="en-US" dirty="0"/>
          </a:p>
        </p:txBody>
      </p:sp>
      <p:sp>
        <p:nvSpPr>
          <p:cNvPr id="5" name="Text Placeholder 10">
            <a:extLst>
              <a:ext uri="{FF2B5EF4-FFF2-40B4-BE49-F238E27FC236}">
                <a16:creationId xmlns:a16="http://schemas.microsoft.com/office/drawing/2014/main" id="{E4749DA2-AE79-9B01-6222-4726A038D72F}"/>
              </a:ext>
            </a:extLst>
          </p:cNvPr>
          <p:cNvSpPr txBox="1">
            <a:spLocks/>
          </p:cNvSpPr>
          <p:nvPr/>
        </p:nvSpPr>
        <p:spPr>
          <a:xfrm>
            <a:off x="563562" y="3044825"/>
            <a:ext cx="4956175" cy="381317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lvl1pPr marL="0" marR="0" indent="0" algn="l" defTabSz="2438400" rtl="0" latinLnBrk="0">
              <a:lnSpc>
                <a:spcPct val="110000"/>
              </a:lnSpc>
              <a:spcBef>
                <a:spcPts val="0"/>
              </a:spcBef>
              <a:spcAft>
                <a:spcPts val="0"/>
              </a:spcAft>
              <a:buClrTx/>
              <a:buSzTx/>
              <a:buFontTx/>
              <a:buNone/>
              <a:tabLst/>
              <a:defRPr sz="2800" b="0" i="0" u="none" strike="noStrike" cap="none" spc="0" baseline="0">
                <a:solidFill>
                  <a:schemeClr val="tx1"/>
                </a:solidFill>
                <a:uFillTx/>
                <a:latin typeface="+mj-lt"/>
                <a:ea typeface="+mj-ea"/>
                <a:cs typeface="+mj-cs"/>
                <a:sym typeface="IBM Plex Sans Light"/>
              </a:defRPr>
            </a:lvl1pPr>
            <a:lvl2pPr marL="256032" marR="0" indent="-256032" algn="l" defTabSz="2438400" rtl="0" latinLnBrk="0">
              <a:lnSpc>
                <a:spcPct val="110000"/>
              </a:lnSpc>
              <a:spcBef>
                <a:spcPts val="0"/>
              </a:spcBef>
              <a:spcAft>
                <a:spcPts val="0"/>
              </a:spcAft>
              <a:buClrTx/>
              <a:buSzPct val="100000"/>
              <a:buFontTx/>
              <a:buChar char="–"/>
              <a:tabLst/>
              <a:defRPr sz="2800" b="0" i="0" u="none" strike="noStrike" cap="none" spc="0" baseline="0">
                <a:solidFill>
                  <a:schemeClr val="tx1"/>
                </a:solidFill>
                <a:uFillTx/>
                <a:latin typeface="+mj-lt"/>
                <a:ea typeface="+mj-ea"/>
                <a:cs typeface="+mj-cs"/>
                <a:sym typeface="IBM Plex Sans Light"/>
              </a:defRPr>
            </a:lvl2pPr>
            <a:lvl3pPr marL="512064" marR="0" indent="-256032" algn="l" defTabSz="2438400" rtl="0" latinLnBrk="0">
              <a:lnSpc>
                <a:spcPct val="110000"/>
              </a:lnSpc>
              <a:spcBef>
                <a:spcPts val="0"/>
              </a:spcBef>
              <a:spcAft>
                <a:spcPts val="0"/>
              </a:spcAft>
              <a:buClrTx/>
              <a:buSzPct val="100000"/>
              <a:buFontTx/>
              <a:buChar char="•"/>
              <a:tabLst/>
              <a:defRPr sz="2800" b="0" i="0" u="none" strike="noStrike" cap="none" spc="0" baseline="0">
                <a:solidFill>
                  <a:schemeClr val="tx1"/>
                </a:solidFill>
                <a:uFillTx/>
                <a:latin typeface="+mj-lt"/>
                <a:ea typeface="+mj-ea"/>
                <a:cs typeface="+mj-cs"/>
                <a:sym typeface="IBM Plex Sans Light"/>
              </a:defRPr>
            </a:lvl3pPr>
            <a:lvl4pPr marL="768096" marR="0" indent="-256032" algn="l" defTabSz="2438400" rtl="0" latinLnBrk="0">
              <a:lnSpc>
                <a:spcPct val="110000"/>
              </a:lnSpc>
              <a:spcBef>
                <a:spcPts val="0"/>
              </a:spcBef>
              <a:spcAft>
                <a:spcPts val="0"/>
              </a:spcAft>
              <a:buClrTx/>
              <a:buSzPct val="100000"/>
              <a:buFontTx/>
              <a:buChar char="–"/>
              <a:tabLst/>
              <a:defRPr sz="2800" b="0" i="0" u="none" strike="noStrike" cap="none" spc="0" baseline="0">
                <a:solidFill>
                  <a:schemeClr val="tx1"/>
                </a:solidFill>
                <a:uFillTx/>
                <a:latin typeface="+mj-lt"/>
                <a:ea typeface="+mj-ea"/>
                <a:cs typeface="+mj-cs"/>
                <a:sym typeface="IBM Plex Sans Light"/>
              </a:defRPr>
            </a:lvl4pPr>
            <a:lvl5pPr marL="1076298" marR="0" indent="-446749" algn="l" defTabSz="2438400" rtl="0" latinLnBrk="0">
              <a:lnSpc>
                <a:spcPct val="110000"/>
              </a:lnSpc>
              <a:spcBef>
                <a:spcPts val="0"/>
              </a:spcBef>
              <a:spcAft>
                <a:spcPts val="0"/>
              </a:spcAft>
              <a:buClrTx/>
              <a:buSzPct val="100000"/>
              <a:buFontTx/>
              <a:buChar char="»"/>
              <a:tabLst/>
              <a:defRPr sz="2800" b="0" i="0" u="none" strike="noStrike" cap="none" spc="0" baseline="0">
                <a:solidFill>
                  <a:schemeClr val="tx1"/>
                </a:solidFill>
                <a:uFillTx/>
                <a:latin typeface="+mj-lt"/>
                <a:ea typeface="+mj-ea"/>
                <a:cs typeface="+mj-cs"/>
                <a:sym typeface="IBM Plex Sans Light"/>
              </a:defRPr>
            </a:lvl5pPr>
            <a:lvl6pPr marL="1843060"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r>
              <a:rPr lang="en-US" dirty="0"/>
              <a:t>Deploying the Hybrid Cloud Mesh as the de facto </a:t>
            </a:r>
            <a:br>
              <a:rPr lang="en-US" dirty="0"/>
            </a:br>
            <a:r>
              <a:rPr lang="en-US" dirty="0"/>
              <a:t>tool for migration and app modernization for solutioning and delivery</a:t>
            </a:r>
            <a:endParaRPr lang="en-US" kern="0" dirty="0"/>
          </a:p>
        </p:txBody>
      </p:sp>
      <p:sp>
        <p:nvSpPr>
          <p:cNvPr id="11" name="Text Placeholder 10">
            <a:extLst>
              <a:ext uri="{FF2B5EF4-FFF2-40B4-BE49-F238E27FC236}">
                <a16:creationId xmlns:a16="http://schemas.microsoft.com/office/drawing/2014/main" id="{194A0A48-021E-1C1D-F152-2ACF467EE3DC}"/>
              </a:ext>
            </a:extLst>
          </p:cNvPr>
          <p:cNvSpPr>
            <a:spLocks noGrp="1"/>
          </p:cNvSpPr>
          <p:nvPr>
            <p:ph type="body" sz="quarter" idx="15"/>
          </p:nvPr>
        </p:nvSpPr>
        <p:spPr/>
        <p:txBody>
          <a:bodyPr/>
          <a:lstStyle/>
          <a:p>
            <a:r>
              <a:rPr lang="en-US" dirty="0"/>
              <a:t>Update solution guidance</a:t>
            </a:r>
          </a:p>
        </p:txBody>
      </p:sp>
      <p:sp>
        <p:nvSpPr>
          <p:cNvPr id="13" name="Text Placeholder 12">
            <a:extLst>
              <a:ext uri="{FF2B5EF4-FFF2-40B4-BE49-F238E27FC236}">
                <a16:creationId xmlns:a16="http://schemas.microsoft.com/office/drawing/2014/main" id="{D9F0A87D-C393-66AC-9BA1-53B784734EB6}"/>
              </a:ext>
            </a:extLst>
          </p:cNvPr>
          <p:cNvSpPr>
            <a:spLocks noGrp="1"/>
          </p:cNvSpPr>
          <p:nvPr>
            <p:ph type="body" sz="quarter" idx="12"/>
          </p:nvPr>
        </p:nvSpPr>
        <p:spPr>
          <a:xfrm>
            <a:off x="6667500" y="3044825"/>
            <a:ext cx="4951413" cy="9156701"/>
          </a:xfrm>
        </p:spPr>
        <p:txBody>
          <a:bodyPr/>
          <a:lstStyle/>
          <a:p>
            <a:r>
              <a:rPr lang="en-US" dirty="0"/>
              <a:t>Update SIH guidance to mandate usage </a:t>
            </a:r>
            <a:br>
              <a:rPr lang="en-US" dirty="0"/>
            </a:br>
            <a:r>
              <a:rPr lang="en-US" dirty="0"/>
              <a:t>of Hybrid Cloud Mesh on all deals—scope, journey supported, otherwise default to traditional process</a:t>
            </a:r>
          </a:p>
          <a:p>
            <a:endParaRPr lang="en-US" dirty="0"/>
          </a:p>
          <a:p>
            <a:r>
              <a:rPr lang="en-US" dirty="0"/>
              <a:t>Institutionalize exception workflows, and exception reporting and track adoption metrics</a:t>
            </a:r>
          </a:p>
        </p:txBody>
      </p:sp>
      <p:sp>
        <p:nvSpPr>
          <p:cNvPr id="15" name="Text Placeholder 14">
            <a:extLst>
              <a:ext uri="{FF2B5EF4-FFF2-40B4-BE49-F238E27FC236}">
                <a16:creationId xmlns:a16="http://schemas.microsoft.com/office/drawing/2014/main" id="{3A1D768E-B75F-C675-F3FD-0F753840647E}"/>
              </a:ext>
            </a:extLst>
          </p:cNvPr>
          <p:cNvSpPr>
            <a:spLocks noGrp="1"/>
          </p:cNvSpPr>
          <p:nvPr>
            <p:ph type="body" sz="quarter" idx="16"/>
          </p:nvPr>
        </p:nvSpPr>
        <p:spPr/>
        <p:txBody>
          <a:bodyPr/>
          <a:lstStyle/>
          <a:p>
            <a:r>
              <a:rPr lang="en-US" dirty="0"/>
              <a:t>Update bid metrics to include benefits of using the Hybrid Cloud Mesh</a:t>
            </a:r>
          </a:p>
        </p:txBody>
      </p:sp>
      <p:sp>
        <p:nvSpPr>
          <p:cNvPr id="10" name="Text Placeholder 9">
            <a:extLst>
              <a:ext uri="{FF2B5EF4-FFF2-40B4-BE49-F238E27FC236}">
                <a16:creationId xmlns:a16="http://schemas.microsoft.com/office/drawing/2014/main" id="{01F55476-4EB8-A992-DE96-B2C94F109447}"/>
              </a:ext>
            </a:extLst>
          </p:cNvPr>
          <p:cNvSpPr>
            <a:spLocks noGrp="1"/>
          </p:cNvSpPr>
          <p:nvPr>
            <p:ph type="body" sz="quarter" idx="13"/>
          </p:nvPr>
        </p:nvSpPr>
        <p:spPr>
          <a:xfrm>
            <a:off x="12763500" y="3044825"/>
            <a:ext cx="4953000" cy="9156700"/>
          </a:xfrm>
        </p:spPr>
        <p:txBody>
          <a:bodyPr/>
          <a:lstStyle/>
          <a:p>
            <a:r>
              <a:rPr lang="en-US" kern="0" dirty="0"/>
              <a:t>Hybrid Cloud Workbench helps perform automated delivery for migration and app modernization journeys with committed outcomes, for example reduction of x% </a:t>
            </a:r>
            <a:br>
              <a:rPr lang="en-US" kern="0" dirty="0"/>
            </a:br>
            <a:r>
              <a:rPr lang="en-US" kern="0" dirty="0"/>
              <a:t>of DCUT effort for rehosting, replatforming or refactoring</a:t>
            </a:r>
          </a:p>
          <a:p>
            <a:endParaRPr lang="en-US" kern="0" dirty="0"/>
          </a:p>
          <a:p>
            <a:r>
              <a:rPr lang="en-US" kern="0" dirty="0"/>
              <a:t>Charge fee for Hybrid Cloud Mesh with trade-off for lower risk rating and contingency on contracts. Fee covers:</a:t>
            </a:r>
          </a:p>
          <a:p>
            <a:pPr lvl="1"/>
            <a:r>
              <a:rPr lang="en-US" kern="0" dirty="0"/>
              <a:t>Recovery for ongoing development costs</a:t>
            </a:r>
          </a:p>
          <a:p>
            <a:pPr lvl="1"/>
            <a:r>
              <a:rPr lang="en-US" kern="0" dirty="0"/>
              <a:t>Certain complex deals determined by certain clip level or other criteria, including deployment of a Hybrid Cloud </a:t>
            </a:r>
            <a:r>
              <a:rPr lang="en-US" dirty="0"/>
              <a:t>Mesh</a:t>
            </a:r>
            <a:r>
              <a:rPr lang="en-US" kern="0" dirty="0"/>
              <a:t> adoption squad on engagements responsible for landscape tailoring through the workbench adoption workshop, provisioning of necessary accelerators and tools within the client environment, and identifying opportunities for additional journeys</a:t>
            </a:r>
          </a:p>
          <a:p>
            <a:pPr lvl="1"/>
            <a:r>
              <a:rPr lang="en-US" kern="0" dirty="0"/>
              <a:t>Initially the Hybrid Cloud Mesh adoption squad will be incubated within the global CoC—eventually CIC and each geo should be self-sufficient</a:t>
            </a:r>
          </a:p>
          <a:p>
            <a:endParaRPr lang="en-US" dirty="0"/>
          </a:p>
        </p:txBody>
      </p:sp>
      <p:sp>
        <p:nvSpPr>
          <p:cNvPr id="12" name="Text Placeholder 11">
            <a:extLst>
              <a:ext uri="{FF2B5EF4-FFF2-40B4-BE49-F238E27FC236}">
                <a16:creationId xmlns:a16="http://schemas.microsoft.com/office/drawing/2014/main" id="{CB3E6BAC-ECC3-54A5-48D5-DCFE8C6C92D9}"/>
              </a:ext>
            </a:extLst>
          </p:cNvPr>
          <p:cNvSpPr>
            <a:spLocks noGrp="1"/>
          </p:cNvSpPr>
          <p:nvPr>
            <p:ph type="body" sz="quarter" idx="17"/>
          </p:nvPr>
        </p:nvSpPr>
        <p:spPr/>
        <p:txBody>
          <a:bodyPr/>
          <a:lstStyle/>
          <a:p>
            <a:r>
              <a:rPr lang="en-US" dirty="0"/>
              <a:t>Update costing, recovery and risk rating</a:t>
            </a:r>
          </a:p>
        </p:txBody>
      </p:sp>
      <p:sp>
        <p:nvSpPr>
          <p:cNvPr id="14" name="Text Placeholder 13">
            <a:extLst>
              <a:ext uri="{FF2B5EF4-FFF2-40B4-BE49-F238E27FC236}">
                <a16:creationId xmlns:a16="http://schemas.microsoft.com/office/drawing/2014/main" id="{77BBAE63-9F0F-1CB2-8DF3-3050E5DC1C91}"/>
              </a:ext>
            </a:extLst>
          </p:cNvPr>
          <p:cNvSpPr>
            <a:spLocks noGrp="1"/>
          </p:cNvSpPr>
          <p:nvPr>
            <p:ph type="body" sz="quarter" idx="14"/>
          </p:nvPr>
        </p:nvSpPr>
        <p:spPr>
          <a:xfrm>
            <a:off x="18859500" y="3044825"/>
            <a:ext cx="4959350" cy="9156700"/>
          </a:xfrm>
        </p:spPr>
        <p:txBody>
          <a:bodyPr/>
          <a:lstStyle/>
          <a:p>
            <a:r>
              <a:rPr lang="en-US" dirty="0"/>
              <a:t>With Hybrid Cloud Mesh, given the improved guided delivery with a higher degree of automation, we’re now able to deliver with lower banded resources, which will be reflected in the bid metrics.</a:t>
            </a:r>
          </a:p>
        </p:txBody>
      </p:sp>
      <p:sp>
        <p:nvSpPr>
          <p:cNvPr id="3" name="Footer Placeholder 2">
            <a:extLst>
              <a:ext uri="{FF2B5EF4-FFF2-40B4-BE49-F238E27FC236}">
                <a16:creationId xmlns:a16="http://schemas.microsoft.com/office/drawing/2014/main" id="{4F060CFB-2909-78F4-A265-25BF51BA7723}"/>
              </a:ext>
            </a:extLst>
          </p:cNvPr>
          <p:cNvSpPr>
            <a:spLocks noGrp="1"/>
          </p:cNvSpPr>
          <p:nvPr>
            <p:ph type="ftr" sz="quarter" idx="18"/>
          </p:nvPr>
        </p:nvSpPr>
        <p:spPr/>
        <p:txBody>
          <a:bodyPr/>
          <a:lstStyle/>
          <a:p>
            <a:r>
              <a:rPr lang="en-US" dirty="0"/>
              <a:t>Footer</a:t>
            </a:r>
          </a:p>
        </p:txBody>
      </p:sp>
      <p:sp>
        <p:nvSpPr>
          <p:cNvPr id="9" name="Slide Number Placeholder 8">
            <a:extLst>
              <a:ext uri="{FF2B5EF4-FFF2-40B4-BE49-F238E27FC236}">
                <a16:creationId xmlns:a16="http://schemas.microsoft.com/office/drawing/2014/main" id="{B2F34D60-9A07-4276-F4D5-9A92392B378D}"/>
              </a:ext>
            </a:extLst>
          </p:cNvPr>
          <p:cNvSpPr>
            <a:spLocks noGrp="1"/>
          </p:cNvSpPr>
          <p:nvPr>
            <p:ph type="sldNum" sz="quarter" idx="4"/>
          </p:nvPr>
        </p:nvSpPr>
        <p:spPr/>
        <p:txBody>
          <a:bodyPr/>
          <a:lstStyle/>
          <a:p>
            <a:fld id="{86CB4B4D-7CA3-9044-876B-883B54F8677D}" type="slidenum">
              <a:rPr lang="en-US" smtClean="0"/>
              <a:pPr/>
              <a:t>32</a:t>
            </a:fld>
            <a:endParaRPr lang="en-US" dirty="0"/>
          </a:p>
        </p:txBody>
      </p:sp>
    </p:spTree>
    <p:extLst>
      <p:ext uri="{BB962C8B-B14F-4D97-AF65-F5344CB8AC3E}">
        <p14:creationId xmlns:p14="http://schemas.microsoft.com/office/powerpoint/2010/main" val="513021206"/>
      </p:ext>
    </p:extLst>
  </p:cSld>
  <p:clrMapOvr>
    <a:masterClrMapping/>
  </p:clrMapOvr>
  <p:transition spd="me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F91CD2-1A9C-9875-3435-E71CB3511398}"/>
              </a:ext>
            </a:extLst>
          </p:cNvPr>
          <p:cNvSpPr>
            <a:spLocks noGrp="1"/>
          </p:cNvSpPr>
          <p:nvPr>
            <p:ph type="title"/>
          </p:nvPr>
        </p:nvSpPr>
        <p:spPr/>
        <p:txBody>
          <a:bodyPr/>
          <a:lstStyle/>
          <a:p>
            <a:r>
              <a:rPr lang="en-US" sz="2800" dirty="0"/>
              <a:t>Client name or logo</a:t>
            </a:r>
          </a:p>
        </p:txBody>
      </p:sp>
      <p:sp>
        <p:nvSpPr>
          <p:cNvPr id="3" name="Text Placeholder 2">
            <a:extLst>
              <a:ext uri="{FF2B5EF4-FFF2-40B4-BE49-F238E27FC236}">
                <a16:creationId xmlns:a16="http://schemas.microsoft.com/office/drawing/2014/main" id="{7906DA9C-E6C9-1381-E4A7-91487F145E48}"/>
              </a:ext>
            </a:extLst>
          </p:cNvPr>
          <p:cNvSpPr>
            <a:spLocks noGrp="1"/>
          </p:cNvSpPr>
          <p:nvPr>
            <p:ph type="body" sz="quarter" idx="11"/>
          </p:nvPr>
        </p:nvSpPr>
        <p:spPr/>
        <p:txBody>
          <a:bodyPr/>
          <a:lstStyle/>
          <a:p>
            <a:r>
              <a:rPr lang="en-US" sz="4400" dirty="0"/>
              <a:t>What we know about [Client </a:t>
            </a:r>
            <a:br>
              <a:rPr lang="en-US" sz="4400" dirty="0"/>
            </a:br>
            <a:r>
              <a:rPr lang="en-US" sz="4400" dirty="0"/>
              <a:t>Name] today</a:t>
            </a:r>
          </a:p>
        </p:txBody>
      </p:sp>
      <p:sp>
        <p:nvSpPr>
          <p:cNvPr id="8" name="Freeform 7" descr="Pictogram showing outline of 2 chess pieces in blue 60">
            <a:extLst>
              <a:ext uri="{FF2B5EF4-FFF2-40B4-BE49-F238E27FC236}">
                <a16:creationId xmlns:a16="http://schemas.microsoft.com/office/drawing/2014/main" id="{A5F07FCB-5DC2-92B4-5759-5CE9F6A6B58A}"/>
              </a:ext>
            </a:extLst>
          </p:cNvPr>
          <p:cNvSpPr>
            <a:spLocks noChangeAspect="1"/>
          </p:cNvSpPr>
          <p:nvPr/>
        </p:nvSpPr>
        <p:spPr>
          <a:xfrm>
            <a:off x="6701882" y="570600"/>
            <a:ext cx="1216152" cy="1216162"/>
          </a:xfrm>
          <a:custGeom>
            <a:avLst/>
            <a:gdLst>
              <a:gd name="connsiteX0" fmla="*/ 1084420 w 1097261"/>
              <a:gd name="connsiteY0" fmla="*/ 1097271 h 1097270"/>
              <a:gd name="connsiteX1" fmla="*/ 12858 w 1097261"/>
              <a:gd name="connsiteY1" fmla="*/ 1097271 h 1097270"/>
              <a:gd name="connsiteX2" fmla="*/ 12858 w 1097261"/>
              <a:gd name="connsiteY2" fmla="*/ 1071553 h 1097270"/>
              <a:gd name="connsiteX3" fmla="*/ 35718 w 1097261"/>
              <a:gd name="connsiteY3" fmla="*/ 1071553 h 1097270"/>
              <a:gd name="connsiteX4" fmla="*/ 35718 w 1097261"/>
              <a:gd name="connsiteY4" fmla="*/ 980293 h 1097270"/>
              <a:gd name="connsiteX5" fmla="*/ 1356 w 1097261"/>
              <a:gd name="connsiteY5" fmla="*/ 911571 h 1097270"/>
              <a:gd name="connsiteX6" fmla="*/ 820 w 1097261"/>
              <a:gd name="connsiteY6" fmla="*/ 901319 h 1097270"/>
              <a:gd name="connsiteX7" fmla="*/ 34467 w 1097261"/>
              <a:gd name="connsiteY7" fmla="*/ 811523 h 1097270"/>
              <a:gd name="connsiteX8" fmla="*/ 12858 w 1097261"/>
              <a:gd name="connsiteY8" fmla="*/ 811523 h 1097270"/>
              <a:gd name="connsiteX9" fmla="*/ 12858 w 1097261"/>
              <a:gd name="connsiteY9" fmla="*/ 785806 h 1097270"/>
              <a:gd name="connsiteX10" fmla="*/ 44112 w 1097261"/>
              <a:gd name="connsiteY10" fmla="*/ 785806 h 1097270"/>
              <a:gd name="connsiteX11" fmla="*/ 107155 w 1097261"/>
              <a:gd name="connsiteY11" fmla="*/ 617751 h 1097270"/>
              <a:gd name="connsiteX12" fmla="*/ 107155 w 1097261"/>
              <a:gd name="connsiteY12" fmla="*/ 441480 h 1097270"/>
              <a:gd name="connsiteX13" fmla="*/ 132873 w 1097261"/>
              <a:gd name="connsiteY13" fmla="*/ 441480 h 1097270"/>
              <a:gd name="connsiteX14" fmla="*/ 132873 w 1097261"/>
              <a:gd name="connsiteY14" fmla="*/ 620072 h 1097270"/>
              <a:gd name="connsiteX15" fmla="*/ 132051 w 1097261"/>
              <a:gd name="connsiteY15" fmla="*/ 624573 h 1097270"/>
              <a:gd name="connsiteX16" fmla="*/ 71615 w 1097261"/>
              <a:gd name="connsiteY16" fmla="*/ 785806 h 1097270"/>
              <a:gd name="connsiteX17" fmla="*/ 382761 w 1097261"/>
              <a:gd name="connsiteY17" fmla="*/ 785806 h 1097270"/>
              <a:gd name="connsiteX18" fmla="*/ 322325 w 1097261"/>
              <a:gd name="connsiteY18" fmla="*/ 624573 h 1097270"/>
              <a:gd name="connsiteX19" fmla="*/ 321468 w 1097261"/>
              <a:gd name="connsiteY19" fmla="*/ 620072 h 1097270"/>
              <a:gd name="connsiteX20" fmla="*/ 321468 w 1097261"/>
              <a:gd name="connsiteY20" fmla="*/ 441480 h 1097270"/>
              <a:gd name="connsiteX21" fmla="*/ 347185 w 1097261"/>
              <a:gd name="connsiteY21" fmla="*/ 441480 h 1097270"/>
              <a:gd name="connsiteX22" fmla="*/ 347185 w 1097261"/>
              <a:gd name="connsiteY22" fmla="*/ 617751 h 1097270"/>
              <a:gd name="connsiteX23" fmla="*/ 410229 w 1097261"/>
              <a:gd name="connsiteY23" fmla="*/ 785806 h 1097270"/>
              <a:gd name="connsiteX24" fmla="*/ 441483 w 1097261"/>
              <a:gd name="connsiteY24" fmla="*/ 785806 h 1097270"/>
              <a:gd name="connsiteX25" fmla="*/ 441483 w 1097261"/>
              <a:gd name="connsiteY25" fmla="*/ 811559 h 1097270"/>
              <a:gd name="connsiteX26" fmla="*/ 419873 w 1097261"/>
              <a:gd name="connsiteY26" fmla="*/ 811559 h 1097270"/>
              <a:gd name="connsiteX27" fmla="*/ 453520 w 1097261"/>
              <a:gd name="connsiteY27" fmla="*/ 901355 h 1097270"/>
              <a:gd name="connsiteX28" fmla="*/ 452984 w 1097261"/>
              <a:gd name="connsiteY28" fmla="*/ 911606 h 1097270"/>
              <a:gd name="connsiteX29" fmla="*/ 418623 w 1097261"/>
              <a:gd name="connsiteY29" fmla="*/ 980329 h 1097270"/>
              <a:gd name="connsiteX30" fmla="*/ 418623 w 1097261"/>
              <a:gd name="connsiteY30" fmla="*/ 1071589 h 1097270"/>
              <a:gd name="connsiteX31" fmla="*/ 535780 w 1097261"/>
              <a:gd name="connsiteY31" fmla="*/ 1071589 h 1097270"/>
              <a:gd name="connsiteX32" fmla="*/ 535780 w 1097261"/>
              <a:gd name="connsiteY32" fmla="*/ 1048694 h 1097270"/>
              <a:gd name="connsiteX33" fmla="*/ 639579 w 1097261"/>
              <a:gd name="connsiteY33" fmla="*/ 901891 h 1097270"/>
              <a:gd name="connsiteX34" fmla="*/ 607825 w 1097261"/>
              <a:gd name="connsiteY34" fmla="*/ 802629 h 1097270"/>
              <a:gd name="connsiteX35" fmla="*/ 607218 w 1097261"/>
              <a:gd name="connsiteY35" fmla="*/ 798665 h 1097270"/>
              <a:gd name="connsiteX36" fmla="*/ 607218 w 1097261"/>
              <a:gd name="connsiteY36" fmla="*/ 529169 h 1097270"/>
              <a:gd name="connsiteX37" fmla="*/ 685835 w 1097261"/>
              <a:gd name="connsiteY37" fmla="*/ 305714 h 1097270"/>
              <a:gd name="connsiteX38" fmla="*/ 790383 w 1097261"/>
              <a:gd name="connsiteY38" fmla="*/ 217347 h 1097270"/>
              <a:gd name="connsiteX39" fmla="*/ 804099 w 1097261"/>
              <a:gd name="connsiteY39" fmla="*/ 215489 h 1097270"/>
              <a:gd name="connsiteX40" fmla="*/ 811529 w 1097261"/>
              <a:gd name="connsiteY40" fmla="*/ 227169 h 1097270"/>
              <a:gd name="connsiteX41" fmla="*/ 811529 w 1097261"/>
              <a:gd name="connsiteY41" fmla="*/ 321466 h 1097270"/>
              <a:gd name="connsiteX42" fmla="*/ 870108 w 1097261"/>
              <a:gd name="connsiteY42" fmla="*/ 321466 h 1097270"/>
              <a:gd name="connsiteX43" fmla="*/ 878323 w 1097261"/>
              <a:gd name="connsiteY43" fmla="*/ 324431 h 1097270"/>
              <a:gd name="connsiteX44" fmla="*/ 1092635 w 1097261"/>
              <a:gd name="connsiteY44" fmla="*/ 503023 h 1097270"/>
              <a:gd name="connsiteX45" fmla="*/ 1095922 w 1097261"/>
              <a:gd name="connsiteY45" fmla="*/ 518668 h 1097270"/>
              <a:gd name="connsiteX46" fmla="*/ 1060203 w 1097261"/>
              <a:gd name="connsiteY46" fmla="*/ 590104 h 1097270"/>
              <a:gd name="connsiteX47" fmla="*/ 1046558 w 1097261"/>
              <a:gd name="connsiteY47" fmla="*/ 597034 h 1097270"/>
              <a:gd name="connsiteX48" fmla="*/ 858963 w 1097261"/>
              <a:gd name="connsiteY48" fmla="*/ 565780 h 1097270"/>
              <a:gd name="connsiteX49" fmla="*/ 988408 w 1097261"/>
              <a:gd name="connsiteY49" fmla="*/ 792271 h 1097270"/>
              <a:gd name="connsiteX50" fmla="*/ 989480 w 1097261"/>
              <a:gd name="connsiteY50" fmla="*/ 802558 h 1097270"/>
              <a:gd name="connsiteX51" fmla="*/ 957726 w 1097261"/>
              <a:gd name="connsiteY51" fmla="*/ 901819 h 1097270"/>
              <a:gd name="connsiteX52" fmla="*/ 1061524 w 1097261"/>
              <a:gd name="connsiteY52" fmla="*/ 1048622 h 1097270"/>
              <a:gd name="connsiteX53" fmla="*/ 1061524 w 1097261"/>
              <a:gd name="connsiteY53" fmla="*/ 1071518 h 1097270"/>
              <a:gd name="connsiteX54" fmla="*/ 1084420 w 1097261"/>
              <a:gd name="connsiteY54" fmla="*/ 1071518 h 1097270"/>
              <a:gd name="connsiteX55" fmla="*/ 1084420 w 1097261"/>
              <a:gd name="connsiteY55" fmla="*/ 1097271 h 1097270"/>
              <a:gd name="connsiteX56" fmla="*/ 561498 w 1097261"/>
              <a:gd name="connsiteY56" fmla="*/ 1071553 h 1097270"/>
              <a:gd name="connsiteX57" fmla="*/ 1035843 w 1097261"/>
              <a:gd name="connsiteY57" fmla="*/ 1071553 h 1097270"/>
              <a:gd name="connsiteX58" fmla="*/ 1035843 w 1097261"/>
              <a:gd name="connsiteY58" fmla="*/ 1048658 h 1097270"/>
              <a:gd name="connsiteX59" fmla="*/ 905826 w 1097261"/>
              <a:gd name="connsiteY59" fmla="*/ 918679 h 1097270"/>
              <a:gd name="connsiteX60" fmla="*/ 691514 w 1097261"/>
              <a:gd name="connsiteY60" fmla="*/ 918679 h 1097270"/>
              <a:gd name="connsiteX61" fmla="*/ 561498 w 1097261"/>
              <a:gd name="connsiteY61" fmla="*/ 1048658 h 1097270"/>
              <a:gd name="connsiteX62" fmla="*/ 561498 w 1097261"/>
              <a:gd name="connsiteY62" fmla="*/ 1071553 h 1097270"/>
              <a:gd name="connsiteX63" fmla="*/ 61435 w 1097261"/>
              <a:gd name="connsiteY63" fmla="*/ 1071553 h 1097270"/>
              <a:gd name="connsiteX64" fmla="*/ 392905 w 1097261"/>
              <a:gd name="connsiteY64" fmla="*/ 1071553 h 1097270"/>
              <a:gd name="connsiteX65" fmla="*/ 392905 w 1097261"/>
              <a:gd name="connsiteY65" fmla="*/ 990115 h 1097270"/>
              <a:gd name="connsiteX66" fmla="*/ 61435 w 1097261"/>
              <a:gd name="connsiteY66" fmla="*/ 990115 h 1097270"/>
              <a:gd name="connsiteX67" fmla="*/ 61435 w 1097261"/>
              <a:gd name="connsiteY67" fmla="*/ 1071553 h 1097270"/>
              <a:gd name="connsiteX68" fmla="*/ 225063 w 1097261"/>
              <a:gd name="connsiteY68" fmla="*/ 964398 h 1097270"/>
              <a:gd name="connsiteX69" fmla="*/ 397799 w 1097261"/>
              <a:gd name="connsiteY69" fmla="*/ 964398 h 1097270"/>
              <a:gd name="connsiteX70" fmla="*/ 427481 w 1097261"/>
              <a:gd name="connsiteY70" fmla="*/ 905105 h 1097270"/>
              <a:gd name="connsiteX71" fmla="*/ 392405 w 1097261"/>
              <a:gd name="connsiteY71" fmla="*/ 811559 h 1097270"/>
              <a:gd name="connsiteX72" fmla="*/ 61971 w 1097261"/>
              <a:gd name="connsiteY72" fmla="*/ 811559 h 1097270"/>
              <a:gd name="connsiteX73" fmla="*/ 26895 w 1097261"/>
              <a:gd name="connsiteY73" fmla="*/ 905105 h 1097270"/>
              <a:gd name="connsiteX74" fmla="*/ 56577 w 1097261"/>
              <a:gd name="connsiteY74" fmla="*/ 964398 h 1097270"/>
              <a:gd name="connsiteX75" fmla="*/ 225063 w 1097261"/>
              <a:gd name="connsiteY75" fmla="*/ 964398 h 1097270"/>
              <a:gd name="connsiteX76" fmla="*/ 691514 w 1097261"/>
              <a:gd name="connsiteY76" fmla="*/ 892961 h 1097270"/>
              <a:gd name="connsiteX77" fmla="*/ 905826 w 1097261"/>
              <a:gd name="connsiteY77" fmla="*/ 892961 h 1097270"/>
              <a:gd name="connsiteX78" fmla="*/ 932866 w 1097261"/>
              <a:gd name="connsiteY78" fmla="*/ 895319 h 1097270"/>
              <a:gd name="connsiteX79" fmla="*/ 963298 w 1097261"/>
              <a:gd name="connsiteY79" fmla="*/ 800129 h 1097270"/>
              <a:gd name="connsiteX80" fmla="*/ 823245 w 1097261"/>
              <a:gd name="connsiteY80" fmla="*/ 555029 h 1097270"/>
              <a:gd name="connsiteX81" fmla="*/ 823888 w 1097261"/>
              <a:gd name="connsiteY81" fmla="*/ 541313 h 1097270"/>
              <a:gd name="connsiteX82" fmla="*/ 836532 w 1097261"/>
              <a:gd name="connsiteY82" fmla="*/ 535991 h 1097270"/>
              <a:gd name="connsiteX83" fmla="*/ 1041451 w 1097261"/>
              <a:gd name="connsiteY83" fmla="*/ 570138 h 1097270"/>
              <a:gd name="connsiteX84" fmla="*/ 1068382 w 1097261"/>
              <a:gd name="connsiteY84" fmla="*/ 516310 h 1097270"/>
              <a:gd name="connsiteX85" fmla="*/ 865464 w 1097261"/>
              <a:gd name="connsiteY85" fmla="*/ 347183 h 1097270"/>
              <a:gd name="connsiteX86" fmla="*/ 798670 w 1097261"/>
              <a:gd name="connsiteY86" fmla="*/ 347183 h 1097270"/>
              <a:gd name="connsiteX87" fmla="*/ 785811 w 1097261"/>
              <a:gd name="connsiteY87" fmla="*/ 334325 h 1097270"/>
              <a:gd name="connsiteX88" fmla="*/ 785811 w 1097261"/>
              <a:gd name="connsiteY88" fmla="*/ 254851 h 1097270"/>
              <a:gd name="connsiteX89" fmla="*/ 703230 w 1097261"/>
              <a:gd name="connsiteY89" fmla="*/ 324609 h 1097270"/>
              <a:gd name="connsiteX90" fmla="*/ 633614 w 1097261"/>
              <a:gd name="connsiteY90" fmla="*/ 500058 h 1097270"/>
              <a:gd name="connsiteX91" fmla="*/ 691514 w 1097261"/>
              <a:gd name="connsiteY91" fmla="*/ 500058 h 1097270"/>
              <a:gd name="connsiteX92" fmla="*/ 691514 w 1097261"/>
              <a:gd name="connsiteY92" fmla="*/ 525776 h 1097270"/>
              <a:gd name="connsiteX93" fmla="*/ 632935 w 1097261"/>
              <a:gd name="connsiteY93" fmla="*/ 525776 h 1097270"/>
              <a:gd name="connsiteX94" fmla="*/ 632935 w 1097261"/>
              <a:gd name="connsiteY94" fmla="*/ 529169 h 1097270"/>
              <a:gd name="connsiteX95" fmla="*/ 632935 w 1097261"/>
              <a:gd name="connsiteY95" fmla="*/ 607214 h 1097270"/>
              <a:gd name="connsiteX96" fmla="*/ 691514 w 1097261"/>
              <a:gd name="connsiteY96" fmla="*/ 607214 h 1097270"/>
              <a:gd name="connsiteX97" fmla="*/ 691514 w 1097261"/>
              <a:gd name="connsiteY97" fmla="*/ 632967 h 1097270"/>
              <a:gd name="connsiteX98" fmla="*/ 632935 w 1097261"/>
              <a:gd name="connsiteY98" fmla="*/ 632967 h 1097270"/>
              <a:gd name="connsiteX99" fmla="*/ 632935 w 1097261"/>
              <a:gd name="connsiteY99" fmla="*/ 714369 h 1097270"/>
              <a:gd name="connsiteX100" fmla="*/ 691514 w 1097261"/>
              <a:gd name="connsiteY100" fmla="*/ 714369 h 1097270"/>
              <a:gd name="connsiteX101" fmla="*/ 691514 w 1097261"/>
              <a:gd name="connsiteY101" fmla="*/ 740122 h 1097270"/>
              <a:gd name="connsiteX102" fmla="*/ 632935 w 1097261"/>
              <a:gd name="connsiteY102" fmla="*/ 740122 h 1097270"/>
              <a:gd name="connsiteX103" fmla="*/ 632935 w 1097261"/>
              <a:gd name="connsiteY103" fmla="*/ 796664 h 1097270"/>
              <a:gd name="connsiteX104" fmla="*/ 664475 w 1097261"/>
              <a:gd name="connsiteY104" fmla="*/ 895354 h 1097270"/>
              <a:gd name="connsiteX105" fmla="*/ 691514 w 1097261"/>
              <a:gd name="connsiteY105" fmla="*/ 892961 h 1097270"/>
              <a:gd name="connsiteX106" fmla="*/ 370045 w 1097261"/>
              <a:gd name="connsiteY106" fmla="*/ 382902 h 1097270"/>
              <a:gd name="connsiteX107" fmla="*/ 84295 w 1097261"/>
              <a:gd name="connsiteY107" fmla="*/ 382902 h 1097270"/>
              <a:gd name="connsiteX108" fmla="*/ 84295 w 1097261"/>
              <a:gd name="connsiteY108" fmla="*/ 357185 h 1097270"/>
              <a:gd name="connsiteX109" fmla="*/ 370045 w 1097261"/>
              <a:gd name="connsiteY109" fmla="*/ 357185 h 1097270"/>
              <a:gd name="connsiteX110" fmla="*/ 370045 w 1097261"/>
              <a:gd name="connsiteY110" fmla="*/ 382902 h 1097270"/>
              <a:gd name="connsiteX111" fmla="*/ 347185 w 1097261"/>
              <a:gd name="connsiteY111" fmla="*/ 298606 h 1097270"/>
              <a:gd name="connsiteX112" fmla="*/ 321468 w 1097261"/>
              <a:gd name="connsiteY112" fmla="*/ 298606 h 1097270"/>
              <a:gd name="connsiteX113" fmla="*/ 321468 w 1097261"/>
              <a:gd name="connsiteY113" fmla="*/ 227169 h 1097270"/>
              <a:gd name="connsiteX114" fmla="*/ 322825 w 1097261"/>
              <a:gd name="connsiteY114" fmla="*/ 221419 h 1097270"/>
              <a:gd name="connsiteX115" fmla="*/ 355686 w 1097261"/>
              <a:gd name="connsiteY115" fmla="*/ 155732 h 1097270"/>
              <a:gd name="connsiteX116" fmla="*/ 326397 w 1097261"/>
              <a:gd name="connsiteY116" fmla="*/ 97154 h 1097270"/>
              <a:gd name="connsiteX117" fmla="*/ 127979 w 1097261"/>
              <a:gd name="connsiteY117" fmla="*/ 97154 h 1097270"/>
              <a:gd name="connsiteX118" fmla="*/ 98654 w 1097261"/>
              <a:gd name="connsiteY118" fmla="*/ 155732 h 1097270"/>
              <a:gd name="connsiteX119" fmla="*/ 131480 w 1097261"/>
              <a:gd name="connsiteY119" fmla="*/ 221419 h 1097270"/>
              <a:gd name="connsiteX120" fmla="*/ 132873 w 1097261"/>
              <a:gd name="connsiteY120" fmla="*/ 227169 h 1097270"/>
              <a:gd name="connsiteX121" fmla="*/ 132873 w 1097261"/>
              <a:gd name="connsiteY121" fmla="*/ 298606 h 1097270"/>
              <a:gd name="connsiteX122" fmla="*/ 107155 w 1097261"/>
              <a:gd name="connsiteY122" fmla="*/ 298606 h 1097270"/>
              <a:gd name="connsiteX123" fmla="*/ 107155 w 1097261"/>
              <a:gd name="connsiteY123" fmla="*/ 230205 h 1097270"/>
              <a:gd name="connsiteX124" fmla="*/ 72794 w 1097261"/>
              <a:gd name="connsiteY124" fmla="*/ 161483 h 1097270"/>
              <a:gd name="connsiteX125" fmla="*/ 72794 w 1097261"/>
              <a:gd name="connsiteY125" fmla="*/ 149982 h 1097270"/>
              <a:gd name="connsiteX126" fmla="*/ 108512 w 1097261"/>
              <a:gd name="connsiteY126" fmla="*/ 78545 h 1097270"/>
              <a:gd name="connsiteX127" fmla="*/ 120014 w 1097261"/>
              <a:gd name="connsiteY127" fmla="*/ 71437 h 1097270"/>
              <a:gd name="connsiteX128" fmla="*/ 142874 w 1097261"/>
              <a:gd name="connsiteY128" fmla="*/ 71437 h 1097270"/>
              <a:gd name="connsiteX129" fmla="*/ 142874 w 1097261"/>
              <a:gd name="connsiteY129" fmla="*/ 12859 h 1097270"/>
              <a:gd name="connsiteX130" fmla="*/ 155733 w 1097261"/>
              <a:gd name="connsiteY130" fmla="*/ 0 h 1097270"/>
              <a:gd name="connsiteX131" fmla="*/ 298608 w 1097261"/>
              <a:gd name="connsiteY131" fmla="*/ 0 h 1097270"/>
              <a:gd name="connsiteX132" fmla="*/ 311466 w 1097261"/>
              <a:gd name="connsiteY132" fmla="*/ 12859 h 1097270"/>
              <a:gd name="connsiteX133" fmla="*/ 311466 w 1097261"/>
              <a:gd name="connsiteY133" fmla="*/ 71437 h 1097270"/>
              <a:gd name="connsiteX134" fmla="*/ 334326 w 1097261"/>
              <a:gd name="connsiteY134" fmla="*/ 71437 h 1097270"/>
              <a:gd name="connsiteX135" fmla="*/ 345828 w 1097261"/>
              <a:gd name="connsiteY135" fmla="*/ 78545 h 1097270"/>
              <a:gd name="connsiteX136" fmla="*/ 381547 w 1097261"/>
              <a:gd name="connsiteY136" fmla="*/ 149982 h 1097270"/>
              <a:gd name="connsiteX137" fmla="*/ 381547 w 1097261"/>
              <a:gd name="connsiteY137" fmla="*/ 161483 h 1097270"/>
              <a:gd name="connsiteX138" fmla="*/ 347185 w 1097261"/>
              <a:gd name="connsiteY138" fmla="*/ 230205 h 1097270"/>
              <a:gd name="connsiteX139" fmla="*/ 347185 w 1097261"/>
              <a:gd name="connsiteY139" fmla="*/ 298606 h 1097270"/>
              <a:gd name="connsiteX140" fmla="*/ 168591 w 1097261"/>
              <a:gd name="connsiteY140" fmla="*/ 71437 h 1097270"/>
              <a:gd name="connsiteX141" fmla="*/ 285749 w 1097261"/>
              <a:gd name="connsiteY141" fmla="*/ 71437 h 1097270"/>
              <a:gd name="connsiteX142" fmla="*/ 285749 w 1097261"/>
              <a:gd name="connsiteY142" fmla="*/ 25717 h 1097270"/>
              <a:gd name="connsiteX143" fmla="*/ 168591 w 1097261"/>
              <a:gd name="connsiteY143" fmla="*/ 25717 h 1097270"/>
              <a:gd name="connsiteX144" fmla="*/ 168591 w 1097261"/>
              <a:gd name="connsiteY144" fmla="*/ 71437 h 1097270"/>
              <a:gd name="connsiteX145" fmla="*/ 298608 w 1097261"/>
              <a:gd name="connsiteY145" fmla="*/ 168591 h 1097270"/>
              <a:gd name="connsiteX146" fmla="*/ 155733 w 1097261"/>
              <a:gd name="connsiteY146" fmla="*/ 168591 h 1097270"/>
              <a:gd name="connsiteX147" fmla="*/ 155733 w 1097261"/>
              <a:gd name="connsiteY147" fmla="*/ 142874 h 1097270"/>
              <a:gd name="connsiteX148" fmla="*/ 298608 w 1097261"/>
              <a:gd name="connsiteY148" fmla="*/ 142874 h 1097270"/>
              <a:gd name="connsiteX149" fmla="*/ 298608 w 1097261"/>
              <a:gd name="connsiteY149" fmla="*/ 168591 h 10972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1097261" h="1097270">
                <a:moveTo>
                  <a:pt x="1084420" y="1097271"/>
                </a:moveTo>
                <a:lnTo>
                  <a:pt x="12858" y="1097271"/>
                </a:lnTo>
                <a:lnTo>
                  <a:pt x="12858" y="1071553"/>
                </a:lnTo>
                <a:lnTo>
                  <a:pt x="35718" y="1071553"/>
                </a:lnTo>
                <a:lnTo>
                  <a:pt x="35718" y="980293"/>
                </a:lnTo>
                <a:lnTo>
                  <a:pt x="1356" y="911571"/>
                </a:lnTo>
                <a:cubicBezTo>
                  <a:pt x="-251" y="908356"/>
                  <a:pt x="-430" y="904677"/>
                  <a:pt x="820" y="901319"/>
                </a:cubicBezTo>
                <a:lnTo>
                  <a:pt x="34467" y="811523"/>
                </a:lnTo>
                <a:lnTo>
                  <a:pt x="12858" y="811523"/>
                </a:lnTo>
                <a:lnTo>
                  <a:pt x="12858" y="785806"/>
                </a:lnTo>
                <a:lnTo>
                  <a:pt x="44112" y="785806"/>
                </a:lnTo>
                <a:lnTo>
                  <a:pt x="107155" y="617751"/>
                </a:lnTo>
                <a:lnTo>
                  <a:pt x="107155" y="441480"/>
                </a:lnTo>
                <a:lnTo>
                  <a:pt x="132873" y="441480"/>
                </a:lnTo>
                <a:lnTo>
                  <a:pt x="132873" y="620072"/>
                </a:lnTo>
                <a:cubicBezTo>
                  <a:pt x="132873" y="621608"/>
                  <a:pt x="132587" y="623144"/>
                  <a:pt x="132051" y="624573"/>
                </a:cubicBezTo>
                <a:lnTo>
                  <a:pt x="71615" y="785806"/>
                </a:lnTo>
                <a:lnTo>
                  <a:pt x="382761" y="785806"/>
                </a:lnTo>
                <a:lnTo>
                  <a:pt x="322325" y="624573"/>
                </a:lnTo>
                <a:cubicBezTo>
                  <a:pt x="321753" y="623144"/>
                  <a:pt x="321468" y="621608"/>
                  <a:pt x="321468" y="620072"/>
                </a:cubicBezTo>
                <a:lnTo>
                  <a:pt x="321468" y="441480"/>
                </a:lnTo>
                <a:lnTo>
                  <a:pt x="347185" y="441480"/>
                </a:lnTo>
                <a:lnTo>
                  <a:pt x="347185" y="617751"/>
                </a:lnTo>
                <a:lnTo>
                  <a:pt x="410229" y="785806"/>
                </a:lnTo>
                <a:lnTo>
                  <a:pt x="441483" y="785806"/>
                </a:lnTo>
                <a:lnTo>
                  <a:pt x="441483" y="811559"/>
                </a:lnTo>
                <a:lnTo>
                  <a:pt x="419873" y="811559"/>
                </a:lnTo>
                <a:lnTo>
                  <a:pt x="453520" y="901355"/>
                </a:lnTo>
                <a:cubicBezTo>
                  <a:pt x="454770" y="904713"/>
                  <a:pt x="454591" y="908392"/>
                  <a:pt x="452984" y="911606"/>
                </a:cubicBezTo>
                <a:lnTo>
                  <a:pt x="418623" y="980329"/>
                </a:lnTo>
                <a:lnTo>
                  <a:pt x="418623" y="1071589"/>
                </a:lnTo>
                <a:lnTo>
                  <a:pt x="535780" y="1071589"/>
                </a:lnTo>
                <a:lnTo>
                  <a:pt x="535780" y="1048694"/>
                </a:lnTo>
                <a:cubicBezTo>
                  <a:pt x="535780" y="981007"/>
                  <a:pt x="579143" y="923322"/>
                  <a:pt x="639579" y="901891"/>
                </a:cubicBezTo>
                <a:lnTo>
                  <a:pt x="607825" y="802629"/>
                </a:lnTo>
                <a:cubicBezTo>
                  <a:pt x="607432" y="801308"/>
                  <a:pt x="607218" y="799986"/>
                  <a:pt x="607218" y="798665"/>
                </a:cubicBezTo>
                <a:lnTo>
                  <a:pt x="607218" y="529169"/>
                </a:lnTo>
                <a:cubicBezTo>
                  <a:pt x="607218" y="408548"/>
                  <a:pt x="637329" y="354220"/>
                  <a:pt x="685835" y="305714"/>
                </a:cubicBezTo>
                <a:lnTo>
                  <a:pt x="790383" y="217347"/>
                </a:lnTo>
                <a:cubicBezTo>
                  <a:pt x="794241" y="214096"/>
                  <a:pt x="799670" y="213453"/>
                  <a:pt x="804099" y="215489"/>
                </a:cubicBezTo>
                <a:cubicBezTo>
                  <a:pt x="808600" y="217597"/>
                  <a:pt x="811529" y="222169"/>
                  <a:pt x="811529" y="227169"/>
                </a:cubicBezTo>
                <a:lnTo>
                  <a:pt x="811529" y="321466"/>
                </a:lnTo>
                <a:lnTo>
                  <a:pt x="870108" y="321466"/>
                </a:lnTo>
                <a:cubicBezTo>
                  <a:pt x="873108" y="321466"/>
                  <a:pt x="876037" y="322502"/>
                  <a:pt x="878323" y="324431"/>
                </a:cubicBezTo>
                <a:lnTo>
                  <a:pt x="1092635" y="503023"/>
                </a:lnTo>
                <a:cubicBezTo>
                  <a:pt x="1097208" y="506845"/>
                  <a:pt x="1098565" y="513310"/>
                  <a:pt x="1095922" y="518668"/>
                </a:cubicBezTo>
                <a:lnTo>
                  <a:pt x="1060203" y="590104"/>
                </a:lnTo>
                <a:cubicBezTo>
                  <a:pt x="1057703" y="595141"/>
                  <a:pt x="1052345" y="597820"/>
                  <a:pt x="1046558" y="597034"/>
                </a:cubicBezTo>
                <a:lnTo>
                  <a:pt x="858963" y="565780"/>
                </a:lnTo>
                <a:lnTo>
                  <a:pt x="988408" y="792271"/>
                </a:lnTo>
                <a:cubicBezTo>
                  <a:pt x="990194" y="795414"/>
                  <a:pt x="990623" y="799129"/>
                  <a:pt x="989480" y="802558"/>
                </a:cubicBezTo>
                <a:lnTo>
                  <a:pt x="957726" y="901819"/>
                </a:lnTo>
                <a:cubicBezTo>
                  <a:pt x="1018126" y="923286"/>
                  <a:pt x="1061524" y="980971"/>
                  <a:pt x="1061524" y="1048622"/>
                </a:cubicBezTo>
                <a:lnTo>
                  <a:pt x="1061524" y="1071518"/>
                </a:lnTo>
                <a:lnTo>
                  <a:pt x="1084420" y="1071518"/>
                </a:lnTo>
                <a:lnTo>
                  <a:pt x="1084420" y="1097271"/>
                </a:lnTo>
                <a:close/>
                <a:moveTo>
                  <a:pt x="561498" y="1071553"/>
                </a:moveTo>
                <a:lnTo>
                  <a:pt x="1035843" y="1071553"/>
                </a:lnTo>
                <a:lnTo>
                  <a:pt x="1035843" y="1048658"/>
                </a:lnTo>
                <a:cubicBezTo>
                  <a:pt x="1035843" y="976971"/>
                  <a:pt x="977514" y="918679"/>
                  <a:pt x="905826" y="918679"/>
                </a:cubicBezTo>
                <a:lnTo>
                  <a:pt x="691514" y="918679"/>
                </a:lnTo>
                <a:cubicBezTo>
                  <a:pt x="619826" y="918679"/>
                  <a:pt x="561498" y="976971"/>
                  <a:pt x="561498" y="1048658"/>
                </a:cubicBezTo>
                <a:lnTo>
                  <a:pt x="561498" y="1071553"/>
                </a:lnTo>
                <a:close/>
                <a:moveTo>
                  <a:pt x="61435" y="1071553"/>
                </a:moveTo>
                <a:lnTo>
                  <a:pt x="392905" y="1071553"/>
                </a:lnTo>
                <a:lnTo>
                  <a:pt x="392905" y="990115"/>
                </a:lnTo>
                <a:lnTo>
                  <a:pt x="61435" y="990115"/>
                </a:lnTo>
                <a:lnTo>
                  <a:pt x="61435" y="1071553"/>
                </a:lnTo>
                <a:close/>
                <a:moveTo>
                  <a:pt x="225063" y="964398"/>
                </a:moveTo>
                <a:lnTo>
                  <a:pt x="397799" y="964398"/>
                </a:lnTo>
                <a:lnTo>
                  <a:pt x="427481" y="905105"/>
                </a:lnTo>
                <a:lnTo>
                  <a:pt x="392405" y="811559"/>
                </a:lnTo>
                <a:lnTo>
                  <a:pt x="61971" y="811559"/>
                </a:lnTo>
                <a:lnTo>
                  <a:pt x="26895" y="905105"/>
                </a:lnTo>
                <a:lnTo>
                  <a:pt x="56577" y="964398"/>
                </a:lnTo>
                <a:lnTo>
                  <a:pt x="225063" y="964398"/>
                </a:lnTo>
                <a:close/>
                <a:moveTo>
                  <a:pt x="691514" y="892961"/>
                </a:moveTo>
                <a:lnTo>
                  <a:pt x="905826" y="892961"/>
                </a:lnTo>
                <a:cubicBezTo>
                  <a:pt x="915042" y="892961"/>
                  <a:pt x="924079" y="893747"/>
                  <a:pt x="932866" y="895319"/>
                </a:cubicBezTo>
                <a:lnTo>
                  <a:pt x="963298" y="800129"/>
                </a:lnTo>
                <a:lnTo>
                  <a:pt x="823245" y="555029"/>
                </a:lnTo>
                <a:cubicBezTo>
                  <a:pt x="820780" y="550707"/>
                  <a:pt x="821030" y="545349"/>
                  <a:pt x="823888" y="541313"/>
                </a:cubicBezTo>
                <a:cubicBezTo>
                  <a:pt x="826674" y="537241"/>
                  <a:pt x="831460" y="535205"/>
                  <a:pt x="836532" y="535991"/>
                </a:cubicBezTo>
                <a:lnTo>
                  <a:pt x="1041451" y="570138"/>
                </a:lnTo>
                <a:lnTo>
                  <a:pt x="1068382" y="516310"/>
                </a:lnTo>
                <a:lnTo>
                  <a:pt x="865464" y="347183"/>
                </a:lnTo>
                <a:lnTo>
                  <a:pt x="798670" y="347183"/>
                </a:lnTo>
                <a:cubicBezTo>
                  <a:pt x="791562" y="347183"/>
                  <a:pt x="785811" y="341433"/>
                  <a:pt x="785811" y="334325"/>
                </a:cubicBezTo>
                <a:lnTo>
                  <a:pt x="785811" y="254851"/>
                </a:lnTo>
                <a:lnTo>
                  <a:pt x="703230" y="324609"/>
                </a:lnTo>
                <a:cubicBezTo>
                  <a:pt x="664046" y="363828"/>
                  <a:pt x="638043" y="408369"/>
                  <a:pt x="633614" y="500058"/>
                </a:cubicBezTo>
                <a:lnTo>
                  <a:pt x="691514" y="500058"/>
                </a:lnTo>
                <a:lnTo>
                  <a:pt x="691514" y="525776"/>
                </a:lnTo>
                <a:lnTo>
                  <a:pt x="632935" y="525776"/>
                </a:lnTo>
                <a:cubicBezTo>
                  <a:pt x="632935" y="526919"/>
                  <a:pt x="632935" y="528026"/>
                  <a:pt x="632935" y="529169"/>
                </a:cubicBezTo>
                <a:lnTo>
                  <a:pt x="632935" y="607214"/>
                </a:lnTo>
                <a:lnTo>
                  <a:pt x="691514" y="607214"/>
                </a:lnTo>
                <a:lnTo>
                  <a:pt x="691514" y="632967"/>
                </a:lnTo>
                <a:lnTo>
                  <a:pt x="632935" y="632967"/>
                </a:lnTo>
                <a:lnTo>
                  <a:pt x="632935" y="714369"/>
                </a:lnTo>
                <a:lnTo>
                  <a:pt x="691514" y="714369"/>
                </a:lnTo>
                <a:lnTo>
                  <a:pt x="691514" y="740122"/>
                </a:lnTo>
                <a:lnTo>
                  <a:pt x="632935" y="740122"/>
                </a:lnTo>
                <a:lnTo>
                  <a:pt x="632935" y="796664"/>
                </a:lnTo>
                <a:lnTo>
                  <a:pt x="664475" y="895354"/>
                </a:lnTo>
                <a:cubicBezTo>
                  <a:pt x="673262" y="893747"/>
                  <a:pt x="682298" y="892961"/>
                  <a:pt x="691514" y="892961"/>
                </a:cubicBezTo>
                <a:close/>
                <a:moveTo>
                  <a:pt x="370045" y="382902"/>
                </a:moveTo>
                <a:lnTo>
                  <a:pt x="84295" y="382902"/>
                </a:lnTo>
                <a:lnTo>
                  <a:pt x="84295" y="357185"/>
                </a:lnTo>
                <a:lnTo>
                  <a:pt x="370045" y="357185"/>
                </a:lnTo>
                <a:lnTo>
                  <a:pt x="370045" y="382902"/>
                </a:lnTo>
                <a:close/>
                <a:moveTo>
                  <a:pt x="347185" y="298606"/>
                </a:moveTo>
                <a:lnTo>
                  <a:pt x="321468" y="298606"/>
                </a:lnTo>
                <a:lnTo>
                  <a:pt x="321468" y="227169"/>
                </a:lnTo>
                <a:cubicBezTo>
                  <a:pt x="321468" y="225169"/>
                  <a:pt x="321932" y="223205"/>
                  <a:pt x="322825" y="221419"/>
                </a:cubicBezTo>
                <a:lnTo>
                  <a:pt x="355686" y="155732"/>
                </a:lnTo>
                <a:lnTo>
                  <a:pt x="326397" y="97154"/>
                </a:lnTo>
                <a:lnTo>
                  <a:pt x="127979" y="97154"/>
                </a:lnTo>
                <a:lnTo>
                  <a:pt x="98654" y="155732"/>
                </a:lnTo>
                <a:lnTo>
                  <a:pt x="131480" y="221419"/>
                </a:lnTo>
                <a:cubicBezTo>
                  <a:pt x="132408" y="223205"/>
                  <a:pt x="132873" y="225169"/>
                  <a:pt x="132873" y="227169"/>
                </a:cubicBezTo>
                <a:lnTo>
                  <a:pt x="132873" y="298606"/>
                </a:lnTo>
                <a:lnTo>
                  <a:pt x="107155" y="298606"/>
                </a:lnTo>
                <a:lnTo>
                  <a:pt x="107155" y="230205"/>
                </a:lnTo>
                <a:lnTo>
                  <a:pt x="72794" y="161483"/>
                </a:lnTo>
                <a:cubicBezTo>
                  <a:pt x="70972" y="157840"/>
                  <a:pt x="70972" y="153589"/>
                  <a:pt x="72794" y="149982"/>
                </a:cubicBezTo>
                <a:lnTo>
                  <a:pt x="108512" y="78545"/>
                </a:lnTo>
                <a:cubicBezTo>
                  <a:pt x="110691" y="74187"/>
                  <a:pt x="115156" y="71437"/>
                  <a:pt x="120014" y="71437"/>
                </a:cubicBezTo>
                <a:lnTo>
                  <a:pt x="142874" y="71437"/>
                </a:lnTo>
                <a:lnTo>
                  <a:pt x="142874" y="12859"/>
                </a:lnTo>
                <a:cubicBezTo>
                  <a:pt x="142874" y="5751"/>
                  <a:pt x="148625" y="0"/>
                  <a:pt x="155733" y="0"/>
                </a:cubicBezTo>
                <a:lnTo>
                  <a:pt x="298608" y="0"/>
                </a:lnTo>
                <a:cubicBezTo>
                  <a:pt x="305716" y="0"/>
                  <a:pt x="311466" y="5751"/>
                  <a:pt x="311466" y="12859"/>
                </a:cubicBezTo>
                <a:lnTo>
                  <a:pt x="311466" y="71437"/>
                </a:lnTo>
                <a:lnTo>
                  <a:pt x="334326" y="71437"/>
                </a:lnTo>
                <a:cubicBezTo>
                  <a:pt x="339184" y="71437"/>
                  <a:pt x="343649" y="74187"/>
                  <a:pt x="345828" y="78545"/>
                </a:cubicBezTo>
                <a:lnTo>
                  <a:pt x="381547" y="149982"/>
                </a:lnTo>
                <a:cubicBezTo>
                  <a:pt x="383368" y="153625"/>
                  <a:pt x="383368" y="157876"/>
                  <a:pt x="381547" y="161483"/>
                </a:cubicBezTo>
                <a:lnTo>
                  <a:pt x="347185" y="230205"/>
                </a:lnTo>
                <a:lnTo>
                  <a:pt x="347185" y="298606"/>
                </a:lnTo>
                <a:close/>
                <a:moveTo>
                  <a:pt x="168591" y="71437"/>
                </a:moveTo>
                <a:lnTo>
                  <a:pt x="285749" y="71437"/>
                </a:lnTo>
                <a:lnTo>
                  <a:pt x="285749" y="25717"/>
                </a:lnTo>
                <a:lnTo>
                  <a:pt x="168591" y="25717"/>
                </a:lnTo>
                <a:lnTo>
                  <a:pt x="168591" y="71437"/>
                </a:lnTo>
                <a:close/>
                <a:moveTo>
                  <a:pt x="298608" y="168591"/>
                </a:moveTo>
                <a:lnTo>
                  <a:pt x="155733" y="168591"/>
                </a:lnTo>
                <a:lnTo>
                  <a:pt x="155733" y="142874"/>
                </a:lnTo>
                <a:lnTo>
                  <a:pt x="298608" y="142874"/>
                </a:lnTo>
                <a:lnTo>
                  <a:pt x="298608" y="168591"/>
                </a:lnTo>
                <a:close/>
              </a:path>
            </a:pathLst>
          </a:custGeom>
          <a:solidFill>
            <a:schemeClr val="accent1"/>
          </a:solidFill>
          <a:ln w="35719" cap="flat">
            <a:noFill/>
            <a:prstDash val="solid"/>
            <a:miter/>
          </a:ln>
        </p:spPr>
        <p:txBody>
          <a:bodyPr rtlCol="0" anchor="ctr"/>
          <a:lstStyle/>
          <a:p>
            <a:endParaRPr lang="en-RO"/>
          </a:p>
        </p:txBody>
      </p:sp>
      <p:sp>
        <p:nvSpPr>
          <p:cNvPr id="4" name="Text Placeholder 3">
            <a:extLst>
              <a:ext uri="{FF2B5EF4-FFF2-40B4-BE49-F238E27FC236}">
                <a16:creationId xmlns:a16="http://schemas.microsoft.com/office/drawing/2014/main" id="{C7B69501-1DBB-F743-8C94-3DCFFE03F26F}"/>
              </a:ext>
            </a:extLst>
          </p:cNvPr>
          <p:cNvSpPr>
            <a:spLocks noGrp="1"/>
          </p:cNvSpPr>
          <p:nvPr>
            <p:ph type="body" sz="quarter" idx="12"/>
          </p:nvPr>
        </p:nvSpPr>
        <p:spPr/>
        <p:txBody>
          <a:bodyPr/>
          <a:lstStyle/>
          <a:p>
            <a:r>
              <a:rPr lang="en-US" sz="4400" dirty="0"/>
              <a:t>Strategic goals</a:t>
            </a:r>
            <a:br>
              <a:rPr lang="en-US" dirty="0"/>
            </a:br>
            <a:endParaRPr lang="en-US" dirty="0"/>
          </a:p>
          <a:p>
            <a:endParaRPr lang="en-US" dirty="0"/>
          </a:p>
          <a:p>
            <a:pPr lvl="1"/>
            <a:endParaRPr lang="en-US" dirty="0"/>
          </a:p>
          <a:p>
            <a:pPr lvl="1"/>
            <a:r>
              <a:rPr lang="en-US" dirty="0"/>
              <a:t>Build world-class recruitment model</a:t>
            </a:r>
          </a:p>
          <a:p>
            <a:pPr lvl="1"/>
            <a:r>
              <a:rPr lang="en-US" dirty="0"/>
              <a:t>Optimize existing technology infrastructure </a:t>
            </a:r>
          </a:p>
          <a:p>
            <a:pPr lvl="1"/>
            <a:r>
              <a:rPr lang="en-US" dirty="0"/>
              <a:t>Bring visibility into process and ensure ongoing improvement</a:t>
            </a:r>
          </a:p>
          <a:p>
            <a:pPr lvl="1"/>
            <a:r>
              <a:rPr lang="en-US" dirty="0"/>
              <a:t>Allow hiring managers</a:t>
            </a:r>
            <a:br>
              <a:rPr lang="en-US" dirty="0"/>
            </a:br>
            <a:r>
              <a:rPr lang="en-US" dirty="0"/>
              <a:t>to focus on core competencies</a:t>
            </a:r>
          </a:p>
          <a:p>
            <a:endParaRPr lang="en-US" dirty="0"/>
          </a:p>
        </p:txBody>
      </p:sp>
      <p:sp>
        <p:nvSpPr>
          <p:cNvPr id="42" name="Freeform 41" descr="Pictogram showing 3 vertical open circles and 3 horizontal lines vertically aligned in blue 60">
            <a:extLst>
              <a:ext uri="{FF2B5EF4-FFF2-40B4-BE49-F238E27FC236}">
                <a16:creationId xmlns:a16="http://schemas.microsoft.com/office/drawing/2014/main" id="{E29000EA-7136-E980-2364-72FDC97EC354}"/>
              </a:ext>
            </a:extLst>
          </p:cNvPr>
          <p:cNvSpPr/>
          <p:nvPr/>
        </p:nvSpPr>
        <p:spPr>
          <a:xfrm>
            <a:off x="12797950" y="627750"/>
            <a:ext cx="1216152" cy="1216152"/>
          </a:xfrm>
          <a:custGeom>
            <a:avLst/>
            <a:gdLst>
              <a:gd name="connsiteX0" fmla="*/ 128016 w 1156716"/>
              <a:gd name="connsiteY0" fmla="*/ 1170432 h 1170432"/>
              <a:gd name="connsiteX1" fmla="*/ 0 w 1156716"/>
              <a:gd name="connsiteY1" fmla="*/ 1042416 h 1170432"/>
              <a:gd name="connsiteX2" fmla="*/ 128016 w 1156716"/>
              <a:gd name="connsiteY2" fmla="*/ 914400 h 1170432"/>
              <a:gd name="connsiteX3" fmla="*/ 256032 w 1156716"/>
              <a:gd name="connsiteY3" fmla="*/ 1042416 h 1170432"/>
              <a:gd name="connsiteX4" fmla="*/ 128016 w 1156716"/>
              <a:gd name="connsiteY4" fmla="*/ 1170432 h 1170432"/>
              <a:gd name="connsiteX5" fmla="*/ 128016 w 1156716"/>
              <a:gd name="connsiteY5" fmla="*/ 941832 h 1170432"/>
              <a:gd name="connsiteX6" fmla="*/ 27432 w 1156716"/>
              <a:gd name="connsiteY6" fmla="*/ 1042416 h 1170432"/>
              <a:gd name="connsiteX7" fmla="*/ 128016 w 1156716"/>
              <a:gd name="connsiteY7" fmla="*/ 1143000 h 1170432"/>
              <a:gd name="connsiteX8" fmla="*/ 228600 w 1156716"/>
              <a:gd name="connsiteY8" fmla="*/ 1042416 h 1170432"/>
              <a:gd name="connsiteX9" fmla="*/ 128016 w 1156716"/>
              <a:gd name="connsiteY9" fmla="*/ 941832 h 1170432"/>
              <a:gd name="connsiteX10" fmla="*/ 1156716 w 1156716"/>
              <a:gd name="connsiteY10" fmla="*/ 1056132 h 1170432"/>
              <a:gd name="connsiteX11" fmla="*/ 394716 w 1156716"/>
              <a:gd name="connsiteY11" fmla="*/ 1056132 h 1170432"/>
              <a:gd name="connsiteX12" fmla="*/ 394716 w 1156716"/>
              <a:gd name="connsiteY12" fmla="*/ 1028700 h 1170432"/>
              <a:gd name="connsiteX13" fmla="*/ 1156716 w 1156716"/>
              <a:gd name="connsiteY13" fmla="*/ 1028700 h 1170432"/>
              <a:gd name="connsiteX14" fmla="*/ 1156716 w 1156716"/>
              <a:gd name="connsiteY14" fmla="*/ 1056132 h 1170432"/>
              <a:gd name="connsiteX15" fmla="*/ 128016 w 1156716"/>
              <a:gd name="connsiteY15" fmla="*/ 713232 h 1170432"/>
              <a:gd name="connsiteX16" fmla="*/ 0 w 1156716"/>
              <a:gd name="connsiteY16" fmla="*/ 585216 h 1170432"/>
              <a:gd name="connsiteX17" fmla="*/ 128016 w 1156716"/>
              <a:gd name="connsiteY17" fmla="*/ 457200 h 1170432"/>
              <a:gd name="connsiteX18" fmla="*/ 256032 w 1156716"/>
              <a:gd name="connsiteY18" fmla="*/ 585216 h 1170432"/>
              <a:gd name="connsiteX19" fmla="*/ 128016 w 1156716"/>
              <a:gd name="connsiteY19" fmla="*/ 713232 h 1170432"/>
              <a:gd name="connsiteX20" fmla="*/ 128016 w 1156716"/>
              <a:gd name="connsiteY20" fmla="*/ 484632 h 1170432"/>
              <a:gd name="connsiteX21" fmla="*/ 27432 w 1156716"/>
              <a:gd name="connsiteY21" fmla="*/ 585216 h 1170432"/>
              <a:gd name="connsiteX22" fmla="*/ 128016 w 1156716"/>
              <a:gd name="connsiteY22" fmla="*/ 685800 h 1170432"/>
              <a:gd name="connsiteX23" fmla="*/ 228600 w 1156716"/>
              <a:gd name="connsiteY23" fmla="*/ 585216 h 1170432"/>
              <a:gd name="connsiteX24" fmla="*/ 128016 w 1156716"/>
              <a:gd name="connsiteY24" fmla="*/ 484632 h 1170432"/>
              <a:gd name="connsiteX25" fmla="*/ 1156716 w 1156716"/>
              <a:gd name="connsiteY25" fmla="*/ 598932 h 1170432"/>
              <a:gd name="connsiteX26" fmla="*/ 394716 w 1156716"/>
              <a:gd name="connsiteY26" fmla="*/ 598932 h 1170432"/>
              <a:gd name="connsiteX27" fmla="*/ 394716 w 1156716"/>
              <a:gd name="connsiteY27" fmla="*/ 571500 h 1170432"/>
              <a:gd name="connsiteX28" fmla="*/ 1156716 w 1156716"/>
              <a:gd name="connsiteY28" fmla="*/ 571500 h 1170432"/>
              <a:gd name="connsiteX29" fmla="*/ 1156716 w 1156716"/>
              <a:gd name="connsiteY29" fmla="*/ 598932 h 1170432"/>
              <a:gd name="connsiteX30" fmla="*/ 128016 w 1156716"/>
              <a:gd name="connsiteY30" fmla="*/ 256032 h 1170432"/>
              <a:gd name="connsiteX31" fmla="*/ 0 w 1156716"/>
              <a:gd name="connsiteY31" fmla="*/ 128016 h 1170432"/>
              <a:gd name="connsiteX32" fmla="*/ 128016 w 1156716"/>
              <a:gd name="connsiteY32" fmla="*/ 0 h 1170432"/>
              <a:gd name="connsiteX33" fmla="*/ 256032 w 1156716"/>
              <a:gd name="connsiteY33" fmla="*/ 128016 h 1170432"/>
              <a:gd name="connsiteX34" fmla="*/ 128016 w 1156716"/>
              <a:gd name="connsiteY34" fmla="*/ 256032 h 1170432"/>
              <a:gd name="connsiteX35" fmla="*/ 128016 w 1156716"/>
              <a:gd name="connsiteY35" fmla="*/ 27432 h 1170432"/>
              <a:gd name="connsiteX36" fmla="*/ 27432 w 1156716"/>
              <a:gd name="connsiteY36" fmla="*/ 128016 h 1170432"/>
              <a:gd name="connsiteX37" fmla="*/ 128016 w 1156716"/>
              <a:gd name="connsiteY37" fmla="*/ 228600 h 1170432"/>
              <a:gd name="connsiteX38" fmla="*/ 228600 w 1156716"/>
              <a:gd name="connsiteY38" fmla="*/ 128016 h 1170432"/>
              <a:gd name="connsiteX39" fmla="*/ 128016 w 1156716"/>
              <a:gd name="connsiteY39" fmla="*/ 27432 h 1170432"/>
              <a:gd name="connsiteX40" fmla="*/ 1156716 w 1156716"/>
              <a:gd name="connsiteY40" fmla="*/ 141732 h 1170432"/>
              <a:gd name="connsiteX41" fmla="*/ 394716 w 1156716"/>
              <a:gd name="connsiteY41" fmla="*/ 141732 h 1170432"/>
              <a:gd name="connsiteX42" fmla="*/ 394716 w 1156716"/>
              <a:gd name="connsiteY42" fmla="*/ 114300 h 1170432"/>
              <a:gd name="connsiteX43" fmla="*/ 1156716 w 1156716"/>
              <a:gd name="connsiteY43" fmla="*/ 114300 h 1170432"/>
              <a:gd name="connsiteX44" fmla="*/ 1156716 w 1156716"/>
              <a:gd name="connsiteY44" fmla="*/ 141732 h 1170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1156716" h="1170432">
                <a:moveTo>
                  <a:pt x="128016" y="1170432"/>
                </a:moveTo>
                <a:cubicBezTo>
                  <a:pt x="57417" y="1170432"/>
                  <a:pt x="0" y="1112977"/>
                  <a:pt x="0" y="1042416"/>
                </a:cubicBezTo>
                <a:cubicBezTo>
                  <a:pt x="0" y="971855"/>
                  <a:pt x="57417" y="914400"/>
                  <a:pt x="128016" y="914400"/>
                </a:cubicBezTo>
                <a:cubicBezTo>
                  <a:pt x="198615" y="914400"/>
                  <a:pt x="256032" y="971817"/>
                  <a:pt x="256032" y="1042416"/>
                </a:cubicBezTo>
                <a:cubicBezTo>
                  <a:pt x="256032" y="1113015"/>
                  <a:pt x="198615" y="1170432"/>
                  <a:pt x="128016" y="1170432"/>
                </a:cubicBezTo>
                <a:close/>
                <a:moveTo>
                  <a:pt x="128016" y="941832"/>
                </a:moveTo>
                <a:cubicBezTo>
                  <a:pt x="72542" y="941832"/>
                  <a:pt x="27432" y="986942"/>
                  <a:pt x="27432" y="1042416"/>
                </a:cubicBezTo>
                <a:cubicBezTo>
                  <a:pt x="27432" y="1097890"/>
                  <a:pt x="72542" y="1143000"/>
                  <a:pt x="128016" y="1143000"/>
                </a:cubicBezTo>
                <a:cubicBezTo>
                  <a:pt x="183490" y="1143000"/>
                  <a:pt x="228600" y="1097890"/>
                  <a:pt x="228600" y="1042416"/>
                </a:cubicBezTo>
                <a:cubicBezTo>
                  <a:pt x="228600" y="986942"/>
                  <a:pt x="183490" y="941832"/>
                  <a:pt x="128016" y="941832"/>
                </a:cubicBezTo>
                <a:close/>
                <a:moveTo>
                  <a:pt x="1156716" y="1056132"/>
                </a:moveTo>
                <a:lnTo>
                  <a:pt x="394716" y="1056132"/>
                </a:lnTo>
                <a:lnTo>
                  <a:pt x="394716" y="1028700"/>
                </a:lnTo>
                <a:lnTo>
                  <a:pt x="1156716" y="1028700"/>
                </a:lnTo>
                <a:lnTo>
                  <a:pt x="1156716" y="1056132"/>
                </a:lnTo>
                <a:close/>
                <a:moveTo>
                  <a:pt x="128016" y="713232"/>
                </a:moveTo>
                <a:cubicBezTo>
                  <a:pt x="57417" y="713232"/>
                  <a:pt x="0" y="655777"/>
                  <a:pt x="0" y="585216"/>
                </a:cubicBezTo>
                <a:cubicBezTo>
                  <a:pt x="0" y="514655"/>
                  <a:pt x="57417" y="457200"/>
                  <a:pt x="128016" y="457200"/>
                </a:cubicBezTo>
                <a:cubicBezTo>
                  <a:pt x="198615" y="457200"/>
                  <a:pt x="256032" y="514617"/>
                  <a:pt x="256032" y="585216"/>
                </a:cubicBezTo>
                <a:cubicBezTo>
                  <a:pt x="256032" y="655815"/>
                  <a:pt x="198615" y="713232"/>
                  <a:pt x="128016" y="713232"/>
                </a:cubicBezTo>
                <a:close/>
                <a:moveTo>
                  <a:pt x="128016" y="484632"/>
                </a:moveTo>
                <a:cubicBezTo>
                  <a:pt x="72542" y="484632"/>
                  <a:pt x="27432" y="529781"/>
                  <a:pt x="27432" y="585216"/>
                </a:cubicBezTo>
                <a:cubicBezTo>
                  <a:pt x="27432" y="640690"/>
                  <a:pt x="72581" y="685800"/>
                  <a:pt x="128016" y="685800"/>
                </a:cubicBezTo>
                <a:cubicBezTo>
                  <a:pt x="183452" y="685800"/>
                  <a:pt x="228600" y="640690"/>
                  <a:pt x="228600" y="585216"/>
                </a:cubicBezTo>
                <a:cubicBezTo>
                  <a:pt x="228600" y="529742"/>
                  <a:pt x="183490" y="484632"/>
                  <a:pt x="128016" y="484632"/>
                </a:cubicBezTo>
                <a:close/>
                <a:moveTo>
                  <a:pt x="1156716" y="598932"/>
                </a:moveTo>
                <a:lnTo>
                  <a:pt x="394716" y="598932"/>
                </a:lnTo>
                <a:lnTo>
                  <a:pt x="394716" y="571500"/>
                </a:lnTo>
                <a:lnTo>
                  <a:pt x="1156716" y="571500"/>
                </a:lnTo>
                <a:lnTo>
                  <a:pt x="1156716" y="598932"/>
                </a:lnTo>
                <a:close/>
                <a:moveTo>
                  <a:pt x="128016" y="256032"/>
                </a:moveTo>
                <a:cubicBezTo>
                  <a:pt x="57417" y="256032"/>
                  <a:pt x="0" y="198615"/>
                  <a:pt x="0" y="128016"/>
                </a:cubicBezTo>
                <a:cubicBezTo>
                  <a:pt x="0" y="57417"/>
                  <a:pt x="57417" y="0"/>
                  <a:pt x="128016" y="0"/>
                </a:cubicBezTo>
                <a:cubicBezTo>
                  <a:pt x="198615" y="0"/>
                  <a:pt x="256032" y="57417"/>
                  <a:pt x="256032" y="128016"/>
                </a:cubicBezTo>
                <a:cubicBezTo>
                  <a:pt x="256032" y="198615"/>
                  <a:pt x="198615" y="256032"/>
                  <a:pt x="128016" y="256032"/>
                </a:cubicBezTo>
                <a:close/>
                <a:moveTo>
                  <a:pt x="128016" y="27432"/>
                </a:moveTo>
                <a:cubicBezTo>
                  <a:pt x="72542" y="27432"/>
                  <a:pt x="27432" y="72542"/>
                  <a:pt x="27432" y="128016"/>
                </a:cubicBezTo>
                <a:cubicBezTo>
                  <a:pt x="27432" y="183490"/>
                  <a:pt x="72542" y="228600"/>
                  <a:pt x="128016" y="228600"/>
                </a:cubicBezTo>
                <a:cubicBezTo>
                  <a:pt x="183490" y="228600"/>
                  <a:pt x="228600" y="183490"/>
                  <a:pt x="228600" y="128016"/>
                </a:cubicBezTo>
                <a:cubicBezTo>
                  <a:pt x="228600" y="72542"/>
                  <a:pt x="183490" y="27432"/>
                  <a:pt x="128016" y="27432"/>
                </a:cubicBezTo>
                <a:close/>
                <a:moveTo>
                  <a:pt x="1156716" y="141732"/>
                </a:moveTo>
                <a:lnTo>
                  <a:pt x="394716" y="141732"/>
                </a:lnTo>
                <a:lnTo>
                  <a:pt x="394716" y="114300"/>
                </a:lnTo>
                <a:lnTo>
                  <a:pt x="1156716" y="114300"/>
                </a:lnTo>
                <a:lnTo>
                  <a:pt x="1156716" y="141732"/>
                </a:lnTo>
                <a:close/>
              </a:path>
            </a:pathLst>
          </a:custGeom>
          <a:solidFill>
            <a:schemeClr val="accent1"/>
          </a:solidFill>
          <a:ln w="38100" cap="flat">
            <a:noFill/>
            <a:prstDash val="solid"/>
            <a:miter/>
          </a:ln>
        </p:spPr>
        <p:txBody>
          <a:bodyPr rtlCol="0" anchor="ctr"/>
          <a:lstStyle/>
          <a:p>
            <a:endParaRPr lang="en-RO"/>
          </a:p>
        </p:txBody>
      </p:sp>
      <p:sp>
        <p:nvSpPr>
          <p:cNvPr id="5" name="Text Placeholder 4">
            <a:extLst>
              <a:ext uri="{FF2B5EF4-FFF2-40B4-BE49-F238E27FC236}">
                <a16:creationId xmlns:a16="http://schemas.microsoft.com/office/drawing/2014/main" id="{380049E5-8E79-07C7-3AF2-25702F5DC13C}"/>
              </a:ext>
            </a:extLst>
          </p:cNvPr>
          <p:cNvSpPr>
            <a:spLocks noGrp="1"/>
          </p:cNvSpPr>
          <p:nvPr>
            <p:ph type="body" sz="quarter" idx="13"/>
          </p:nvPr>
        </p:nvSpPr>
        <p:spPr/>
        <p:txBody>
          <a:bodyPr/>
          <a:lstStyle/>
          <a:p>
            <a:r>
              <a:rPr lang="en-US" sz="4400" dirty="0"/>
              <a:t>Pain points</a:t>
            </a:r>
            <a:br>
              <a:rPr lang="en-US" dirty="0"/>
            </a:br>
            <a:endParaRPr lang="en-US" dirty="0"/>
          </a:p>
          <a:p>
            <a:pPr lvl="1"/>
            <a:endParaRPr lang="en-US" dirty="0"/>
          </a:p>
          <a:p>
            <a:pPr lvl="1"/>
            <a:endParaRPr lang="en-US" dirty="0"/>
          </a:p>
          <a:p>
            <a:pPr lvl="1"/>
            <a:r>
              <a:rPr lang="en-US" dirty="0"/>
              <a:t>Scalability—accommodating hiring peaks/valleys</a:t>
            </a:r>
          </a:p>
          <a:p>
            <a:pPr lvl="1"/>
            <a:r>
              <a:rPr lang="en-US" dirty="0"/>
              <a:t>Process inconsistency</a:t>
            </a:r>
          </a:p>
          <a:p>
            <a:pPr lvl="1"/>
            <a:r>
              <a:rPr lang="en-US" dirty="0"/>
              <a:t>Post and pray recruitment strategy</a:t>
            </a:r>
          </a:p>
          <a:p>
            <a:pPr lvl="1"/>
            <a:endParaRPr lang="en-US" dirty="0"/>
          </a:p>
          <a:p>
            <a:endParaRPr lang="en-US" dirty="0"/>
          </a:p>
        </p:txBody>
      </p:sp>
      <p:sp>
        <p:nvSpPr>
          <p:cNvPr id="49" name="Freeform 48" descr="Pictogram showing open box with outline of bullseye in center in blue 60">
            <a:extLst>
              <a:ext uri="{FF2B5EF4-FFF2-40B4-BE49-F238E27FC236}">
                <a16:creationId xmlns:a16="http://schemas.microsoft.com/office/drawing/2014/main" id="{1C39E551-AA0A-60A6-0CC7-664FB361FBDE}"/>
              </a:ext>
            </a:extLst>
          </p:cNvPr>
          <p:cNvSpPr/>
          <p:nvPr/>
        </p:nvSpPr>
        <p:spPr>
          <a:xfrm>
            <a:off x="18899759" y="594296"/>
            <a:ext cx="1216152" cy="1216152"/>
          </a:xfrm>
          <a:custGeom>
            <a:avLst/>
            <a:gdLst>
              <a:gd name="connsiteX0" fmla="*/ 547116 w 1170470"/>
              <a:gd name="connsiteY0" fmla="*/ 585216 h 1170432"/>
              <a:gd name="connsiteX1" fmla="*/ 585216 w 1170470"/>
              <a:gd name="connsiteY1" fmla="*/ 547116 h 1170432"/>
              <a:gd name="connsiteX2" fmla="*/ 623316 w 1170470"/>
              <a:gd name="connsiteY2" fmla="*/ 585216 h 1170432"/>
              <a:gd name="connsiteX3" fmla="*/ 585216 w 1170470"/>
              <a:gd name="connsiteY3" fmla="*/ 623316 h 1170432"/>
              <a:gd name="connsiteX4" fmla="*/ 547116 w 1170470"/>
              <a:gd name="connsiteY4" fmla="*/ 585216 h 1170432"/>
              <a:gd name="connsiteX5" fmla="*/ 966216 w 1170470"/>
              <a:gd name="connsiteY5" fmla="*/ 1143000 h 1170432"/>
              <a:gd name="connsiteX6" fmla="*/ 27432 w 1170470"/>
              <a:gd name="connsiteY6" fmla="*/ 1143000 h 1170432"/>
              <a:gd name="connsiteX7" fmla="*/ 27432 w 1170470"/>
              <a:gd name="connsiteY7" fmla="*/ 13716 h 1170432"/>
              <a:gd name="connsiteX8" fmla="*/ 0 w 1170470"/>
              <a:gd name="connsiteY8" fmla="*/ 13716 h 1170432"/>
              <a:gd name="connsiteX9" fmla="*/ 0 w 1170470"/>
              <a:gd name="connsiteY9" fmla="*/ 1156716 h 1170432"/>
              <a:gd name="connsiteX10" fmla="*/ 13716 w 1170470"/>
              <a:gd name="connsiteY10" fmla="*/ 1170432 h 1170432"/>
              <a:gd name="connsiteX11" fmla="*/ 966216 w 1170470"/>
              <a:gd name="connsiteY11" fmla="*/ 1170432 h 1170432"/>
              <a:gd name="connsiteX12" fmla="*/ 966216 w 1170470"/>
              <a:gd name="connsiteY12" fmla="*/ 1143000 h 1170432"/>
              <a:gd name="connsiteX13" fmla="*/ 1170432 w 1170470"/>
              <a:gd name="connsiteY13" fmla="*/ 13716 h 1170432"/>
              <a:gd name="connsiteX14" fmla="*/ 1156716 w 1170470"/>
              <a:gd name="connsiteY14" fmla="*/ 0 h 1170432"/>
              <a:gd name="connsiteX15" fmla="*/ 204216 w 1170470"/>
              <a:gd name="connsiteY15" fmla="*/ 0 h 1170432"/>
              <a:gd name="connsiteX16" fmla="*/ 204216 w 1170470"/>
              <a:gd name="connsiteY16" fmla="*/ 27432 h 1170432"/>
              <a:gd name="connsiteX17" fmla="*/ 1143000 w 1170470"/>
              <a:gd name="connsiteY17" fmla="*/ 27432 h 1170432"/>
              <a:gd name="connsiteX18" fmla="*/ 1143000 w 1170470"/>
              <a:gd name="connsiteY18" fmla="*/ 1156716 h 1170432"/>
              <a:gd name="connsiteX19" fmla="*/ 1170470 w 1170470"/>
              <a:gd name="connsiteY19" fmla="*/ 1156716 h 1170432"/>
              <a:gd name="connsiteX20" fmla="*/ 1170432 w 1170470"/>
              <a:gd name="connsiteY20" fmla="*/ 13716 h 1170432"/>
              <a:gd name="connsiteX21" fmla="*/ 1170432 w 1170470"/>
              <a:gd name="connsiteY21" fmla="*/ 13716 h 1170432"/>
              <a:gd name="connsiteX22" fmla="*/ 979932 w 1170470"/>
              <a:gd name="connsiteY22" fmla="*/ 585216 h 1170432"/>
              <a:gd name="connsiteX23" fmla="*/ 585216 w 1170470"/>
              <a:gd name="connsiteY23" fmla="*/ 190500 h 1170432"/>
              <a:gd name="connsiteX24" fmla="*/ 190500 w 1170470"/>
              <a:gd name="connsiteY24" fmla="*/ 585216 h 1170432"/>
              <a:gd name="connsiteX25" fmla="*/ 585216 w 1170470"/>
              <a:gd name="connsiteY25" fmla="*/ 979932 h 1170432"/>
              <a:gd name="connsiteX26" fmla="*/ 979932 w 1170470"/>
              <a:gd name="connsiteY26" fmla="*/ 585216 h 1170432"/>
              <a:gd name="connsiteX27" fmla="*/ 952500 w 1170470"/>
              <a:gd name="connsiteY27" fmla="*/ 585216 h 1170432"/>
              <a:gd name="connsiteX28" fmla="*/ 585216 w 1170470"/>
              <a:gd name="connsiteY28" fmla="*/ 952500 h 1170432"/>
              <a:gd name="connsiteX29" fmla="*/ 217932 w 1170470"/>
              <a:gd name="connsiteY29" fmla="*/ 585216 h 1170432"/>
              <a:gd name="connsiteX30" fmla="*/ 585216 w 1170470"/>
              <a:gd name="connsiteY30" fmla="*/ 217932 h 1170432"/>
              <a:gd name="connsiteX31" fmla="*/ 952500 w 1170470"/>
              <a:gd name="connsiteY31" fmla="*/ 585216 h 1170432"/>
              <a:gd name="connsiteX32" fmla="*/ 789432 w 1170470"/>
              <a:gd name="connsiteY32" fmla="*/ 585216 h 1170432"/>
              <a:gd name="connsiteX33" fmla="*/ 585216 w 1170470"/>
              <a:gd name="connsiteY33" fmla="*/ 381000 h 1170432"/>
              <a:gd name="connsiteX34" fmla="*/ 381000 w 1170470"/>
              <a:gd name="connsiteY34" fmla="*/ 585216 h 1170432"/>
              <a:gd name="connsiteX35" fmla="*/ 585216 w 1170470"/>
              <a:gd name="connsiteY35" fmla="*/ 789432 h 1170432"/>
              <a:gd name="connsiteX36" fmla="*/ 789432 w 1170470"/>
              <a:gd name="connsiteY36" fmla="*/ 585216 h 1170432"/>
              <a:gd name="connsiteX37" fmla="*/ 762000 w 1170470"/>
              <a:gd name="connsiteY37" fmla="*/ 585216 h 1170432"/>
              <a:gd name="connsiteX38" fmla="*/ 585216 w 1170470"/>
              <a:gd name="connsiteY38" fmla="*/ 762000 h 1170432"/>
              <a:gd name="connsiteX39" fmla="*/ 408432 w 1170470"/>
              <a:gd name="connsiteY39" fmla="*/ 585216 h 1170432"/>
              <a:gd name="connsiteX40" fmla="*/ 585216 w 1170470"/>
              <a:gd name="connsiteY40" fmla="*/ 408432 h 1170432"/>
              <a:gd name="connsiteX41" fmla="*/ 762000 w 1170470"/>
              <a:gd name="connsiteY41" fmla="*/ 585216 h 1170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1170470" h="1170432">
                <a:moveTo>
                  <a:pt x="547116" y="585216"/>
                </a:moveTo>
                <a:cubicBezTo>
                  <a:pt x="547116" y="564185"/>
                  <a:pt x="564185" y="547116"/>
                  <a:pt x="585216" y="547116"/>
                </a:cubicBezTo>
                <a:cubicBezTo>
                  <a:pt x="606247" y="547116"/>
                  <a:pt x="623316" y="564185"/>
                  <a:pt x="623316" y="585216"/>
                </a:cubicBezTo>
                <a:cubicBezTo>
                  <a:pt x="623316" y="606247"/>
                  <a:pt x="606247" y="623316"/>
                  <a:pt x="585216" y="623316"/>
                </a:cubicBezTo>
                <a:cubicBezTo>
                  <a:pt x="564185" y="623316"/>
                  <a:pt x="547116" y="606285"/>
                  <a:pt x="547116" y="585216"/>
                </a:cubicBezTo>
                <a:close/>
                <a:moveTo>
                  <a:pt x="966216" y="1143000"/>
                </a:moveTo>
                <a:lnTo>
                  <a:pt x="27432" y="1143000"/>
                </a:lnTo>
                <a:lnTo>
                  <a:pt x="27432" y="13716"/>
                </a:lnTo>
                <a:lnTo>
                  <a:pt x="0" y="13716"/>
                </a:lnTo>
                <a:lnTo>
                  <a:pt x="0" y="1156716"/>
                </a:lnTo>
                <a:cubicBezTo>
                  <a:pt x="0" y="1164298"/>
                  <a:pt x="6134" y="1170432"/>
                  <a:pt x="13716" y="1170432"/>
                </a:cubicBezTo>
                <a:lnTo>
                  <a:pt x="966216" y="1170432"/>
                </a:lnTo>
                <a:lnTo>
                  <a:pt x="966216" y="1143000"/>
                </a:lnTo>
                <a:close/>
                <a:moveTo>
                  <a:pt x="1170432" y="13716"/>
                </a:moveTo>
                <a:cubicBezTo>
                  <a:pt x="1170432" y="6134"/>
                  <a:pt x="1164298" y="0"/>
                  <a:pt x="1156716" y="0"/>
                </a:cubicBezTo>
                <a:lnTo>
                  <a:pt x="204216" y="0"/>
                </a:lnTo>
                <a:lnTo>
                  <a:pt x="204216" y="27432"/>
                </a:lnTo>
                <a:lnTo>
                  <a:pt x="1143000" y="27432"/>
                </a:lnTo>
                <a:lnTo>
                  <a:pt x="1143000" y="1156716"/>
                </a:lnTo>
                <a:lnTo>
                  <a:pt x="1170470" y="1156716"/>
                </a:lnTo>
                <a:lnTo>
                  <a:pt x="1170432" y="13716"/>
                </a:lnTo>
                <a:lnTo>
                  <a:pt x="1170432" y="13716"/>
                </a:lnTo>
                <a:close/>
                <a:moveTo>
                  <a:pt x="979932" y="585216"/>
                </a:moveTo>
                <a:cubicBezTo>
                  <a:pt x="979932" y="367589"/>
                  <a:pt x="802881" y="190500"/>
                  <a:pt x="585216" y="190500"/>
                </a:cubicBezTo>
                <a:cubicBezTo>
                  <a:pt x="367589" y="190500"/>
                  <a:pt x="190500" y="367589"/>
                  <a:pt x="190500" y="585216"/>
                </a:cubicBezTo>
                <a:cubicBezTo>
                  <a:pt x="190500" y="802881"/>
                  <a:pt x="367551" y="979932"/>
                  <a:pt x="585216" y="979932"/>
                </a:cubicBezTo>
                <a:cubicBezTo>
                  <a:pt x="802881" y="979932"/>
                  <a:pt x="979932" y="802881"/>
                  <a:pt x="979932" y="585216"/>
                </a:cubicBezTo>
                <a:close/>
                <a:moveTo>
                  <a:pt x="952500" y="585216"/>
                </a:moveTo>
                <a:cubicBezTo>
                  <a:pt x="952500" y="787718"/>
                  <a:pt x="787756" y="952500"/>
                  <a:pt x="585216" y="952500"/>
                </a:cubicBezTo>
                <a:cubicBezTo>
                  <a:pt x="382676" y="952500"/>
                  <a:pt x="217932" y="787718"/>
                  <a:pt x="217932" y="585216"/>
                </a:cubicBezTo>
                <a:cubicBezTo>
                  <a:pt x="217932" y="382715"/>
                  <a:pt x="382715" y="217932"/>
                  <a:pt x="585216" y="217932"/>
                </a:cubicBezTo>
                <a:cubicBezTo>
                  <a:pt x="787718" y="217932"/>
                  <a:pt x="952500" y="382715"/>
                  <a:pt x="952500" y="585216"/>
                </a:cubicBezTo>
                <a:close/>
                <a:moveTo>
                  <a:pt x="789432" y="585216"/>
                </a:moveTo>
                <a:cubicBezTo>
                  <a:pt x="789432" y="472592"/>
                  <a:pt x="697802" y="381000"/>
                  <a:pt x="585216" y="381000"/>
                </a:cubicBezTo>
                <a:cubicBezTo>
                  <a:pt x="472592" y="381000"/>
                  <a:pt x="381000" y="472592"/>
                  <a:pt x="381000" y="585216"/>
                </a:cubicBezTo>
                <a:cubicBezTo>
                  <a:pt x="381000" y="697802"/>
                  <a:pt x="472592" y="789432"/>
                  <a:pt x="585216" y="789432"/>
                </a:cubicBezTo>
                <a:cubicBezTo>
                  <a:pt x="697802" y="789432"/>
                  <a:pt x="789432" y="697802"/>
                  <a:pt x="789432" y="585216"/>
                </a:cubicBezTo>
                <a:close/>
                <a:moveTo>
                  <a:pt x="762000" y="585216"/>
                </a:moveTo>
                <a:cubicBezTo>
                  <a:pt x="762000" y="682714"/>
                  <a:pt x="682714" y="762000"/>
                  <a:pt x="585216" y="762000"/>
                </a:cubicBezTo>
                <a:cubicBezTo>
                  <a:pt x="487718" y="762000"/>
                  <a:pt x="408432" y="682714"/>
                  <a:pt x="408432" y="585216"/>
                </a:cubicBezTo>
                <a:cubicBezTo>
                  <a:pt x="408432" y="487718"/>
                  <a:pt x="487756" y="408432"/>
                  <a:pt x="585216" y="408432"/>
                </a:cubicBezTo>
                <a:cubicBezTo>
                  <a:pt x="682676" y="408432"/>
                  <a:pt x="762000" y="487718"/>
                  <a:pt x="762000" y="585216"/>
                </a:cubicBezTo>
                <a:close/>
              </a:path>
            </a:pathLst>
          </a:custGeom>
          <a:solidFill>
            <a:schemeClr val="accent1"/>
          </a:solidFill>
          <a:ln w="38100" cap="flat">
            <a:noFill/>
            <a:prstDash val="solid"/>
            <a:miter/>
          </a:ln>
        </p:spPr>
        <p:txBody>
          <a:bodyPr rtlCol="0" anchor="ctr"/>
          <a:lstStyle/>
          <a:p>
            <a:endParaRPr lang="en-RO"/>
          </a:p>
        </p:txBody>
      </p:sp>
      <p:sp>
        <p:nvSpPr>
          <p:cNvPr id="6" name="Text Placeholder 5">
            <a:extLst>
              <a:ext uri="{FF2B5EF4-FFF2-40B4-BE49-F238E27FC236}">
                <a16:creationId xmlns:a16="http://schemas.microsoft.com/office/drawing/2014/main" id="{0C6D32D9-5B8D-8A7B-954A-41C0387341CA}"/>
              </a:ext>
            </a:extLst>
          </p:cNvPr>
          <p:cNvSpPr>
            <a:spLocks noGrp="1"/>
          </p:cNvSpPr>
          <p:nvPr>
            <p:ph type="body" sz="quarter" idx="14"/>
          </p:nvPr>
        </p:nvSpPr>
        <p:spPr/>
        <p:txBody>
          <a:bodyPr/>
          <a:lstStyle/>
          <a:p>
            <a:r>
              <a:rPr lang="en-US" sz="4400" dirty="0"/>
              <a:t>Targeted areas </a:t>
            </a:r>
            <a:br>
              <a:rPr lang="en-US" sz="4400" dirty="0"/>
            </a:br>
            <a:r>
              <a:rPr lang="en-US" sz="4400" dirty="0"/>
              <a:t>for improvement</a:t>
            </a:r>
          </a:p>
          <a:p>
            <a:pPr lvl="1"/>
            <a:endParaRPr lang="en-US" dirty="0"/>
          </a:p>
          <a:p>
            <a:pPr lvl="1"/>
            <a:r>
              <a:rPr lang="en-US" dirty="0"/>
              <a:t>Hiring costs</a:t>
            </a:r>
          </a:p>
          <a:p>
            <a:pPr lvl="1"/>
            <a:r>
              <a:rPr lang="en-US" dirty="0"/>
              <a:t>Process efficiency</a:t>
            </a:r>
          </a:p>
          <a:p>
            <a:pPr lvl="1"/>
            <a:r>
              <a:rPr lang="en-US" dirty="0"/>
              <a:t>Time-to-fill</a:t>
            </a:r>
          </a:p>
          <a:p>
            <a:pPr lvl="1"/>
            <a:r>
              <a:rPr lang="en-US" dirty="0"/>
              <a:t>Hiring manager and new hire satisfaction</a:t>
            </a:r>
          </a:p>
          <a:p>
            <a:pPr lvl="1"/>
            <a:endParaRPr lang="en-US" dirty="0"/>
          </a:p>
          <a:p>
            <a:pPr lvl="1"/>
            <a:endParaRPr lang="en-US" dirty="0"/>
          </a:p>
          <a:p>
            <a:pPr lvl="1"/>
            <a:endParaRPr lang="en-US" dirty="0"/>
          </a:p>
          <a:p>
            <a:endParaRPr lang="en-US" dirty="0"/>
          </a:p>
        </p:txBody>
      </p:sp>
      <p:sp>
        <p:nvSpPr>
          <p:cNvPr id="7" name="Footer Placeholder 6">
            <a:extLst>
              <a:ext uri="{FF2B5EF4-FFF2-40B4-BE49-F238E27FC236}">
                <a16:creationId xmlns:a16="http://schemas.microsoft.com/office/drawing/2014/main" id="{76C008C6-033C-9163-372B-EBEF162ED418}"/>
              </a:ext>
            </a:extLst>
          </p:cNvPr>
          <p:cNvSpPr>
            <a:spLocks noGrp="1"/>
          </p:cNvSpPr>
          <p:nvPr>
            <p:ph type="ftr" sz="quarter" idx="18"/>
          </p:nvPr>
        </p:nvSpPr>
        <p:spPr>
          <a:xfrm>
            <a:off x="568324" y="12689305"/>
            <a:ext cx="5527676" cy="495930"/>
          </a:xfrm>
        </p:spPr>
        <p:txBody>
          <a:bodyPr/>
          <a:lstStyle/>
          <a:p>
            <a:r>
              <a:rPr lang="en-US" dirty="0"/>
              <a:t>Footer</a:t>
            </a:r>
          </a:p>
        </p:txBody>
      </p:sp>
      <p:sp>
        <p:nvSpPr>
          <p:cNvPr id="10" name="TextBox 9">
            <a:extLst>
              <a:ext uri="{FF2B5EF4-FFF2-40B4-BE49-F238E27FC236}">
                <a16:creationId xmlns:a16="http://schemas.microsoft.com/office/drawing/2014/main" id="{8FABCE6B-14C0-7221-7B36-21D2C54E7E93}"/>
              </a:ext>
            </a:extLst>
          </p:cNvPr>
          <p:cNvSpPr txBox="1"/>
          <p:nvPr/>
        </p:nvSpPr>
        <p:spPr>
          <a:xfrm>
            <a:off x="6087291" y="4049486"/>
            <a:ext cx="0" cy="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rtlCol="0">
            <a:noAutofit/>
          </a:bodyPr>
          <a:lstStyle/>
          <a:p>
            <a:pPr marL="444465" indent="-446749" algn="l" defTabSz="2438400">
              <a:spcBef>
                <a:spcPts val="2900"/>
              </a:spcBef>
              <a:buSzPct val="100000"/>
              <a:buFontTx/>
              <a:buChar char="–"/>
            </a:pPr>
            <a:endParaRPr lang="en-US" kern="0" dirty="0">
              <a:solidFill>
                <a:srgbClr val="000000"/>
              </a:solidFill>
              <a:ea typeface="+mj-ea"/>
              <a:cs typeface="+mj-cs"/>
              <a:sym typeface="IBM Plex Sans Light"/>
            </a:endParaRPr>
          </a:p>
        </p:txBody>
      </p:sp>
      <p:sp>
        <p:nvSpPr>
          <p:cNvPr id="11" name="TextBox 10">
            <a:extLst>
              <a:ext uri="{FF2B5EF4-FFF2-40B4-BE49-F238E27FC236}">
                <a16:creationId xmlns:a16="http://schemas.microsoft.com/office/drawing/2014/main" id="{BB92D182-138A-381D-BB61-0008AC90B2F7}"/>
              </a:ext>
            </a:extLst>
          </p:cNvPr>
          <p:cNvSpPr txBox="1"/>
          <p:nvPr/>
        </p:nvSpPr>
        <p:spPr>
          <a:xfrm>
            <a:off x="13533120" y="1410789"/>
            <a:ext cx="0" cy="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rtlCol="0">
            <a:noAutofit/>
          </a:bodyPr>
          <a:lstStyle/>
          <a:p>
            <a:pPr marL="444465" indent="-446749" algn="l" defTabSz="2438400">
              <a:spcBef>
                <a:spcPts val="2900"/>
              </a:spcBef>
              <a:buSzPct val="100000"/>
              <a:buFontTx/>
              <a:buChar char="–"/>
            </a:pPr>
            <a:endParaRPr lang="en-US" kern="0" dirty="0">
              <a:solidFill>
                <a:srgbClr val="000000"/>
              </a:solidFill>
              <a:ea typeface="+mj-ea"/>
              <a:cs typeface="+mj-cs"/>
              <a:sym typeface="IBM Plex Sans Light"/>
            </a:endParaRPr>
          </a:p>
        </p:txBody>
      </p:sp>
      <p:sp>
        <p:nvSpPr>
          <p:cNvPr id="12" name="TextBox 11">
            <a:extLst>
              <a:ext uri="{FF2B5EF4-FFF2-40B4-BE49-F238E27FC236}">
                <a16:creationId xmlns:a16="http://schemas.microsoft.com/office/drawing/2014/main" id="{0EFCB590-212B-5CCC-B6B6-B5C7BC5CDCB0}"/>
              </a:ext>
            </a:extLst>
          </p:cNvPr>
          <p:cNvSpPr txBox="1"/>
          <p:nvPr/>
        </p:nvSpPr>
        <p:spPr>
          <a:xfrm>
            <a:off x="12958354" y="940526"/>
            <a:ext cx="0" cy="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rtlCol="0">
            <a:noAutofit/>
          </a:bodyPr>
          <a:lstStyle/>
          <a:p>
            <a:pPr marL="444465" indent="-446749" algn="l" defTabSz="2438400">
              <a:spcBef>
                <a:spcPts val="2900"/>
              </a:spcBef>
              <a:buSzPct val="100000"/>
              <a:buFontTx/>
              <a:buChar char="–"/>
            </a:pPr>
            <a:endParaRPr lang="en-US" kern="0" dirty="0">
              <a:solidFill>
                <a:srgbClr val="000000"/>
              </a:solidFill>
              <a:ea typeface="+mj-ea"/>
              <a:cs typeface="+mj-cs"/>
              <a:sym typeface="IBM Plex Sans Light"/>
            </a:endParaRPr>
          </a:p>
        </p:txBody>
      </p:sp>
      <p:sp>
        <p:nvSpPr>
          <p:cNvPr id="16" name="Slide Number Placeholder 15">
            <a:extLst>
              <a:ext uri="{FF2B5EF4-FFF2-40B4-BE49-F238E27FC236}">
                <a16:creationId xmlns:a16="http://schemas.microsoft.com/office/drawing/2014/main" id="{396FAD02-4242-046F-5C6E-84700F6A2CB1}"/>
              </a:ext>
            </a:extLst>
          </p:cNvPr>
          <p:cNvSpPr>
            <a:spLocks noGrp="1"/>
          </p:cNvSpPr>
          <p:nvPr>
            <p:ph type="sldNum" sz="quarter" idx="4"/>
          </p:nvPr>
        </p:nvSpPr>
        <p:spPr/>
        <p:txBody>
          <a:bodyPr/>
          <a:lstStyle/>
          <a:p>
            <a:fld id="{86CB4B4D-7CA3-9044-876B-883B54F8677D}" type="slidenum">
              <a:rPr lang="en-US" smtClean="0"/>
              <a:pPr/>
              <a:t>33</a:t>
            </a:fld>
            <a:endParaRPr lang="en-US" dirty="0"/>
          </a:p>
        </p:txBody>
      </p:sp>
    </p:spTree>
    <p:extLst>
      <p:ext uri="{BB962C8B-B14F-4D97-AF65-F5344CB8AC3E}">
        <p14:creationId xmlns:p14="http://schemas.microsoft.com/office/powerpoint/2010/main" val="4182617871"/>
      </p:ext>
    </p:extLst>
  </p:cSld>
  <p:clrMapOvr>
    <a:masterClrMapping/>
  </p:clrMapOvr>
  <p:transition spd="me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descr="Vertical quarter slide background in blue 10">
            <a:extLst>
              <a:ext uri="{FF2B5EF4-FFF2-40B4-BE49-F238E27FC236}">
                <a16:creationId xmlns:a16="http://schemas.microsoft.com/office/drawing/2014/main" id="{282B7503-ACB1-0623-4DA8-764D152267B7}"/>
              </a:ext>
            </a:extLst>
          </p:cNvPr>
          <p:cNvSpPr/>
          <p:nvPr/>
        </p:nvSpPr>
        <p:spPr bwMode="auto">
          <a:xfrm>
            <a:off x="0" y="0"/>
            <a:ext cx="6096000" cy="13716000"/>
          </a:xfrm>
          <a:prstGeom prst="rect">
            <a:avLst/>
          </a:prstGeom>
          <a:solidFill>
            <a:srgbClr val="E5F6FF"/>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RO" sz="1400" b="0" i="0" u="none" strike="noStrike" cap="none" normalizeH="0" baseline="0">
              <a:ln>
                <a:noFill/>
              </a:ln>
              <a:solidFill>
                <a:schemeClr val="bg1"/>
              </a:solidFill>
              <a:effectLst/>
              <a:latin typeface="+mn-lt"/>
            </a:endParaRPr>
          </a:p>
        </p:txBody>
      </p:sp>
      <p:sp>
        <p:nvSpPr>
          <p:cNvPr id="2" name="Title 1">
            <a:extLst>
              <a:ext uri="{FF2B5EF4-FFF2-40B4-BE49-F238E27FC236}">
                <a16:creationId xmlns:a16="http://schemas.microsoft.com/office/drawing/2014/main" id="{7EF91CD2-1A9C-9875-3435-E71CB3511398}"/>
              </a:ext>
            </a:extLst>
          </p:cNvPr>
          <p:cNvSpPr>
            <a:spLocks noGrp="1"/>
          </p:cNvSpPr>
          <p:nvPr>
            <p:ph type="title"/>
          </p:nvPr>
        </p:nvSpPr>
        <p:spPr/>
        <p:txBody>
          <a:bodyPr/>
          <a:lstStyle/>
          <a:p>
            <a:r>
              <a:rPr lang="en-US" sz="2800" dirty="0"/>
              <a:t>Client name or logo</a:t>
            </a:r>
          </a:p>
        </p:txBody>
      </p:sp>
      <p:sp>
        <p:nvSpPr>
          <p:cNvPr id="3" name="Text Placeholder 2">
            <a:extLst>
              <a:ext uri="{FF2B5EF4-FFF2-40B4-BE49-F238E27FC236}">
                <a16:creationId xmlns:a16="http://schemas.microsoft.com/office/drawing/2014/main" id="{7906DA9C-E6C9-1381-E4A7-91487F145E48}"/>
              </a:ext>
            </a:extLst>
          </p:cNvPr>
          <p:cNvSpPr>
            <a:spLocks noGrp="1"/>
          </p:cNvSpPr>
          <p:nvPr>
            <p:ph type="body" sz="quarter" idx="11"/>
          </p:nvPr>
        </p:nvSpPr>
        <p:spPr/>
        <p:txBody>
          <a:bodyPr/>
          <a:lstStyle/>
          <a:p>
            <a:r>
              <a:rPr lang="en-US" sz="4400" dirty="0"/>
              <a:t>What we know about [Client </a:t>
            </a:r>
            <a:br>
              <a:rPr lang="en-US" sz="4400" dirty="0"/>
            </a:br>
            <a:r>
              <a:rPr lang="en-US" sz="4400" dirty="0"/>
              <a:t>Name] today</a:t>
            </a:r>
          </a:p>
        </p:txBody>
      </p:sp>
      <p:sp>
        <p:nvSpPr>
          <p:cNvPr id="4" name="Text Placeholder 3">
            <a:extLst>
              <a:ext uri="{FF2B5EF4-FFF2-40B4-BE49-F238E27FC236}">
                <a16:creationId xmlns:a16="http://schemas.microsoft.com/office/drawing/2014/main" id="{C7B69501-1DBB-F743-8C94-3DCFFE03F26F}"/>
              </a:ext>
            </a:extLst>
          </p:cNvPr>
          <p:cNvSpPr>
            <a:spLocks noGrp="1"/>
          </p:cNvSpPr>
          <p:nvPr>
            <p:ph type="body" sz="quarter" idx="12"/>
          </p:nvPr>
        </p:nvSpPr>
        <p:spPr/>
        <p:txBody>
          <a:bodyPr/>
          <a:lstStyle/>
          <a:p>
            <a:r>
              <a:rPr lang="en-US" sz="4400" dirty="0"/>
              <a:t>Strategic goals</a:t>
            </a:r>
            <a:br>
              <a:rPr lang="en-US" dirty="0"/>
            </a:br>
            <a:endParaRPr lang="en-US" dirty="0"/>
          </a:p>
          <a:p>
            <a:endParaRPr lang="en-US" dirty="0"/>
          </a:p>
          <a:p>
            <a:pPr lvl="1"/>
            <a:endParaRPr lang="en-US" dirty="0"/>
          </a:p>
          <a:p>
            <a:pPr lvl="1"/>
            <a:r>
              <a:rPr lang="en-US" dirty="0"/>
              <a:t>Build world-class recruitment model</a:t>
            </a:r>
          </a:p>
          <a:p>
            <a:pPr lvl="1"/>
            <a:r>
              <a:rPr lang="en-US" dirty="0"/>
              <a:t>Optimize existing technology infrastructure </a:t>
            </a:r>
          </a:p>
          <a:p>
            <a:pPr lvl="1"/>
            <a:r>
              <a:rPr lang="en-US" dirty="0"/>
              <a:t>Bring visibility into process and ensure ongoing improvement</a:t>
            </a:r>
          </a:p>
          <a:p>
            <a:pPr lvl="1"/>
            <a:r>
              <a:rPr lang="en-US" dirty="0"/>
              <a:t>Allow hiring managers</a:t>
            </a:r>
            <a:br>
              <a:rPr lang="en-US" dirty="0"/>
            </a:br>
            <a:r>
              <a:rPr lang="en-US" dirty="0"/>
              <a:t>to focus on core competencies</a:t>
            </a:r>
          </a:p>
          <a:p>
            <a:endParaRPr lang="en-US" dirty="0"/>
          </a:p>
        </p:txBody>
      </p:sp>
      <p:sp>
        <p:nvSpPr>
          <p:cNvPr id="5" name="Text Placeholder 4">
            <a:extLst>
              <a:ext uri="{FF2B5EF4-FFF2-40B4-BE49-F238E27FC236}">
                <a16:creationId xmlns:a16="http://schemas.microsoft.com/office/drawing/2014/main" id="{380049E5-8E79-07C7-3AF2-25702F5DC13C}"/>
              </a:ext>
            </a:extLst>
          </p:cNvPr>
          <p:cNvSpPr>
            <a:spLocks noGrp="1"/>
          </p:cNvSpPr>
          <p:nvPr>
            <p:ph type="body" sz="quarter" idx="13"/>
          </p:nvPr>
        </p:nvSpPr>
        <p:spPr/>
        <p:txBody>
          <a:bodyPr/>
          <a:lstStyle/>
          <a:p>
            <a:r>
              <a:rPr lang="en-US" sz="4400" dirty="0"/>
              <a:t>Pain points</a:t>
            </a:r>
            <a:br>
              <a:rPr lang="en-US" dirty="0"/>
            </a:br>
            <a:endParaRPr lang="en-US" dirty="0"/>
          </a:p>
          <a:p>
            <a:pPr lvl="1"/>
            <a:endParaRPr lang="en-US" dirty="0"/>
          </a:p>
          <a:p>
            <a:pPr lvl="1"/>
            <a:endParaRPr lang="en-US" dirty="0"/>
          </a:p>
          <a:p>
            <a:pPr lvl="1"/>
            <a:r>
              <a:rPr lang="en-US" dirty="0"/>
              <a:t>Scalability—accommodating hiring peaks/valleys</a:t>
            </a:r>
          </a:p>
          <a:p>
            <a:pPr lvl="1"/>
            <a:r>
              <a:rPr lang="en-US" dirty="0"/>
              <a:t>Process inconsistency</a:t>
            </a:r>
          </a:p>
          <a:p>
            <a:pPr lvl="1"/>
            <a:r>
              <a:rPr lang="en-US" dirty="0"/>
              <a:t>Post and pray recruitment strategy</a:t>
            </a:r>
          </a:p>
          <a:p>
            <a:pPr lvl="1"/>
            <a:endParaRPr lang="en-US" dirty="0"/>
          </a:p>
          <a:p>
            <a:endParaRPr lang="en-US" dirty="0"/>
          </a:p>
        </p:txBody>
      </p:sp>
      <p:sp>
        <p:nvSpPr>
          <p:cNvPr id="6" name="Text Placeholder 5">
            <a:extLst>
              <a:ext uri="{FF2B5EF4-FFF2-40B4-BE49-F238E27FC236}">
                <a16:creationId xmlns:a16="http://schemas.microsoft.com/office/drawing/2014/main" id="{0C6D32D9-5B8D-8A7B-954A-41C0387341CA}"/>
              </a:ext>
            </a:extLst>
          </p:cNvPr>
          <p:cNvSpPr>
            <a:spLocks noGrp="1"/>
          </p:cNvSpPr>
          <p:nvPr>
            <p:ph type="body" sz="quarter" idx="14"/>
          </p:nvPr>
        </p:nvSpPr>
        <p:spPr/>
        <p:txBody>
          <a:bodyPr/>
          <a:lstStyle/>
          <a:p>
            <a:r>
              <a:rPr lang="en-US" sz="4400" dirty="0"/>
              <a:t>Targeted areas </a:t>
            </a:r>
            <a:br>
              <a:rPr lang="en-US" sz="4400" dirty="0"/>
            </a:br>
            <a:r>
              <a:rPr lang="en-US" sz="4400" dirty="0"/>
              <a:t>for improvement</a:t>
            </a:r>
          </a:p>
          <a:p>
            <a:pPr lvl="1"/>
            <a:endParaRPr lang="en-US" dirty="0"/>
          </a:p>
          <a:p>
            <a:pPr lvl="1"/>
            <a:r>
              <a:rPr lang="en-US" dirty="0"/>
              <a:t>Hiring costs</a:t>
            </a:r>
          </a:p>
          <a:p>
            <a:pPr lvl="1"/>
            <a:r>
              <a:rPr lang="en-US" dirty="0"/>
              <a:t>Process efficiency</a:t>
            </a:r>
          </a:p>
          <a:p>
            <a:pPr lvl="1"/>
            <a:r>
              <a:rPr lang="en-US" dirty="0"/>
              <a:t>Time-to-fill</a:t>
            </a:r>
          </a:p>
          <a:p>
            <a:pPr lvl="1"/>
            <a:r>
              <a:rPr lang="en-US" dirty="0"/>
              <a:t>Hiring manager and new hire satisfaction</a:t>
            </a:r>
          </a:p>
          <a:p>
            <a:pPr lvl="1"/>
            <a:endParaRPr lang="en-US" dirty="0"/>
          </a:p>
          <a:p>
            <a:pPr lvl="1"/>
            <a:endParaRPr lang="en-US" dirty="0"/>
          </a:p>
          <a:p>
            <a:pPr lvl="1"/>
            <a:endParaRPr lang="en-US" dirty="0"/>
          </a:p>
          <a:p>
            <a:endParaRPr lang="en-US" dirty="0"/>
          </a:p>
        </p:txBody>
      </p:sp>
      <p:sp>
        <p:nvSpPr>
          <p:cNvPr id="7" name="Footer Placeholder 6">
            <a:extLst>
              <a:ext uri="{FF2B5EF4-FFF2-40B4-BE49-F238E27FC236}">
                <a16:creationId xmlns:a16="http://schemas.microsoft.com/office/drawing/2014/main" id="{76C008C6-033C-9163-372B-EBEF162ED418}"/>
              </a:ext>
            </a:extLst>
          </p:cNvPr>
          <p:cNvSpPr>
            <a:spLocks noGrp="1"/>
          </p:cNvSpPr>
          <p:nvPr>
            <p:ph type="ftr" sz="quarter" idx="18"/>
          </p:nvPr>
        </p:nvSpPr>
        <p:spPr>
          <a:xfrm>
            <a:off x="568324" y="12689305"/>
            <a:ext cx="5527676" cy="495930"/>
          </a:xfrm>
        </p:spPr>
        <p:txBody>
          <a:bodyPr/>
          <a:lstStyle/>
          <a:p>
            <a:r>
              <a:rPr lang="en-US" dirty="0"/>
              <a:t>Footer</a:t>
            </a:r>
          </a:p>
        </p:txBody>
      </p:sp>
      <p:sp>
        <p:nvSpPr>
          <p:cNvPr id="11" name="TextBox 10">
            <a:extLst>
              <a:ext uri="{FF2B5EF4-FFF2-40B4-BE49-F238E27FC236}">
                <a16:creationId xmlns:a16="http://schemas.microsoft.com/office/drawing/2014/main" id="{E73539EE-7FDF-806C-3B67-B905DD736443}"/>
              </a:ext>
            </a:extLst>
          </p:cNvPr>
          <p:cNvSpPr txBox="1"/>
          <p:nvPr/>
        </p:nvSpPr>
        <p:spPr>
          <a:xfrm>
            <a:off x="13611497" y="783771"/>
            <a:ext cx="0" cy="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rtlCol="0">
            <a:noAutofit/>
          </a:bodyPr>
          <a:lstStyle/>
          <a:p>
            <a:pPr marL="444465" indent="-446749" algn="l" defTabSz="2438400">
              <a:spcBef>
                <a:spcPts val="2900"/>
              </a:spcBef>
              <a:buSzPct val="100000"/>
              <a:buFontTx/>
              <a:buChar char="–"/>
            </a:pPr>
            <a:endParaRPr lang="en-US" kern="0" dirty="0">
              <a:solidFill>
                <a:srgbClr val="000000"/>
              </a:solidFill>
              <a:ea typeface="+mj-ea"/>
              <a:cs typeface="+mj-cs"/>
              <a:sym typeface="IBM Plex Sans Light"/>
            </a:endParaRPr>
          </a:p>
        </p:txBody>
      </p:sp>
      <p:sp>
        <p:nvSpPr>
          <p:cNvPr id="16" name="Slide Number Placeholder 15">
            <a:extLst>
              <a:ext uri="{FF2B5EF4-FFF2-40B4-BE49-F238E27FC236}">
                <a16:creationId xmlns:a16="http://schemas.microsoft.com/office/drawing/2014/main" id="{BEF02978-EF90-C18F-AB6F-345CBE35D91F}"/>
              </a:ext>
            </a:extLst>
          </p:cNvPr>
          <p:cNvSpPr>
            <a:spLocks noGrp="1"/>
          </p:cNvSpPr>
          <p:nvPr>
            <p:ph type="sldNum" sz="quarter" idx="4"/>
          </p:nvPr>
        </p:nvSpPr>
        <p:spPr/>
        <p:txBody>
          <a:bodyPr/>
          <a:lstStyle/>
          <a:p>
            <a:fld id="{86CB4B4D-7CA3-9044-876B-883B54F8677D}" type="slidenum">
              <a:rPr lang="en-US" smtClean="0"/>
              <a:pPr/>
              <a:t>34</a:t>
            </a:fld>
            <a:endParaRPr lang="en-US" dirty="0"/>
          </a:p>
        </p:txBody>
      </p:sp>
      <p:sp>
        <p:nvSpPr>
          <p:cNvPr id="9" name="Freeform 8" descr="Pictogram showing outline of 2 chess pieces in blue 60">
            <a:extLst>
              <a:ext uri="{FF2B5EF4-FFF2-40B4-BE49-F238E27FC236}">
                <a16:creationId xmlns:a16="http://schemas.microsoft.com/office/drawing/2014/main" id="{2E630E9A-DB1A-4B7E-0093-6711D7941F44}"/>
              </a:ext>
            </a:extLst>
          </p:cNvPr>
          <p:cNvSpPr>
            <a:spLocks noChangeAspect="1"/>
          </p:cNvSpPr>
          <p:nvPr/>
        </p:nvSpPr>
        <p:spPr>
          <a:xfrm>
            <a:off x="6701882" y="570600"/>
            <a:ext cx="1216152" cy="1216162"/>
          </a:xfrm>
          <a:custGeom>
            <a:avLst/>
            <a:gdLst>
              <a:gd name="connsiteX0" fmla="*/ 1084420 w 1097261"/>
              <a:gd name="connsiteY0" fmla="*/ 1097271 h 1097270"/>
              <a:gd name="connsiteX1" fmla="*/ 12858 w 1097261"/>
              <a:gd name="connsiteY1" fmla="*/ 1097271 h 1097270"/>
              <a:gd name="connsiteX2" fmla="*/ 12858 w 1097261"/>
              <a:gd name="connsiteY2" fmla="*/ 1071553 h 1097270"/>
              <a:gd name="connsiteX3" fmla="*/ 35718 w 1097261"/>
              <a:gd name="connsiteY3" fmla="*/ 1071553 h 1097270"/>
              <a:gd name="connsiteX4" fmla="*/ 35718 w 1097261"/>
              <a:gd name="connsiteY4" fmla="*/ 980293 h 1097270"/>
              <a:gd name="connsiteX5" fmla="*/ 1356 w 1097261"/>
              <a:gd name="connsiteY5" fmla="*/ 911571 h 1097270"/>
              <a:gd name="connsiteX6" fmla="*/ 820 w 1097261"/>
              <a:gd name="connsiteY6" fmla="*/ 901319 h 1097270"/>
              <a:gd name="connsiteX7" fmla="*/ 34467 w 1097261"/>
              <a:gd name="connsiteY7" fmla="*/ 811523 h 1097270"/>
              <a:gd name="connsiteX8" fmla="*/ 12858 w 1097261"/>
              <a:gd name="connsiteY8" fmla="*/ 811523 h 1097270"/>
              <a:gd name="connsiteX9" fmla="*/ 12858 w 1097261"/>
              <a:gd name="connsiteY9" fmla="*/ 785806 h 1097270"/>
              <a:gd name="connsiteX10" fmla="*/ 44112 w 1097261"/>
              <a:gd name="connsiteY10" fmla="*/ 785806 h 1097270"/>
              <a:gd name="connsiteX11" fmla="*/ 107155 w 1097261"/>
              <a:gd name="connsiteY11" fmla="*/ 617751 h 1097270"/>
              <a:gd name="connsiteX12" fmla="*/ 107155 w 1097261"/>
              <a:gd name="connsiteY12" fmla="*/ 441480 h 1097270"/>
              <a:gd name="connsiteX13" fmla="*/ 132873 w 1097261"/>
              <a:gd name="connsiteY13" fmla="*/ 441480 h 1097270"/>
              <a:gd name="connsiteX14" fmla="*/ 132873 w 1097261"/>
              <a:gd name="connsiteY14" fmla="*/ 620072 h 1097270"/>
              <a:gd name="connsiteX15" fmla="*/ 132051 w 1097261"/>
              <a:gd name="connsiteY15" fmla="*/ 624573 h 1097270"/>
              <a:gd name="connsiteX16" fmla="*/ 71615 w 1097261"/>
              <a:gd name="connsiteY16" fmla="*/ 785806 h 1097270"/>
              <a:gd name="connsiteX17" fmla="*/ 382761 w 1097261"/>
              <a:gd name="connsiteY17" fmla="*/ 785806 h 1097270"/>
              <a:gd name="connsiteX18" fmla="*/ 322325 w 1097261"/>
              <a:gd name="connsiteY18" fmla="*/ 624573 h 1097270"/>
              <a:gd name="connsiteX19" fmla="*/ 321468 w 1097261"/>
              <a:gd name="connsiteY19" fmla="*/ 620072 h 1097270"/>
              <a:gd name="connsiteX20" fmla="*/ 321468 w 1097261"/>
              <a:gd name="connsiteY20" fmla="*/ 441480 h 1097270"/>
              <a:gd name="connsiteX21" fmla="*/ 347185 w 1097261"/>
              <a:gd name="connsiteY21" fmla="*/ 441480 h 1097270"/>
              <a:gd name="connsiteX22" fmla="*/ 347185 w 1097261"/>
              <a:gd name="connsiteY22" fmla="*/ 617751 h 1097270"/>
              <a:gd name="connsiteX23" fmla="*/ 410229 w 1097261"/>
              <a:gd name="connsiteY23" fmla="*/ 785806 h 1097270"/>
              <a:gd name="connsiteX24" fmla="*/ 441483 w 1097261"/>
              <a:gd name="connsiteY24" fmla="*/ 785806 h 1097270"/>
              <a:gd name="connsiteX25" fmla="*/ 441483 w 1097261"/>
              <a:gd name="connsiteY25" fmla="*/ 811559 h 1097270"/>
              <a:gd name="connsiteX26" fmla="*/ 419873 w 1097261"/>
              <a:gd name="connsiteY26" fmla="*/ 811559 h 1097270"/>
              <a:gd name="connsiteX27" fmla="*/ 453520 w 1097261"/>
              <a:gd name="connsiteY27" fmla="*/ 901355 h 1097270"/>
              <a:gd name="connsiteX28" fmla="*/ 452984 w 1097261"/>
              <a:gd name="connsiteY28" fmla="*/ 911606 h 1097270"/>
              <a:gd name="connsiteX29" fmla="*/ 418623 w 1097261"/>
              <a:gd name="connsiteY29" fmla="*/ 980329 h 1097270"/>
              <a:gd name="connsiteX30" fmla="*/ 418623 w 1097261"/>
              <a:gd name="connsiteY30" fmla="*/ 1071589 h 1097270"/>
              <a:gd name="connsiteX31" fmla="*/ 535780 w 1097261"/>
              <a:gd name="connsiteY31" fmla="*/ 1071589 h 1097270"/>
              <a:gd name="connsiteX32" fmla="*/ 535780 w 1097261"/>
              <a:gd name="connsiteY32" fmla="*/ 1048694 h 1097270"/>
              <a:gd name="connsiteX33" fmla="*/ 639579 w 1097261"/>
              <a:gd name="connsiteY33" fmla="*/ 901891 h 1097270"/>
              <a:gd name="connsiteX34" fmla="*/ 607825 w 1097261"/>
              <a:gd name="connsiteY34" fmla="*/ 802629 h 1097270"/>
              <a:gd name="connsiteX35" fmla="*/ 607218 w 1097261"/>
              <a:gd name="connsiteY35" fmla="*/ 798665 h 1097270"/>
              <a:gd name="connsiteX36" fmla="*/ 607218 w 1097261"/>
              <a:gd name="connsiteY36" fmla="*/ 529169 h 1097270"/>
              <a:gd name="connsiteX37" fmla="*/ 685835 w 1097261"/>
              <a:gd name="connsiteY37" fmla="*/ 305714 h 1097270"/>
              <a:gd name="connsiteX38" fmla="*/ 790383 w 1097261"/>
              <a:gd name="connsiteY38" fmla="*/ 217347 h 1097270"/>
              <a:gd name="connsiteX39" fmla="*/ 804099 w 1097261"/>
              <a:gd name="connsiteY39" fmla="*/ 215489 h 1097270"/>
              <a:gd name="connsiteX40" fmla="*/ 811529 w 1097261"/>
              <a:gd name="connsiteY40" fmla="*/ 227169 h 1097270"/>
              <a:gd name="connsiteX41" fmla="*/ 811529 w 1097261"/>
              <a:gd name="connsiteY41" fmla="*/ 321466 h 1097270"/>
              <a:gd name="connsiteX42" fmla="*/ 870108 w 1097261"/>
              <a:gd name="connsiteY42" fmla="*/ 321466 h 1097270"/>
              <a:gd name="connsiteX43" fmla="*/ 878323 w 1097261"/>
              <a:gd name="connsiteY43" fmla="*/ 324431 h 1097270"/>
              <a:gd name="connsiteX44" fmla="*/ 1092635 w 1097261"/>
              <a:gd name="connsiteY44" fmla="*/ 503023 h 1097270"/>
              <a:gd name="connsiteX45" fmla="*/ 1095922 w 1097261"/>
              <a:gd name="connsiteY45" fmla="*/ 518668 h 1097270"/>
              <a:gd name="connsiteX46" fmla="*/ 1060203 w 1097261"/>
              <a:gd name="connsiteY46" fmla="*/ 590104 h 1097270"/>
              <a:gd name="connsiteX47" fmla="*/ 1046558 w 1097261"/>
              <a:gd name="connsiteY47" fmla="*/ 597034 h 1097270"/>
              <a:gd name="connsiteX48" fmla="*/ 858963 w 1097261"/>
              <a:gd name="connsiteY48" fmla="*/ 565780 h 1097270"/>
              <a:gd name="connsiteX49" fmla="*/ 988408 w 1097261"/>
              <a:gd name="connsiteY49" fmla="*/ 792271 h 1097270"/>
              <a:gd name="connsiteX50" fmla="*/ 989480 w 1097261"/>
              <a:gd name="connsiteY50" fmla="*/ 802558 h 1097270"/>
              <a:gd name="connsiteX51" fmla="*/ 957726 w 1097261"/>
              <a:gd name="connsiteY51" fmla="*/ 901819 h 1097270"/>
              <a:gd name="connsiteX52" fmla="*/ 1061524 w 1097261"/>
              <a:gd name="connsiteY52" fmla="*/ 1048622 h 1097270"/>
              <a:gd name="connsiteX53" fmla="*/ 1061524 w 1097261"/>
              <a:gd name="connsiteY53" fmla="*/ 1071518 h 1097270"/>
              <a:gd name="connsiteX54" fmla="*/ 1084420 w 1097261"/>
              <a:gd name="connsiteY54" fmla="*/ 1071518 h 1097270"/>
              <a:gd name="connsiteX55" fmla="*/ 1084420 w 1097261"/>
              <a:gd name="connsiteY55" fmla="*/ 1097271 h 1097270"/>
              <a:gd name="connsiteX56" fmla="*/ 561498 w 1097261"/>
              <a:gd name="connsiteY56" fmla="*/ 1071553 h 1097270"/>
              <a:gd name="connsiteX57" fmla="*/ 1035843 w 1097261"/>
              <a:gd name="connsiteY57" fmla="*/ 1071553 h 1097270"/>
              <a:gd name="connsiteX58" fmla="*/ 1035843 w 1097261"/>
              <a:gd name="connsiteY58" fmla="*/ 1048658 h 1097270"/>
              <a:gd name="connsiteX59" fmla="*/ 905826 w 1097261"/>
              <a:gd name="connsiteY59" fmla="*/ 918679 h 1097270"/>
              <a:gd name="connsiteX60" fmla="*/ 691514 w 1097261"/>
              <a:gd name="connsiteY60" fmla="*/ 918679 h 1097270"/>
              <a:gd name="connsiteX61" fmla="*/ 561498 w 1097261"/>
              <a:gd name="connsiteY61" fmla="*/ 1048658 h 1097270"/>
              <a:gd name="connsiteX62" fmla="*/ 561498 w 1097261"/>
              <a:gd name="connsiteY62" fmla="*/ 1071553 h 1097270"/>
              <a:gd name="connsiteX63" fmla="*/ 61435 w 1097261"/>
              <a:gd name="connsiteY63" fmla="*/ 1071553 h 1097270"/>
              <a:gd name="connsiteX64" fmla="*/ 392905 w 1097261"/>
              <a:gd name="connsiteY64" fmla="*/ 1071553 h 1097270"/>
              <a:gd name="connsiteX65" fmla="*/ 392905 w 1097261"/>
              <a:gd name="connsiteY65" fmla="*/ 990115 h 1097270"/>
              <a:gd name="connsiteX66" fmla="*/ 61435 w 1097261"/>
              <a:gd name="connsiteY66" fmla="*/ 990115 h 1097270"/>
              <a:gd name="connsiteX67" fmla="*/ 61435 w 1097261"/>
              <a:gd name="connsiteY67" fmla="*/ 1071553 h 1097270"/>
              <a:gd name="connsiteX68" fmla="*/ 225063 w 1097261"/>
              <a:gd name="connsiteY68" fmla="*/ 964398 h 1097270"/>
              <a:gd name="connsiteX69" fmla="*/ 397799 w 1097261"/>
              <a:gd name="connsiteY69" fmla="*/ 964398 h 1097270"/>
              <a:gd name="connsiteX70" fmla="*/ 427481 w 1097261"/>
              <a:gd name="connsiteY70" fmla="*/ 905105 h 1097270"/>
              <a:gd name="connsiteX71" fmla="*/ 392405 w 1097261"/>
              <a:gd name="connsiteY71" fmla="*/ 811559 h 1097270"/>
              <a:gd name="connsiteX72" fmla="*/ 61971 w 1097261"/>
              <a:gd name="connsiteY72" fmla="*/ 811559 h 1097270"/>
              <a:gd name="connsiteX73" fmla="*/ 26895 w 1097261"/>
              <a:gd name="connsiteY73" fmla="*/ 905105 h 1097270"/>
              <a:gd name="connsiteX74" fmla="*/ 56577 w 1097261"/>
              <a:gd name="connsiteY74" fmla="*/ 964398 h 1097270"/>
              <a:gd name="connsiteX75" fmla="*/ 225063 w 1097261"/>
              <a:gd name="connsiteY75" fmla="*/ 964398 h 1097270"/>
              <a:gd name="connsiteX76" fmla="*/ 691514 w 1097261"/>
              <a:gd name="connsiteY76" fmla="*/ 892961 h 1097270"/>
              <a:gd name="connsiteX77" fmla="*/ 905826 w 1097261"/>
              <a:gd name="connsiteY77" fmla="*/ 892961 h 1097270"/>
              <a:gd name="connsiteX78" fmla="*/ 932866 w 1097261"/>
              <a:gd name="connsiteY78" fmla="*/ 895319 h 1097270"/>
              <a:gd name="connsiteX79" fmla="*/ 963298 w 1097261"/>
              <a:gd name="connsiteY79" fmla="*/ 800129 h 1097270"/>
              <a:gd name="connsiteX80" fmla="*/ 823245 w 1097261"/>
              <a:gd name="connsiteY80" fmla="*/ 555029 h 1097270"/>
              <a:gd name="connsiteX81" fmla="*/ 823888 w 1097261"/>
              <a:gd name="connsiteY81" fmla="*/ 541313 h 1097270"/>
              <a:gd name="connsiteX82" fmla="*/ 836532 w 1097261"/>
              <a:gd name="connsiteY82" fmla="*/ 535991 h 1097270"/>
              <a:gd name="connsiteX83" fmla="*/ 1041451 w 1097261"/>
              <a:gd name="connsiteY83" fmla="*/ 570138 h 1097270"/>
              <a:gd name="connsiteX84" fmla="*/ 1068382 w 1097261"/>
              <a:gd name="connsiteY84" fmla="*/ 516310 h 1097270"/>
              <a:gd name="connsiteX85" fmla="*/ 865464 w 1097261"/>
              <a:gd name="connsiteY85" fmla="*/ 347183 h 1097270"/>
              <a:gd name="connsiteX86" fmla="*/ 798670 w 1097261"/>
              <a:gd name="connsiteY86" fmla="*/ 347183 h 1097270"/>
              <a:gd name="connsiteX87" fmla="*/ 785811 w 1097261"/>
              <a:gd name="connsiteY87" fmla="*/ 334325 h 1097270"/>
              <a:gd name="connsiteX88" fmla="*/ 785811 w 1097261"/>
              <a:gd name="connsiteY88" fmla="*/ 254851 h 1097270"/>
              <a:gd name="connsiteX89" fmla="*/ 703230 w 1097261"/>
              <a:gd name="connsiteY89" fmla="*/ 324609 h 1097270"/>
              <a:gd name="connsiteX90" fmla="*/ 633614 w 1097261"/>
              <a:gd name="connsiteY90" fmla="*/ 500058 h 1097270"/>
              <a:gd name="connsiteX91" fmla="*/ 691514 w 1097261"/>
              <a:gd name="connsiteY91" fmla="*/ 500058 h 1097270"/>
              <a:gd name="connsiteX92" fmla="*/ 691514 w 1097261"/>
              <a:gd name="connsiteY92" fmla="*/ 525776 h 1097270"/>
              <a:gd name="connsiteX93" fmla="*/ 632935 w 1097261"/>
              <a:gd name="connsiteY93" fmla="*/ 525776 h 1097270"/>
              <a:gd name="connsiteX94" fmla="*/ 632935 w 1097261"/>
              <a:gd name="connsiteY94" fmla="*/ 529169 h 1097270"/>
              <a:gd name="connsiteX95" fmla="*/ 632935 w 1097261"/>
              <a:gd name="connsiteY95" fmla="*/ 607214 h 1097270"/>
              <a:gd name="connsiteX96" fmla="*/ 691514 w 1097261"/>
              <a:gd name="connsiteY96" fmla="*/ 607214 h 1097270"/>
              <a:gd name="connsiteX97" fmla="*/ 691514 w 1097261"/>
              <a:gd name="connsiteY97" fmla="*/ 632967 h 1097270"/>
              <a:gd name="connsiteX98" fmla="*/ 632935 w 1097261"/>
              <a:gd name="connsiteY98" fmla="*/ 632967 h 1097270"/>
              <a:gd name="connsiteX99" fmla="*/ 632935 w 1097261"/>
              <a:gd name="connsiteY99" fmla="*/ 714369 h 1097270"/>
              <a:gd name="connsiteX100" fmla="*/ 691514 w 1097261"/>
              <a:gd name="connsiteY100" fmla="*/ 714369 h 1097270"/>
              <a:gd name="connsiteX101" fmla="*/ 691514 w 1097261"/>
              <a:gd name="connsiteY101" fmla="*/ 740122 h 1097270"/>
              <a:gd name="connsiteX102" fmla="*/ 632935 w 1097261"/>
              <a:gd name="connsiteY102" fmla="*/ 740122 h 1097270"/>
              <a:gd name="connsiteX103" fmla="*/ 632935 w 1097261"/>
              <a:gd name="connsiteY103" fmla="*/ 796664 h 1097270"/>
              <a:gd name="connsiteX104" fmla="*/ 664475 w 1097261"/>
              <a:gd name="connsiteY104" fmla="*/ 895354 h 1097270"/>
              <a:gd name="connsiteX105" fmla="*/ 691514 w 1097261"/>
              <a:gd name="connsiteY105" fmla="*/ 892961 h 1097270"/>
              <a:gd name="connsiteX106" fmla="*/ 370045 w 1097261"/>
              <a:gd name="connsiteY106" fmla="*/ 382902 h 1097270"/>
              <a:gd name="connsiteX107" fmla="*/ 84295 w 1097261"/>
              <a:gd name="connsiteY107" fmla="*/ 382902 h 1097270"/>
              <a:gd name="connsiteX108" fmla="*/ 84295 w 1097261"/>
              <a:gd name="connsiteY108" fmla="*/ 357185 h 1097270"/>
              <a:gd name="connsiteX109" fmla="*/ 370045 w 1097261"/>
              <a:gd name="connsiteY109" fmla="*/ 357185 h 1097270"/>
              <a:gd name="connsiteX110" fmla="*/ 370045 w 1097261"/>
              <a:gd name="connsiteY110" fmla="*/ 382902 h 1097270"/>
              <a:gd name="connsiteX111" fmla="*/ 347185 w 1097261"/>
              <a:gd name="connsiteY111" fmla="*/ 298606 h 1097270"/>
              <a:gd name="connsiteX112" fmla="*/ 321468 w 1097261"/>
              <a:gd name="connsiteY112" fmla="*/ 298606 h 1097270"/>
              <a:gd name="connsiteX113" fmla="*/ 321468 w 1097261"/>
              <a:gd name="connsiteY113" fmla="*/ 227169 h 1097270"/>
              <a:gd name="connsiteX114" fmla="*/ 322825 w 1097261"/>
              <a:gd name="connsiteY114" fmla="*/ 221419 h 1097270"/>
              <a:gd name="connsiteX115" fmla="*/ 355686 w 1097261"/>
              <a:gd name="connsiteY115" fmla="*/ 155732 h 1097270"/>
              <a:gd name="connsiteX116" fmla="*/ 326397 w 1097261"/>
              <a:gd name="connsiteY116" fmla="*/ 97154 h 1097270"/>
              <a:gd name="connsiteX117" fmla="*/ 127979 w 1097261"/>
              <a:gd name="connsiteY117" fmla="*/ 97154 h 1097270"/>
              <a:gd name="connsiteX118" fmla="*/ 98654 w 1097261"/>
              <a:gd name="connsiteY118" fmla="*/ 155732 h 1097270"/>
              <a:gd name="connsiteX119" fmla="*/ 131480 w 1097261"/>
              <a:gd name="connsiteY119" fmla="*/ 221419 h 1097270"/>
              <a:gd name="connsiteX120" fmla="*/ 132873 w 1097261"/>
              <a:gd name="connsiteY120" fmla="*/ 227169 h 1097270"/>
              <a:gd name="connsiteX121" fmla="*/ 132873 w 1097261"/>
              <a:gd name="connsiteY121" fmla="*/ 298606 h 1097270"/>
              <a:gd name="connsiteX122" fmla="*/ 107155 w 1097261"/>
              <a:gd name="connsiteY122" fmla="*/ 298606 h 1097270"/>
              <a:gd name="connsiteX123" fmla="*/ 107155 w 1097261"/>
              <a:gd name="connsiteY123" fmla="*/ 230205 h 1097270"/>
              <a:gd name="connsiteX124" fmla="*/ 72794 w 1097261"/>
              <a:gd name="connsiteY124" fmla="*/ 161483 h 1097270"/>
              <a:gd name="connsiteX125" fmla="*/ 72794 w 1097261"/>
              <a:gd name="connsiteY125" fmla="*/ 149982 h 1097270"/>
              <a:gd name="connsiteX126" fmla="*/ 108512 w 1097261"/>
              <a:gd name="connsiteY126" fmla="*/ 78545 h 1097270"/>
              <a:gd name="connsiteX127" fmla="*/ 120014 w 1097261"/>
              <a:gd name="connsiteY127" fmla="*/ 71437 h 1097270"/>
              <a:gd name="connsiteX128" fmla="*/ 142874 w 1097261"/>
              <a:gd name="connsiteY128" fmla="*/ 71437 h 1097270"/>
              <a:gd name="connsiteX129" fmla="*/ 142874 w 1097261"/>
              <a:gd name="connsiteY129" fmla="*/ 12859 h 1097270"/>
              <a:gd name="connsiteX130" fmla="*/ 155733 w 1097261"/>
              <a:gd name="connsiteY130" fmla="*/ 0 h 1097270"/>
              <a:gd name="connsiteX131" fmla="*/ 298608 w 1097261"/>
              <a:gd name="connsiteY131" fmla="*/ 0 h 1097270"/>
              <a:gd name="connsiteX132" fmla="*/ 311466 w 1097261"/>
              <a:gd name="connsiteY132" fmla="*/ 12859 h 1097270"/>
              <a:gd name="connsiteX133" fmla="*/ 311466 w 1097261"/>
              <a:gd name="connsiteY133" fmla="*/ 71437 h 1097270"/>
              <a:gd name="connsiteX134" fmla="*/ 334326 w 1097261"/>
              <a:gd name="connsiteY134" fmla="*/ 71437 h 1097270"/>
              <a:gd name="connsiteX135" fmla="*/ 345828 w 1097261"/>
              <a:gd name="connsiteY135" fmla="*/ 78545 h 1097270"/>
              <a:gd name="connsiteX136" fmla="*/ 381547 w 1097261"/>
              <a:gd name="connsiteY136" fmla="*/ 149982 h 1097270"/>
              <a:gd name="connsiteX137" fmla="*/ 381547 w 1097261"/>
              <a:gd name="connsiteY137" fmla="*/ 161483 h 1097270"/>
              <a:gd name="connsiteX138" fmla="*/ 347185 w 1097261"/>
              <a:gd name="connsiteY138" fmla="*/ 230205 h 1097270"/>
              <a:gd name="connsiteX139" fmla="*/ 347185 w 1097261"/>
              <a:gd name="connsiteY139" fmla="*/ 298606 h 1097270"/>
              <a:gd name="connsiteX140" fmla="*/ 168591 w 1097261"/>
              <a:gd name="connsiteY140" fmla="*/ 71437 h 1097270"/>
              <a:gd name="connsiteX141" fmla="*/ 285749 w 1097261"/>
              <a:gd name="connsiteY141" fmla="*/ 71437 h 1097270"/>
              <a:gd name="connsiteX142" fmla="*/ 285749 w 1097261"/>
              <a:gd name="connsiteY142" fmla="*/ 25717 h 1097270"/>
              <a:gd name="connsiteX143" fmla="*/ 168591 w 1097261"/>
              <a:gd name="connsiteY143" fmla="*/ 25717 h 1097270"/>
              <a:gd name="connsiteX144" fmla="*/ 168591 w 1097261"/>
              <a:gd name="connsiteY144" fmla="*/ 71437 h 1097270"/>
              <a:gd name="connsiteX145" fmla="*/ 298608 w 1097261"/>
              <a:gd name="connsiteY145" fmla="*/ 168591 h 1097270"/>
              <a:gd name="connsiteX146" fmla="*/ 155733 w 1097261"/>
              <a:gd name="connsiteY146" fmla="*/ 168591 h 1097270"/>
              <a:gd name="connsiteX147" fmla="*/ 155733 w 1097261"/>
              <a:gd name="connsiteY147" fmla="*/ 142874 h 1097270"/>
              <a:gd name="connsiteX148" fmla="*/ 298608 w 1097261"/>
              <a:gd name="connsiteY148" fmla="*/ 142874 h 1097270"/>
              <a:gd name="connsiteX149" fmla="*/ 298608 w 1097261"/>
              <a:gd name="connsiteY149" fmla="*/ 168591 h 10972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1097261" h="1097270">
                <a:moveTo>
                  <a:pt x="1084420" y="1097271"/>
                </a:moveTo>
                <a:lnTo>
                  <a:pt x="12858" y="1097271"/>
                </a:lnTo>
                <a:lnTo>
                  <a:pt x="12858" y="1071553"/>
                </a:lnTo>
                <a:lnTo>
                  <a:pt x="35718" y="1071553"/>
                </a:lnTo>
                <a:lnTo>
                  <a:pt x="35718" y="980293"/>
                </a:lnTo>
                <a:lnTo>
                  <a:pt x="1356" y="911571"/>
                </a:lnTo>
                <a:cubicBezTo>
                  <a:pt x="-251" y="908356"/>
                  <a:pt x="-430" y="904677"/>
                  <a:pt x="820" y="901319"/>
                </a:cubicBezTo>
                <a:lnTo>
                  <a:pt x="34467" y="811523"/>
                </a:lnTo>
                <a:lnTo>
                  <a:pt x="12858" y="811523"/>
                </a:lnTo>
                <a:lnTo>
                  <a:pt x="12858" y="785806"/>
                </a:lnTo>
                <a:lnTo>
                  <a:pt x="44112" y="785806"/>
                </a:lnTo>
                <a:lnTo>
                  <a:pt x="107155" y="617751"/>
                </a:lnTo>
                <a:lnTo>
                  <a:pt x="107155" y="441480"/>
                </a:lnTo>
                <a:lnTo>
                  <a:pt x="132873" y="441480"/>
                </a:lnTo>
                <a:lnTo>
                  <a:pt x="132873" y="620072"/>
                </a:lnTo>
                <a:cubicBezTo>
                  <a:pt x="132873" y="621608"/>
                  <a:pt x="132587" y="623144"/>
                  <a:pt x="132051" y="624573"/>
                </a:cubicBezTo>
                <a:lnTo>
                  <a:pt x="71615" y="785806"/>
                </a:lnTo>
                <a:lnTo>
                  <a:pt x="382761" y="785806"/>
                </a:lnTo>
                <a:lnTo>
                  <a:pt x="322325" y="624573"/>
                </a:lnTo>
                <a:cubicBezTo>
                  <a:pt x="321753" y="623144"/>
                  <a:pt x="321468" y="621608"/>
                  <a:pt x="321468" y="620072"/>
                </a:cubicBezTo>
                <a:lnTo>
                  <a:pt x="321468" y="441480"/>
                </a:lnTo>
                <a:lnTo>
                  <a:pt x="347185" y="441480"/>
                </a:lnTo>
                <a:lnTo>
                  <a:pt x="347185" y="617751"/>
                </a:lnTo>
                <a:lnTo>
                  <a:pt x="410229" y="785806"/>
                </a:lnTo>
                <a:lnTo>
                  <a:pt x="441483" y="785806"/>
                </a:lnTo>
                <a:lnTo>
                  <a:pt x="441483" y="811559"/>
                </a:lnTo>
                <a:lnTo>
                  <a:pt x="419873" y="811559"/>
                </a:lnTo>
                <a:lnTo>
                  <a:pt x="453520" y="901355"/>
                </a:lnTo>
                <a:cubicBezTo>
                  <a:pt x="454770" y="904713"/>
                  <a:pt x="454591" y="908392"/>
                  <a:pt x="452984" y="911606"/>
                </a:cubicBezTo>
                <a:lnTo>
                  <a:pt x="418623" y="980329"/>
                </a:lnTo>
                <a:lnTo>
                  <a:pt x="418623" y="1071589"/>
                </a:lnTo>
                <a:lnTo>
                  <a:pt x="535780" y="1071589"/>
                </a:lnTo>
                <a:lnTo>
                  <a:pt x="535780" y="1048694"/>
                </a:lnTo>
                <a:cubicBezTo>
                  <a:pt x="535780" y="981007"/>
                  <a:pt x="579143" y="923322"/>
                  <a:pt x="639579" y="901891"/>
                </a:cubicBezTo>
                <a:lnTo>
                  <a:pt x="607825" y="802629"/>
                </a:lnTo>
                <a:cubicBezTo>
                  <a:pt x="607432" y="801308"/>
                  <a:pt x="607218" y="799986"/>
                  <a:pt x="607218" y="798665"/>
                </a:cubicBezTo>
                <a:lnTo>
                  <a:pt x="607218" y="529169"/>
                </a:lnTo>
                <a:cubicBezTo>
                  <a:pt x="607218" y="408548"/>
                  <a:pt x="637329" y="354220"/>
                  <a:pt x="685835" y="305714"/>
                </a:cubicBezTo>
                <a:lnTo>
                  <a:pt x="790383" y="217347"/>
                </a:lnTo>
                <a:cubicBezTo>
                  <a:pt x="794241" y="214096"/>
                  <a:pt x="799670" y="213453"/>
                  <a:pt x="804099" y="215489"/>
                </a:cubicBezTo>
                <a:cubicBezTo>
                  <a:pt x="808600" y="217597"/>
                  <a:pt x="811529" y="222169"/>
                  <a:pt x="811529" y="227169"/>
                </a:cubicBezTo>
                <a:lnTo>
                  <a:pt x="811529" y="321466"/>
                </a:lnTo>
                <a:lnTo>
                  <a:pt x="870108" y="321466"/>
                </a:lnTo>
                <a:cubicBezTo>
                  <a:pt x="873108" y="321466"/>
                  <a:pt x="876037" y="322502"/>
                  <a:pt x="878323" y="324431"/>
                </a:cubicBezTo>
                <a:lnTo>
                  <a:pt x="1092635" y="503023"/>
                </a:lnTo>
                <a:cubicBezTo>
                  <a:pt x="1097208" y="506845"/>
                  <a:pt x="1098565" y="513310"/>
                  <a:pt x="1095922" y="518668"/>
                </a:cubicBezTo>
                <a:lnTo>
                  <a:pt x="1060203" y="590104"/>
                </a:lnTo>
                <a:cubicBezTo>
                  <a:pt x="1057703" y="595141"/>
                  <a:pt x="1052345" y="597820"/>
                  <a:pt x="1046558" y="597034"/>
                </a:cubicBezTo>
                <a:lnTo>
                  <a:pt x="858963" y="565780"/>
                </a:lnTo>
                <a:lnTo>
                  <a:pt x="988408" y="792271"/>
                </a:lnTo>
                <a:cubicBezTo>
                  <a:pt x="990194" y="795414"/>
                  <a:pt x="990623" y="799129"/>
                  <a:pt x="989480" y="802558"/>
                </a:cubicBezTo>
                <a:lnTo>
                  <a:pt x="957726" y="901819"/>
                </a:lnTo>
                <a:cubicBezTo>
                  <a:pt x="1018126" y="923286"/>
                  <a:pt x="1061524" y="980971"/>
                  <a:pt x="1061524" y="1048622"/>
                </a:cubicBezTo>
                <a:lnTo>
                  <a:pt x="1061524" y="1071518"/>
                </a:lnTo>
                <a:lnTo>
                  <a:pt x="1084420" y="1071518"/>
                </a:lnTo>
                <a:lnTo>
                  <a:pt x="1084420" y="1097271"/>
                </a:lnTo>
                <a:close/>
                <a:moveTo>
                  <a:pt x="561498" y="1071553"/>
                </a:moveTo>
                <a:lnTo>
                  <a:pt x="1035843" y="1071553"/>
                </a:lnTo>
                <a:lnTo>
                  <a:pt x="1035843" y="1048658"/>
                </a:lnTo>
                <a:cubicBezTo>
                  <a:pt x="1035843" y="976971"/>
                  <a:pt x="977514" y="918679"/>
                  <a:pt x="905826" y="918679"/>
                </a:cubicBezTo>
                <a:lnTo>
                  <a:pt x="691514" y="918679"/>
                </a:lnTo>
                <a:cubicBezTo>
                  <a:pt x="619826" y="918679"/>
                  <a:pt x="561498" y="976971"/>
                  <a:pt x="561498" y="1048658"/>
                </a:cubicBezTo>
                <a:lnTo>
                  <a:pt x="561498" y="1071553"/>
                </a:lnTo>
                <a:close/>
                <a:moveTo>
                  <a:pt x="61435" y="1071553"/>
                </a:moveTo>
                <a:lnTo>
                  <a:pt x="392905" y="1071553"/>
                </a:lnTo>
                <a:lnTo>
                  <a:pt x="392905" y="990115"/>
                </a:lnTo>
                <a:lnTo>
                  <a:pt x="61435" y="990115"/>
                </a:lnTo>
                <a:lnTo>
                  <a:pt x="61435" y="1071553"/>
                </a:lnTo>
                <a:close/>
                <a:moveTo>
                  <a:pt x="225063" y="964398"/>
                </a:moveTo>
                <a:lnTo>
                  <a:pt x="397799" y="964398"/>
                </a:lnTo>
                <a:lnTo>
                  <a:pt x="427481" y="905105"/>
                </a:lnTo>
                <a:lnTo>
                  <a:pt x="392405" y="811559"/>
                </a:lnTo>
                <a:lnTo>
                  <a:pt x="61971" y="811559"/>
                </a:lnTo>
                <a:lnTo>
                  <a:pt x="26895" y="905105"/>
                </a:lnTo>
                <a:lnTo>
                  <a:pt x="56577" y="964398"/>
                </a:lnTo>
                <a:lnTo>
                  <a:pt x="225063" y="964398"/>
                </a:lnTo>
                <a:close/>
                <a:moveTo>
                  <a:pt x="691514" y="892961"/>
                </a:moveTo>
                <a:lnTo>
                  <a:pt x="905826" y="892961"/>
                </a:lnTo>
                <a:cubicBezTo>
                  <a:pt x="915042" y="892961"/>
                  <a:pt x="924079" y="893747"/>
                  <a:pt x="932866" y="895319"/>
                </a:cubicBezTo>
                <a:lnTo>
                  <a:pt x="963298" y="800129"/>
                </a:lnTo>
                <a:lnTo>
                  <a:pt x="823245" y="555029"/>
                </a:lnTo>
                <a:cubicBezTo>
                  <a:pt x="820780" y="550707"/>
                  <a:pt x="821030" y="545349"/>
                  <a:pt x="823888" y="541313"/>
                </a:cubicBezTo>
                <a:cubicBezTo>
                  <a:pt x="826674" y="537241"/>
                  <a:pt x="831460" y="535205"/>
                  <a:pt x="836532" y="535991"/>
                </a:cubicBezTo>
                <a:lnTo>
                  <a:pt x="1041451" y="570138"/>
                </a:lnTo>
                <a:lnTo>
                  <a:pt x="1068382" y="516310"/>
                </a:lnTo>
                <a:lnTo>
                  <a:pt x="865464" y="347183"/>
                </a:lnTo>
                <a:lnTo>
                  <a:pt x="798670" y="347183"/>
                </a:lnTo>
                <a:cubicBezTo>
                  <a:pt x="791562" y="347183"/>
                  <a:pt x="785811" y="341433"/>
                  <a:pt x="785811" y="334325"/>
                </a:cubicBezTo>
                <a:lnTo>
                  <a:pt x="785811" y="254851"/>
                </a:lnTo>
                <a:lnTo>
                  <a:pt x="703230" y="324609"/>
                </a:lnTo>
                <a:cubicBezTo>
                  <a:pt x="664046" y="363828"/>
                  <a:pt x="638043" y="408369"/>
                  <a:pt x="633614" y="500058"/>
                </a:cubicBezTo>
                <a:lnTo>
                  <a:pt x="691514" y="500058"/>
                </a:lnTo>
                <a:lnTo>
                  <a:pt x="691514" y="525776"/>
                </a:lnTo>
                <a:lnTo>
                  <a:pt x="632935" y="525776"/>
                </a:lnTo>
                <a:cubicBezTo>
                  <a:pt x="632935" y="526919"/>
                  <a:pt x="632935" y="528026"/>
                  <a:pt x="632935" y="529169"/>
                </a:cubicBezTo>
                <a:lnTo>
                  <a:pt x="632935" y="607214"/>
                </a:lnTo>
                <a:lnTo>
                  <a:pt x="691514" y="607214"/>
                </a:lnTo>
                <a:lnTo>
                  <a:pt x="691514" y="632967"/>
                </a:lnTo>
                <a:lnTo>
                  <a:pt x="632935" y="632967"/>
                </a:lnTo>
                <a:lnTo>
                  <a:pt x="632935" y="714369"/>
                </a:lnTo>
                <a:lnTo>
                  <a:pt x="691514" y="714369"/>
                </a:lnTo>
                <a:lnTo>
                  <a:pt x="691514" y="740122"/>
                </a:lnTo>
                <a:lnTo>
                  <a:pt x="632935" y="740122"/>
                </a:lnTo>
                <a:lnTo>
                  <a:pt x="632935" y="796664"/>
                </a:lnTo>
                <a:lnTo>
                  <a:pt x="664475" y="895354"/>
                </a:lnTo>
                <a:cubicBezTo>
                  <a:pt x="673262" y="893747"/>
                  <a:pt x="682298" y="892961"/>
                  <a:pt x="691514" y="892961"/>
                </a:cubicBezTo>
                <a:close/>
                <a:moveTo>
                  <a:pt x="370045" y="382902"/>
                </a:moveTo>
                <a:lnTo>
                  <a:pt x="84295" y="382902"/>
                </a:lnTo>
                <a:lnTo>
                  <a:pt x="84295" y="357185"/>
                </a:lnTo>
                <a:lnTo>
                  <a:pt x="370045" y="357185"/>
                </a:lnTo>
                <a:lnTo>
                  <a:pt x="370045" y="382902"/>
                </a:lnTo>
                <a:close/>
                <a:moveTo>
                  <a:pt x="347185" y="298606"/>
                </a:moveTo>
                <a:lnTo>
                  <a:pt x="321468" y="298606"/>
                </a:lnTo>
                <a:lnTo>
                  <a:pt x="321468" y="227169"/>
                </a:lnTo>
                <a:cubicBezTo>
                  <a:pt x="321468" y="225169"/>
                  <a:pt x="321932" y="223205"/>
                  <a:pt x="322825" y="221419"/>
                </a:cubicBezTo>
                <a:lnTo>
                  <a:pt x="355686" y="155732"/>
                </a:lnTo>
                <a:lnTo>
                  <a:pt x="326397" y="97154"/>
                </a:lnTo>
                <a:lnTo>
                  <a:pt x="127979" y="97154"/>
                </a:lnTo>
                <a:lnTo>
                  <a:pt x="98654" y="155732"/>
                </a:lnTo>
                <a:lnTo>
                  <a:pt x="131480" y="221419"/>
                </a:lnTo>
                <a:cubicBezTo>
                  <a:pt x="132408" y="223205"/>
                  <a:pt x="132873" y="225169"/>
                  <a:pt x="132873" y="227169"/>
                </a:cubicBezTo>
                <a:lnTo>
                  <a:pt x="132873" y="298606"/>
                </a:lnTo>
                <a:lnTo>
                  <a:pt x="107155" y="298606"/>
                </a:lnTo>
                <a:lnTo>
                  <a:pt x="107155" y="230205"/>
                </a:lnTo>
                <a:lnTo>
                  <a:pt x="72794" y="161483"/>
                </a:lnTo>
                <a:cubicBezTo>
                  <a:pt x="70972" y="157840"/>
                  <a:pt x="70972" y="153589"/>
                  <a:pt x="72794" y="149982"/>
                </a:cubicBezTo>
                <a:lnTo>
                  <a:pt x="108512" y="78545"/>
                </a:lnTo>
                <a:cubicBezTo>
                  <a:pt x="110691" y="74187"/>
                  <a:pt x="115156" y="71437"/>
                  <a:pt x="120014" y="71437"/>
                </a:cubicBezTo>
                <a:lnTo>
                  <a:pt x="142874" y="71437"/>
                </a:lnTo>
                <a:lnTo>
                  <a:pt x="142874" y="12859"/>
                </a:lnTo>
                <a:cubicBezTo>
                  <a:pt x="142874" y="5751"/>
                  <a:pt x="148625" y="0"/>
                  <a:pt x="155733" y="0"/>
                </a:cubicBezTo>
                <a:lnTo>
                  <a:pt x="298608" y="0"/>
                </a:lnTo>
                <a:cubicBezTo>
                  <a:pt x="305716" y="0"/>
                  <a:pt x="311466" y="5751"/>
                  <a:pt x="311466" y="12859"/>
                </a:cubicBezTo>
                <a:lnTo>
                  <a:pt x="311466" y="71437"/>
                </a:lnTo>
                <a:lnTo>
                  <a:pt x="334326" y="71437"/>
                </a:lnTo>
                <a:cubicBezTo>
                  <a:pt x="339184" y="71437"/>
                  <a:pt x="343649" y="74187"/>
                  <a:pt x="345828" y="78545"/>
                </a:cubicBezTo>
                <a:lnTo>
                  <a:pt x="381547" y="149982"/>
                </a:lnTo>
                <a:cubicBezTo>
                  <a:pt x="383368" y="153625"/>
                  <a:pt x="383368" y="157876"/>
                  <a:pt x="381547" y="161483"/>
                </a:cubicBezTo>
                <a:lnTo>
                  <a:pt x="347185" y="230205"/>
                </a:lnTo>
                <a:lnTo>
                  <a:pt x="347185" y="298606"/>
                </a:lnTo>
                <a:close/>
                <a:moveTo>
                  <a:pt x="168591" y="71437"/>
                </a:moveTo>
                <a:lnTo>
                  <a:pt x="285749" y="71437"/>
                </a:lnTo>
                <a:lnTo>
                  <a:pt x="285749" y="25717"/>
                </a:lnTo>
                <a:lnTo>
                  <a:pt x="168591" y="25717"/>
                </a:lnTo>
                <a:lnTo>
                  <a:pt x="168591" y="71437"/>
                </a:lnTo>
                <a:close/>
                <a:moveTo>
                  <a:pt x="298608" y="168591"/>
                </a:moveTo>
                <a:lnTo>
                  <a:pt x="155733" y="168591"/>
                </a:lnTo>
                <a:lnTo>
                  <a:pt x="155733" y="142874"/>
                </a:lnTo>
                <a:lnTo>
                  <a:pt x="298608" y="142874"/>
                </a:lnTo>
                <a:lnTo>
                  <a:pt x="298608" y="168591"/>
                </a:lnTo>
                <a:close/>
              </a:path>
            </a:pathLst>
          </a:custGeom>
          <a:solidFill>
            <a:schemeClr val="accent1"/>
          </a:solidFill>
          <a:ln w="35719" cap="flat">
            <a:noFill/>
            <a:prstDash val="solid"/>
            <a:miter/>
          </a:ln>
        </p:spPr>
        <p:txBody>
          <a:bodyPr rtlCol="0" anchor="ctr"/>
          <a:lstStyle/>
          <a:p>
            <a:endParaRPr lang="en-RO"/>
          </a:p>
        </p:txBody>
      </p:sp>
      <p:sp>
        <p:nvSpPr>
          <p:cNvPr id="13" name="Freeform 12" descr="Pictogram showing 3 vertical open circles and 3 horizontal lines vertically aligned in blue 60">
            <a:extLst>
              <a:ext uri="{FF2B5EF4-FFF2-40B4-BE49-F238E27FC236}">
                <a16:creationId xmlns:a16="http://schemas.microsoft.com/office/drawing/2014/main" id="{4DB960A7-D589-4B66-044A-776D81800DA0}"/>
              </a:ext>
            </a:extLst>
          </p:cNvPr>
          <p:cNvSpPr/>
          <p:nvPr/>
        </p:nvSpPr>
        <p:spPr>
          <a:xfrm>
            <a:off x="12797950" y="627750"/>
            <a:ext cx="1216152" cy="1216152"/>
          </a:xfrm>
          <a:custGeom>
            <a:avLst/>
            <a:gdLst>
              <a:gd name="connsiteX0" fmla="*/ 128016 w 1156716"/>
              <a:gd name="connsiteY0" fmla="*/ 1170432 h 1170432"/>
              <a:gd name="connsiteX1" fmla="*/ 0 w 1156716"/>
              <a:gd name="connsiteY1" fmla="*/ 1042416 h 1170432"/>
              <a:gd name="connsiteX2" fmla="*/ 128016 w 1156716"/>
              <a:gd name="connsiteY2" fmla="*/ 914400 h 1170432"/>
              <a:gd name="connsiteX3" fmla="*/ 256032 w 1156716"/>
              <a:gd name="connsiteY3" fmla="*/ 1042416 h 1170432"/>
              <a:gd name="connsiteX4" fmla="*/ 128016 w 1156716"/>
              <a:gd name="connsiteY4" fmla="*/ 1170432 h 1170432"/>
              <a:gd name="connsiteX5" fmla="*/ 128016 w 1156716"/>
              <a:gd name="connsiteY5" fmla="*/ 941832 h 1170432"/>
              <a:gd name="connsiteX6" fmla="*/ 27432 w 1156716"/>
              <a:gd name="connsiteY6" fmla="*/ 1042416 h 1170432"/>
              <a:gd name="connsiteX7" fmla="*/ 128016 w 1156716"/>
              <a:gd name="connsiteY7" fmla="*/ 1143000 h 1170432"/>
              <a:gd name="connsiteX8" fmla="*/ 228600 w 1156716"/>
              <a:gd name="connsiteY8" fmla="*/ 1042416 h 1170432"/>
              <a:gd name="connsiteX9" fmla="*/ 128016 w 1156716"/>
              <a:gd name="connsiteY9" fmla="*/ 941832 h 1170432"/>
              <a:gd name="connsiteX10" fmla="*/ 1156716 w 1156716"/>
              <a:gd name="connsiteY10" fmla="*/ 1056132 h 1170432"/>
              <a:gd name="connsiteX11" fmla="*/ 394716 w 1156716"/>
              <a:gd name="connsiteY11" fmla="*/ 1056132 h 1170432"/>
              <a:gd name="connsiteX12" fmla="*/ 394716 w 1156716"/>
              <a:gd name="connsiteY12" fmla="*/ 1028700 h 1170432"/>
              <a:gd name="connsiteX13" fmla="*/ 1156716 w 1156716"/>
              <a:gd name="connsiteY13" fmla="*/ 1028700 h 1170432"/>
              <a:gd name="connsiteX14" fmla="*/ 1156716 w 1156716"/>
              <a:gd name="connsiteY14" fmla="*/ 1056132 h 1170432"/>
              <a:gd name="connsiteX15" fmla="*/ 128016 w 1156716"/>
              <a:gd name="connsiteY15" fmla="*/ 713232 h 1170432"/>
              <a:gd name="connsiteX16" fmla="*/ 0 w 1156716"/>
              <a:gd name="connsiteY16" fmla="*/ 585216 h 1170432"/>
              <a:gd name="connsiteX17" fmla="*/ 128016 w 1156716"/>
              <a:gd name="connsiteY17" fmla="*/ 457200 h 1170432"/>
              <a:gd name="connsiteX18" fmla="*/ 256032 w 1156716"/>
              <a:gd name="connsiteY18" fmla="*/ 585216 h 1170432"/>
              <a:gd name="connsiteX19" fmla="*/ 128016 w 1156716"/>
              <a:gd name="connsiteY19" fmla="*/ 713232 h 1170432"/>
              <a:gd name="connsiteX20" fmla="*/ 128016 w 1156716"/>
              <a:gd name="connsiteY20" fmla="*/ 484632 h 1170432"/>
              <a:gd name="connsiteX21" fmla="*/ 27432 w 1156716"/>
              <a:gd name="connsiteY21" fmla="*/ 585216 h 1170432"/>
              <a:gd name="connsiteX22" fmla="*/ 128016 w 1156716"/>
              <a:gd name="connsiteY22" fmla="*/ 685800 h 1170432"/>
              <a:gd name="connsiteX23" fmla="*/ 228600 w 1156716"/>
              <a:gd name="connsiteY23" fmla="*/ 585216 h 1170432"/>
              <a:gd name="connsiteX24" fmla="*/ 128016 w 1156716"/>
              <a:gd name="connsiteY24" fmla="*/ 484632 h 1170432"/>
              <a:gd name="connsiteX25" fmla="*/ 1156716 w 1156716"/>
              <a:gd name="connsiteY25" fmla="*/ 598932 h 1170432"/>
              <a:gd name="connsiteX26" fmla="*/ 394716 w 1156716"/>
              <a:gd name="connsiteY26" fmla="*/ 598932 h 1170432"/>
              <a:gd name="connsiteX27" fmla="*/ 394716 w 1156716"/>
              <a:gd name="connsiteY27" fmla="*/ 571500 h 1170432"/>
              <a:gd name="connsiteX28" fmla="*/ 1156716 w 1156716"/>
              <a:gd name="connsiteY28" fmla="*/ 571500 h 1170432"/>
              <a:gd name="connsiteX29" fmla="*/ 1156716 w 1156716"/>
              <a:gd name="connsiteY29" fmla="*/ 598932 h 1170432"/>
              <a:gd name="connsiteX30" fmla="*/ 128016 w 1156716"/>
              <a:gd name="connsiteY30" fmla="*/ 256032 h 1170432"/>
              <a:gd name="connsiteX31" fmla="*/ 0 w 1156716"/>
              <a:gd name="connsiteY31" fmla="*/ 128016 h 1170432"/>
              <a:gd name="connsiteX32" fmla="*/ 128016 w 1156716"/>
              <a:gd name="connsiteY32" fmla="*/ 0 h 1170432"/>
              <a:gd name="connsiteX33" fmla="*/ 256032 w 1156716"/>
              <a:gd name="connsiteY33" fmla="*/ 128016 h 1170432"/>
              <a:gd name="connsiteX34" fmla="*/ 128016 w 1156716"/>
              <a:gd name="connsiteY34" fmla="*/ 256032 h 1170432"/>
              <a:gd name="connsiteX35" fmla="*/ 128016 w 1156716"/>
              <a:gd name="connsiteY35" fmla="*/ 27432 h 1170432"/>
              <a:gd name="connsiteX36" fmla="*/ 27432 w 1156716"/>
              <a:gd name="connsiteY36" fmla="*/ 128016 h 1170432"/>
              <a:gd name="connsiteX37" fmla="*/ 128016 w 1156716"/>
              <a:gd name="connsiteY37" fmla="*/ 228600 h 1170432"/>
              <a:gd name="connsiteX38" fmla="*/ 228600 w 1156716"/>
              <a:gd name="connsiteY38" fmla="*/ 128016 h 1170432"/>
              <a:gd name="connsiteX39" fmla="*/ 128016 w 1156716"/>
              <a:gd name="connsiteY39" fmla="*/ 27432 h 1170432"/>
              <a:gd name="connsiteX40" fmla="*/ 1156716 w 1156716"/>
              <a:gd name="connsiteY40" fmla="*/ 141732 h 1170432"/>
              <a:gd name="connsiteX41" fmla="*/ 394716 w 1156716"/>
              <a:gd name="connsiteY41" fmla="*/ 141732 h 1170432"/>
              <a:gd name="connsiteX42" fmla="*/ 394716 w 1156716"/>
              <a:gd name="connsiteY42" fmla="*/ 114300 h 1170432"/>
              <a:gd name="connsiteX43" fmla="*/ 1156716 w 1156716"/>
              <a:gd name="connsiteY43" fmla="*/ 114300 h 1170432"/>
              <a:gd name="connsiteX44" fmla="*/ 1156716 w 1156716"/>
              <a:gd name="connsiteY44" fmla="*/ 141732 h 1170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1156716" h="1170432">
                <a:moveTo>
                  <a:pt x="128016" y="1170432"/>
                </a:moveTo>
                <a:cubicBezTo>
                  <a:pt x="57417" y="1170432"/>
                  <a:pt x="0" y="1112977"/>
                  <a:pt x="0" y="1042416"/>
                </a:cubicBezTo>
                <a:cubicBezTo>
                  <a:pt x="0" y="971855"/>
                  <a:pt x="57417" y="914400"/>
                  <a:pt x="128016" y="914400"/>
                </a:cubicBezTo>
                <a:cubicBezTo>
                  <a:pt x="198615" y="914400"/>
                  <a:pt x="256032" y="971817"/>
                  <a:pt x="256032" y="1042416"/>
                </a:cubicBezTo>
                <a:cubicBezTo>
                  <a:pt x="256032" y="1113015"/>
                  <a:pt x="198615" y="1170432"/>
                  <a:pt x="128016" y="1170432"/>
                </a:cubicBezTo>
                <a:close/>
                <a:moveTo>
                  <a:pt x="128016" y="941832"/>
                </a:moveTo>
                <a:cubicBezTo>
                  <a:pt x="72542" y="941832"/>
                  <a:pt x="27432" y="986942"/>
                  <a:pt x="27432" y="1042416"/>
                </a:cubicBezTo>
                <a:cubicBezTo>
                  <a:pt x="27432" y="1097890"/>
                  <a:pt x="72542" y="1143000"/>
                  <a:pt x="128016" y="1143000"/>
                </a:cubicBezTo>
                <a:cubicBezTo>
                  <a:pt x="183490" y="1143000"/>
                  <a:pt x="228600" y="1097890"/>
                  <a:pt x="228600" y="1042416"/>
                </a:cubicBezTo>
                <a:cubicBezTo>
                  <a:pt x="228600" y="986942"/>
                  <a:pt x="183490" y="941832"/>
                  <a:pt x="128016" y="941832"/>
                </a:cubicBezTo>
                <a:close/>
                <a:moveTo>
                  <a:pt x="1156716" y="1056132"/>
                </a:moveTo>
                <a:lnTo>
                  <a:pt x="394716" y="1056132"/>
                </a:lnTo>
                <a:lnTo>
                  <a:pt x="394716" y="1028700"/>
                </a:lnTo>
                <a:lnTo>
                  <a:pt x="1156716" y="1028700"/>
                </a:lnTo>
                <a:lnTo>
                  <a:pt x="1156716" y="1056132"/>
                </a:lnTo>
                <a:close/>
                <a:moveTo>
                  <a:pt x="128016" y="713232"/>
                </a:moveTo>
                <a:cubicBezTo>
                  <a:pt x="57417" y="713232"/>
                  <a:pt x="0" y="655777"/>
                  <a:pt x="0" y="585216"/>
                </a:cubicBezTo>
                <a:cubicBezTo>
                  <a:pt x="0" y="514655"/>
                  <a:pt x="57417" y="457200"/>
                  <a:pt x="128016" y="457200"/>
                </a:cubicBezTo>
                <a:cubicBezTo>
                  <a:pt x="198615" y="457200"/>
                  <a:pt x="256032" y="514617"/>
                  <a:pt x="256032" y="585216"/>
                </a:cubicBezTo>
                <a:cubicBezTo>
                  <a:pt x="256032" y="655815"/>
                  <a:pt x="198615" y="713232"/>
                  <a:pt x="128016" y="713232"/>
                </a:cubicBezTo>
                <a:close/>
                <a:moveTo>
                  <a:pt x="128016" y="484632"/>
                </a:moveTo>
                <a:cubicBezTo>
                  <a:pt x="72542" y="484632"/>
                  <a:pt x="27432" y="529781"/>
                  <a:pt x="27432" y="585216"/>
                </a:cubicBezTo>
                <a:cubicBezTo>
                  <a:pt x="27432" y="640690"/>
                  <a:pt x="72581" y="685800"/>
                  <a:pt x="128016" y="685800"/>
                </a:cubicBezTo>
                <a:cubicBezTo>
                  <a:pt x="183452" y="685800"/>
                  <a:pt x="228600" y="640690"/>
                  <a:pt x="228600" y="585216"/>
                </a:cubicBezTo>
                <a:cubicBezTo>
                  <a:pt x="228600" y="529742"/>
                  <a:pt x="183490" y="484632"/>
                  <a:pt x="128016" y="484632"/>
                </a:cubicBezTo>
                <a:close/>
                <a:moveTo>
                  <a:pt x="1156716" y="598932"/>
                </a:moveTo>
                <a:lnTo>
                  <a:pt x="394716" y="598932"/>
                </a:lnTo>
                <a:lnTo>
                  <a:pt x="394716" y="571500"/>
                </a:lnTo>
                <a:lnTo>
                  <a:pt x="1156716" y="571500"/>
                </a:lnTo>
                <a:lnTo>
                  <a:pt x="1156716" y="598932"/>
                </a:lnTo>
                <a:close/>
                <a:moveTo>
                  <a:pt x="128016" y="256032"/>
                </a:moveTo>
                <a:cubicBezTo>
                  <a:pt x="57417" y="256032"/>
                  <a:pt x="0" y="198615"/>
                  <a:pt x="0" y="128016"/>
                </a:cubicBezTo>
                <a:cubicBezTo>
                  <a:pt x="0" y="57417"/>
                  <a:pt x="57417" y="0"/>
                  <a:pt x="128016" y="0"/>
                </a:cubicBezTo>
                <a:cubicBezTo>
                  <a:pt x="198615" y="0"/>
                  <a:pt x="256032" y="57417"/>
                  <a:pt x="256032" y="128016"/>
                </a:cubicBezTo>
                <a:cubicBezTo>
                  <a:pt x="256032" y="198615"/>
                  <a:pt x="198615" y="256032"/>
                  <a:pt x="128016" y="256032"/>
                </a:cubicBezTo>
                <a:close/>
                <a:moveTo>
                  <a:pt x="128016" y="27432"/>
                </a:moveTo>
                <a:cubicBezTo>
                  <a:pt x="72542" y="27432"/>
                  <a:pt x="27432" y="72542"/>
                  <a:pt x="27432" y="128016"/>
                </a:cubicBezTo>
                <a:cubicBezTo>
                  <a:pt x="27432" y="183490"/>
                  <a:pt x="72542" y="228600"/>
                  <a:pt x="128016" y="228600"/>
                </a:cubicBezTo>
                <a:cubicBezTo>
                  <a:pt x="183490" y="228600"/>
                  <a:pt x="228600" y="183490"/>
                  <a:pt x="228600" y="128016"/>
                </a:cubicBezTo>
                <a:cubicBezTo>
                  <a:pt x="228600" y="72542"/>
                  <a:pt x="183490" y="27432"/>
                  <a:pt x="128016" y="27432"/>
                </a:cubicBezTo>
                <a:close/>
                <a:moveTo>
                  <a:pt x="1156716" y="141732"/>
                </a:moveTo>
                <a:lnTo>
                  <a:pt x="394716" y="141732"/>
                </a:lnTo>
                <a:lnTo>
                  <a:pt x="394716" y="114300"/>
                </a:lnTo>
                <a:lnTo>
                  <a:pt x="1156716" y="114300"/>
                </a:lnTo>
                <a:lnTo>
                  <a:pt x="1156716" y="141732"/>
                </a:lnTo>
                <a:close/>
              </a:path>
            </a:pathLst>
          </a:custGeom>
          <a:solidFill>
            <a:schemeClr val="accent1"/>
          </a:solidFill>
          <a:ln w="38100" cap="flat">
            <a:noFill/>
            <a:prstDash val="solid"/>
            <a:miter/>
          </a:ln>
        </p:spPr>
        <p:txBody>
          <a:bodyPr rtlCol="0" anchor="ctr"/>
          <a:lstStyle/>
          <a:p>
            <a:endParaRPr lang="en-RO"/>
          </a:p>
        </p:txBody>
      </p:sp>
      <p:sp>
        <p:nvSpPr>
          <p:cNvPr id="14" name="Freeform 13" descr="Pictogram showing open box with outline of bullseye in center in blue 60">
            <a:extLst>
              <a:ext uri="{FF2B5EF4-FFF2-40B4-BE49-F238E27FC236}">
                <a16:creationId xmlns:a16="http://schemas.microsoft.com/office/drawing/2014/main" id="{8086C0F6-B968-D700-528D-E6629DA07BF0}"/>
              </a:ext>
            </a:extLst>
          </p:cNvPr>
          <p:cNvSpPr/>
          <p:nvPr/>
        </p:nvSpPr>
        <p:spPr>
          <a:xfrm>
            <a:off x="18899759" y="594296"/>
            <a:ext cx="1216152" cy="1216152"/>
          </a:xfrm>
          <a:custGeom>
            <a:avLst/>
            <a:gdLst>
              <a:gd name="connsiteX0" fmla="*/ 547116 w 1170470"/>
              <a:gd name="connsiteY0" fmla="*/ 585216 h 1170432"/>
              <a:gd name="connsiteX1" fmla="*/ 585216 w 1170470"/>
              <a:gd name="connsiteY1" fmla="*/ 547116 h 1170432"/>
              <a:gd name="connsiteX2" fmla="*/ 623316 w 1170470"/>
              <a:gd name="connsiteY2" fmla="*/ 585216 h 1170432"/>
              <a:gd name="connsiteX3" fmla="*/ 585216 w 1170470"/>
              <a:gd name="connsiteY3" fmla="*/ 623316 h 1170432"/>
              <a:gd name="connsiteX4" fmla="*/ 547116 w 1170470"/>
              <a:gd name="connsiteY4" fmla="*/ 585216 h 1170432"/>
              <a:gd name="connsiteX5" fmla="*/ 966216 w 1170470"/>
              <a:gd name="connsiteY5" fmla="*/ 1143000 h 1170432"/>
              <a:gd name="connsiteX6" fmla="*/ 27432 w 1170470"/>
              <a:gd name="connsiteY6" fmla="*/ 1143000 h 1170432"/>
              <a:gd name="connsiteX7" fmla="*/ 27432 w 1170470"/>
              <a:gd name="connsiteY7" fmla="*/ 13716 h 1170432"/>
              <a:gd name="connsiteX8" fmla="*/ 0 w 1170470"/>
              <a:gd name="connsiteY8" fmla="*/ 13716 h 1170432"/>
              <a:gd name="connsiteX9" fmla="*/ 0 w 1170470"/>
              <a:gd name="connsiteY9" fmla="*/ 1156716 h 1170432"/>
              <a:gd name="connsiteX10" fmla="*/ 13716 w 1170470"/>
              <a:gd name="connsiteY10" fmla="*/ 1170432 h 1170432"/>
              <a:gd name="connsiteX11" fmla="*/ 966216 w 1170470"/>
              <a:gd name="connsiteY11" fmla="*/ 1170432 h 1170432"/>
              <a:gd name="connsiteX12" fmla="*/ 966216 w 1170470"/>
              <a:gd name="connsiteY12" fmla="*/ 1143000 h 1170432"/>
              <a:gd name="connsiteX13" fmla="*/ 1170432 w 1170470"/>
              <a:gd name="connsiteY13" fmla="*/ 13716 h 1170432"/>
              <a:gd name="connsiteX14" fmla="*/ 1156716 w 1170470"/>
              <a:gd name="connsiteY14" fmla="*/ 0 h 1170432"/>
              <a:gd name="connsiteX15" fmla="*/ 204216 w 1170470"/>
              <a:gd name="connsiteY15" fmla="*/ 0 h 1170432"/>
              <a:gd name="connsiteX16" fmla="*/ 204216 w 1170470"/>
              <a:gd name="connsiteY16" fmla="*/ 27432 h 1170432"/>
              <a:gd name="connsiteX17" fmla="*/ 1143000 w 1170470"/>
              <a:gd name="connsiteY17" fmla="*/ 27432 h 1170432"/>
              <a:gd name="connsiteX18" fmla="*/ 1143000 w 1170470"/>
              <a:gd name="connsiteY18" fmla="*/ 1156716 h 1170432"/>
              <a:gd name="connsiteX19" fmla="*/ 1170470 w 1170470"/>
              <a:gd name="connsiteY19" fmla="*/ 1156716 h 1170432"/>
              <a:gd name="connsiteX20" fmla="*/ 1170432 w 1170470"/>
              <a:gd name="connsiteY20" fmla="*/ 13716 h 1170432"/>
              <a:gd name="connsiteX21" fmla="*/ 1170432 w 1170470"/>
              <a:gd name="connsiteY21" fmla="*/ 13716 h 1170432"/>
              <a:gd name="connsiteX22" fmla="*/ 979932 w 1170470"/>
              <a:gd name="connsiteY22" fmla="*/ 585216 h 1170432"/>
              <a:gd name="connsiteX23" fmla="*/ 585216 w 1170470"/>
              <a:gd name="connsiteY23" fmla="*/ 190500 h 1170432"/>
              <a:gd name="connsiteX24" fmla="*/ 190500 w 1170470"/>
              <a:gd name="connsiteY24" fmla="*/ 585216 h 1170432"/>
              <a:gd name="connsiteX25" fmla="*/ 585216 w 1170470"/>
              <a:gd name="connsiteY25" fmla="*/ 979932 h 1170432"/>
              <a:gd name="connsiteX26" fmla="*/ 979932 w 1170470"/>
              <a:gd name="connsiteY26" fmla="*/ 585216 h 1170432"/>
              <a:gd name="connsiteX27" fmla="*/ 952500 w 1170470"/>
              <a:gd name="connsiteY27" fmla="*/ 585216 h 1170432"/>
              <a:gd name="connsiteX28" fmla="*/ 585216 w 1170470"/>
              <a:gd name="connsiteY28" fmla="*/ 952500 h 1170432"/>
              <a:gd name="connsiteX29" fmla="*/ 217932 w 1170470"/>
              <a:gd name="connsiteY29" fmla="*/ 585216 h 1170432"/>
              <a:gd name="connsiteX30" fmla="*/ 585216 w 1170470"/>
              <a:gd name="connsiteY30" fmla="*/ 217932 h 1170432"/>
              <a:gd name="connsiteX31" fmla="*/ 952500 w 1170470"/>
              <a:gd name="connsiteY31" fmla="*/ 585216 h 1170432"/>
              <a:gd name="connsiteX32" fmla="*/ 789432 w 1170470"/>
              <a:gd name="connsiteY32" fmla="*/ 585216 h 1170432"/>
              <a:gd name="connsiteX33" fmla="*/ 585216 w 1170470"/>
              <a:gd name="connsiteY33" fmla="*/ 381000 h 1170432"/>
              <a:gd name="connsiteX34" fmla="*/ 381000 w 1170470"/>
              <a:gd name="connsiteY34" fmla="*/ 585216 h 1170432"/>
              <a:gd name="connsiteX35" fmla="*/ 585216 w 1170470"/>
              <a:gd name="connsiteY35" fmla="*/ 789432 h 1170432"/>
              <a:gd name="connsiteX36" fmla="*/ 789432 w 1170470"/>
              <a:gd name="connsiteY36" fmla="*/ 585216 h 1170432"/>
              <a:gd name="connsiteX37" fmla="*/ 762000 w 1170470"/>
              <a:gd name="connsiteY37" fmla="*/ 585216 h 1170432"/>
              <a:gd name="connsiteX38" fmla="*/ 585216 w 1170470"/>
              <a:gd name="connsiteY38" fmla="*/ 762000 h 1170432"/>
              <a:gd name="connsiteX39" fmla="*/ 408432 w 1170470"/>
              <a:gd name="connsiteY39" fmla="*/ 585216 h 1170432"/>
              <a:gd name="connsiteX40" fmla="*/ 585216 w 1170470"/>
              <a:gd name="connsiteY40" fmla="*/ 408432 h 1170432"/>
              <a:gd name="connsiteX41" fmla="*/ 762000 w 1170470"/>
              <a:gd name="connsiteY41" fmla="*/ 585216 h 1170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1170470" h="1170432">
                <a:moveTo>
                  <a:pt x="547116" y="585216"/>
                </a:moveTo>
                <a:cubicBezTo>
                  <a:pt x="547116" y="564185"/>
                  <a:pt x="564185" y="547116"/>
                  <a:pt x="585216" y="547116"/>
                </a:cubicBezTo>
                <a:cubicBezTo>
                  <a:pt x="606247" y="547116"/>
                  <a:pt x="623316" y="564185"/>
                  <a:pt x="623316" y="585216"/>
                </a:cubicBezTo>
                <a:cubicBezTo>
                  <a:pt x="623316" y="606247"/>
                  <a:pt x="606247" y="623316"/>
                  <a:pt x="585216" y="623316"/>
                </a:cubicBezTo>
                <a:cubicBezTo>
                  <a:pt x="564185" y="623316"/>
                  <a:pt x="547116" y="606285"/>
                  <a:pt x="547116" y="585216"/>
                </a:cubicBezTo>
                <a:close/>
                <a:moveTo>
                  <a:pt x="966216" y="1143000"/>
                </a:moveTo>
                <a:lnTo>
                  <a:pt x="27432" y="1143000"/>
                </a:lnTo>
                <a:lnTo>
                  <a:pt x="27432" y="13716"/>
                </a:lnTo>
                <a:lnTo>
                  <a:pt x="0" y="13716"/>
                </a:lnTo>
                <a:lnTo>
                  <a:pt x="0" y="1156716"/>
                </a:lnTo>
                <a:cubicBezTo>
                  <a:pt x="0" y="1164298"/>
                  <a:pt x="6134" y="1170432"/>
                  <a:pt x="13716" y="1170432"/>
                </a:cubicBezTo>
                <a:lnTo>
                  <a:pt x="966216" y="1170432"/>
                </a:lnTo>
                <a:lnTo>
                  <a:pt x="966216" y="1143000"/>
                </a:lnTo>
                <a:close/>
                <a:moveTo>
                  <a:pt x="1170432" y="13716"/>
                </a:moveTo>
                <a:cubicBezTo>
                  <a:pt x="1170432" y="6134"/>
                  <a:pt x="1164298" y="0"/>
                  <a:pt x="1156716" y="0"/>
                </a:cubicBezTo>
                <a:lnTo>
                  <a:pt x="204216" y="0"/>
                </a:lnTo>
                <a:lnTo>
                  <a:pt x="204216" y="27432"/>
                </a:lnTo>
                <a:lnTo>
                  <a:pt x="1143000" y="27432"/>
                </a:lnTo>
                <a:lnTo>
                  <a:pt x="1143000" y="1156716"/>
                </a:lnTo>
                <a:lnTo>
                  <a:pt x="1170470" y="1156716"/>
                </a:lnTo>
                <a:lnTo>
                  <a:pt x="1170432" y="13716"/>
                </a:lnTo>
                <a:lnTo>
                  <a:pt x="1170432" y="13716"/>
                </a:lnTo>
                <a:close/>
                <a:moveTo>
                  <a:pt x="979932" y="585216"/>
                </a:moveTo>
                <a:cubicBezTo>
                  <a:pt x="979932" y="367589"/>
                  <a:pt x="802881" y="190500"/>
                  <a:pt x="585216" y="190500"/>
                </a:cubicBezTo>
                <a:cubicBezTo>
                  <a:pt x="367589" y="190500"/>
                  <a:pt x="190500" y="367589"/>
                  <a:pt x="190500" y="585216"/>
                </a:cubicBezTo>
                <a:cubicBezTo>
                  <a:pt x="190500" y="802881"/>
                  <a:pt x="367551" y="979932"/>
                  <a:pt x="585216" y="979932"/>
                </a:cubicBezTo>
                <a:cubicBezTo>
                  <a:pt x="802881" y="979932"/>
                  <a:pt x="979932" y="802881"/>
                  <a:pt x="979932" y="585216"/>
                </a:cubicBezTo>
                <a:close/>
                <a:moveTo>
                  <a:pt x="952500" y="585216"/>
                </a:moveTo>
                <a:cubicBezTo>
                  <a:pt x="952500" y="787718"/>
                  <a:pt x="787756" y="952500"/>
                  <a:pt x="585216" y="952500"/>
                </a:cubicBezTo>
                <a:cubicBezTo>
                  <a:pt x="382676" y="952500"/>
                  <a:pt x="217932" y="787718"/>
                  <a:pt x="217932" y="585216"/>
                </a:cubicBezTo>
                <a:cubicBezTo>
                  <a:pt x="217932" y="382715"/>
                  <a:pt x="382715" y="217932"/>
                  <a:pt x="585216" y="217932"/>
                </a:cubicBezTo>
                <a:cubicBezTo>
                  <a:pt x="787718" y="217932"/>
                  <a:pt x="952500" y="382715"/>
                  <a:pt x="952500" y="585216"/>
                </a:cubicBezTo>
                <a:close/>
                <a:moveTo>
                  <a:pt x="789432" y="585216"/>
                </a:moveTo>
                <a:cubicBezTo>
                  <a:pt x="789432" y="472592"/>
                  <a:pt x="697802" y="381000"/>
                  <a:pt x="585216" y="381000"/>
                </a:cubicBezTo>
                <a:cubicBezTo>
                  <a:pt x="472592" y="381000"/>
                  <a:pt x="381000" y="472592"/>
                  <a:pt x="381000" y="585216"/>
                </a:cubicBezTo>
                <a:cubicBezTo>
                  <a:pt x="381000" y="697802"/>
                  <a:pt x="472592" y="789432"/>
                  <a:pt x="585216" y="789432"/>
                </a:cubicBezTo>
                <a:cubicBezTo>
                  <a:pt x="697802" y="789432"/>
                  <a:pt x="789432" y="697802"/>
                  <a:pt x="789432" y="585216"/>
                </a:cubicBezTo>
                <a:close/>
                <a:moveTo>
                  <a:pt x="762000" y="585216"/>
                </a:moveTo>
                <a:cubicBezTo>
                  <a:pt x="762000" y="682714"/>
                  <a:pt x="682714" y="762000"/>
                  <a:pt x="585216" y="762000"/>
                </a:cubicBezTo>
                <a:cubicBezTo>
                  <a:pt x="487718" y="762000"/>
                  <a:pt x="408432" y="682714"/>
                  <a:pt x="408432" y="585216"/>
                </a:cubicBezTo>
                <a:cubicBezTo>
                  <a:pt x="408432" y="487718"/>
                  <a:pt x="487756" y="408432"/>
                  <a:pt x="585216" y="408432"/>
                </a:cubicBezTo>
                <a:cubicBezTo>
                  <a:pt x="682676" y="408432"/>
                  <a:pt x="762000" y="487718"/>
                  <a:pt x="762000" y="585216"/>
                </a:cubicBezTo>
                <a:close/>
              </a:path>
            </a:pathLst>
          </a:custGeom>
          <a:solidFill>
            <a:schemeClr val="accent1"/>
          </a:solidFill>
          <a:ln w="38100" cap="flat">
            <a:noFill/>
            <a:prstDash val="solid"/>
            <a:miter/>
          </a:ln>
        </p:spPr>
        <p:txBody>
          <a:bodyPr rtlCol="0" anchor="ctr"/>
          <a:lstStyle/>
          <a:p>
            <a:endParaRPr lang="en-RO"/>
          </a:p>
        </p:txBody>
      </p:sp>
    </p:spTree>
    <p:extLst>
      <p:ext uri="{BB962C8B-B14F-4D97-AF65-F5344CB8AC3E}">
        <p14:creationId xmlns:p14="http://schemas.microsoft.com/office/powerpoint/2010/main" val="1554254100"/>
      </p:ext>
    </p:extLst>
  </p:cSld>
  <p:clrMapOvr>
    <a:masterClrMapping/>
  </p:clrMapOvr>
  <p:transition spd="me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7876DB9-AFB9-228C-497E-46F1A6666448}"/>
              </a:ext>
            </a:extLst>
          </p:cNvPr>
          <p:cNvSpPr>
            <a:spLocks noGrp="1"/>
          </p:cNvSpPr>
          <p:nvPr>
            <p:ph type="title"/>
          </p:nvPr>
        </p:nvSpPr>
        <p:spPr/>
        <p:txBody>
          <a:bodyPr/>
          <a:lstStyle/>
          <a:p>
            <a:r>
              <a:rPr lang="en-US" sz="3600" dirty="0"/>
              <a:t>The IBM-Azure </a:t>
            </a:r>
            <a:br>
              <a:rPr lang="en-US" sz="3600" dirty="0"/>
            </a:br>
            <a:r>
              <a:rPr lang="en-US" sz="3600" dirty="0"/>
              <a:t>Migration Factory</a:t>
            </a:r>
          </a:p>
        </p:txBody>
      </p:sp>
      <p:sp>
        <p:nvSpPr>
          <p:cNvPr id="25" name="Text Placeholder 24">
            <a:extLst>
              <a:ext uri="{FF2B5EF4-FFF2-40B4-BE49-F238E27FC236}">
                <a16:creationId xmlns:a16="http://schemas.microsoft.com/office/drawing/2014/main" id="{C048B8DF-A226-5D63-E2B7-46EF2250713D}"/>
              </a:ext>
            </a:extLst>
          </p:cNvPr>
          <p:cNvSpPr>
            <a:spLocks noGrp="1"/>
          </p:cNvSpPr>
          <p:nvPr>
            <p:ph type="body" sz="quarter" idx="15"/>
          </p:nvPr>
        </p:nvSpPr>
        <p:spPr/>
        <p:txBody>
          <a:bodyPr/>
          <a:lstStyle/>
          <a:p>
            <a:r>
              <a:rPr lang="en-US" sz="3600" kern="0" dirty="0">
                <a:solidFill>
                  <a:schemeClr val="accent1"/>
                </a:solidFill>
                <a:latin typeface="+mj-lt"/>
              </a:rPr>
              <a:t>Tools and </a:t>
            </a:r>
            <a:br>
              <a:rPr lang="en-US" sz="3600" kern="0" dirty="0">
                <a:solidFill>
                  <a:schemeClr val="accent1"/>
                </a:solidFill>
                <a:latin typeface="+mj-lt"/>
              </a:rPr>
            </a:br>
            <a:r>
              <a:rPr lang="en-US" sz="3600" kern="0" dirty="0">
                <a:solidFill>
                  <a:schemeClr val="accent1"/>
                </a:solidFill>
                <a:latin typeface="+mj-lt"/>
              </a:rPr>
              <a:t>accelerators</a:t>
            </a:r>
            <a:endParaRPr lang="en-US" sz="3600" dirty="0">
              <a:solidFill>
                <a:schemeClr val="accent1"/>
              </a:solidFill>
              <a:latin typeface="+mj-lt"/>
            </a:endParaRPr>
          </a:p>
        </p:txBody>
      </p:sp>
      <p:sp>
        <p:nvSpPr>
          <p:cNvPr id="9" name="Footer Placeholder 8">
            <a:extLst>
              <a:ext uri="{FF2B5EF4-FFF2-40B4-BE49-F238E27FC236}">
                <a16:creationId xmlns:a16="http://schemas.microsoft.com/office/drawing/2014/main" id="{21D93231-C096-F4F2-1A13-919C4BD66D7A}"/>
              </a:ext>
            </a:extLst>
          </p:cNvPr>
          <p:cNvSpPr>
            <a:spLocks noGrp="1"/>
          </p:cNvSpPr>
          <p:nvPr>
            <p:ph type="ftr" sz="quarter" idx="18"/>
          </p:nvPr>
        </p:nvSpPr>
        <p:spPr/>
        <p:txBody>
          <a:bodyPr/>
          <a:lstStyle/>
          <a:p>
            <a:r>
              <a:rPr lang="en-US" dirty="0"/>
              <a:t>Footer</a:t>
            </a:r>
          </a:p>
        </p:txBody>
      </p:sp>
      <p:sp>
        <p:nvSpPr>
          <p:cNvPr id="8" name="Text Placeholder 7">
            <a:extLst>
              <a:ext uri="{FF2B5EF4-FFF2-40B4-BE49-F238E27FC236}">
                <a16:creationId xmlns:a16="http://schemas.microsoft.com/office/drawing/2014/main" id="{B45F8729-FBE1-9D80-27F5-FF497C474C75}"/>
              </a:ext>
            </a:extLst>
          </p:cNvPr>
          <p:cNvSpPr>
            <a:spLocks noGrp="1"/>
          </p:cNvSpPr>
          <p:nvPr>
            <p:ph type="body" sz="quarter" idx="11"/>
          </p:nvPr>
        </p:nvSpPr>
        <p:spPr/>
        <p:txBody>
          <a:bodyPr/>
          <a:lstStyle/>
          <a:p>
            <a:pPr marL="0" marR="0" lvl="0" indent="0" algn="l" defTabSz="2438400" rtl="0" eaLnBrk="1" fontAlgn="auto" latinLnBrk="0" hangingPunct="1">
              <a:lnSpc>
                <a:spcPct val="110000"/>
              </a:lnSpc>
              <a:spcBef>
                <a:spcPts val="0"/>
              </a:spcBef>
              <a:spcAft>
                <a:spcPts val="0"/>
              </a:spcAft>
              <a:buClrTx/>
              <a:buSzTx/>
              <a:buFontTx/>
              <a:buNone/>
              <a:tabLst/>
              <a:defRPr/>
            </a:pPr>
            <a:r>
              <a:rPr kumimoji="0" lang="en-US" sz="3600" b="0" i="0" u="none" strike="noStrike" kern="0" cap="none" spc="0" normalizeH="0" baseline="0" noProof="0" dirty="0">
                <a:ln>
                  <a:noFill/>
                </a:ln>
                <a:solidFill>
                  <a:srgbClr val="000000"/>
                </a:solidFill>
                <a:effectLst/>
                <a:uLnTx/>
                <a:uFillTx/>
                <a:latin typeface="IBM Plex Sans Light"/>
                <a:ea typeface="+mj-ea"/>
                <a:cs typeface="+mj-cs"/>
                <a:sym typeface="IBM Plex Sans Light"/>
              </a:rPr>
              <a:t>Discovery</a:t>
            </a:r>
          </a:p>
          <a:p>
            <a:pPr marL="0" marR="0" lvl="0" indent="0" algn="l" defTabSz="2438400" rtl="0" eaLnBrk="1" fontAlgn="auto" latinLnBrk="0" hangingPunct="1">
              <a:lnSpc>
                <a:spcPct val="110000"/>
              </a:lnSpc>
              <a:spcBef>
                <a:spcPts val="0"/>
              </a:spcBef>
              <a:spcAft>
                <a:spcPts val="0"/>
              </a:spcAft>
              <a:buClrTx/>
              <a:buSzTx/>
              <a:buFontTx/>
              <a:buNone/>
              <a:tabLst/>
              <a:defRPr/>
            </a:pPr>
            <a:endParaRPr kumimoji="0" lang="en-US" sz="3600" b="0" i="0" u="none" strike="noStrike" kern="0" cap="none" spc="0" normalizeH="0" baseline="0" noProof="0" dirty="0">
              <a:ln>
                <a:noFill/>
              </a:ln>
              <a:solidFill>
                <a:srgbClr val="000000"/>
              </a:solidFill>
              <a:effectLst/>
              <a:uLnTx/>
              <a:uFillTx/>
              <a:latin typeface="IBM Plex Sans" panose="020B0503050203000203" pitchFamily="34" charset="0"/>
              <a:ea typeface="+mj-ea"/>
              <a:cs typeface="+mj-cs"/>
              <a:sym typeface="IBM Plex Sans Light"/>
            </a:endParaRPr>
          </a:p>
          <a:p>
            <a:pPr marL="0" marR="0" lvl="0" indent="0" algn="l" defTabSz="2438400" rtl="0" eaLnBrk="1" fontAlgn="auto" latinLnBrk="0" hangingPunct="1">
              <a:lnSpc>
                <a:spcPct val="110000"/>
              </a:lnSpc>
              <a:spcBef>
                <a:spcPts val="0"/>
              </a:spcBef>
              <a:spcAft>
                <a:spcPts val="0"/>
              </a:spcAft>
              <a:buClrTx/>
              <a:buSzTx/>
              <a:buFontTx/>
              <a:buNone/>
              <a:tabLst/>
              <a:defRPr/>
            </a:pPr>
            <a:endParaRPr kumimoji="0" lang="en-US" sz="2000" b="0" i="0" u="none" strike="noStrike" kern="0" cap="none" spc="0" normalizeH="0" baseline="0" noProof="0" dirty="0">
              <a:ln>
                <a:noFill/>
              </a:ln>
              <a:solidFill>
                <a:srgbClr val="000000"/>
              </a:solidFill>
              <a:effectLst/>
              <a:uLnTx/>
              <a:uFillTx/>
              <a:latin typeface="IBM Plex Sans" panose="020B0503050203000203" pitchFamily="34" charset="0"/>
              <a:ea typeface="+mj-ea"/>
              <a:cs typeface="+mj-cs"/>
              <a:sym typeface="IBM Plex Sans Light"/>
            </a:endParaRPr>
          </a:p>
          <a:p>
            <a:pPr marL="0" marR="0" lvl="0" indent="0" algn="l" defTabSz="2438400" rtl="0" eaLnBrk="1" fontAlgn="auto" latinLnBrk="0" hangingPunct="1">
              <a:lnSpc>
                <a:spcPct val="110000"/>
              </a:lnSpc>
              <a:spcBef>
                <a:spcPts val="0"/>
              </a:spcBef>
              <a:spcAft>
                <a:spcPts val="0"/>
              </a:spcAft>
              <a:buClrTx/>
              <a:buSzTx/>
              <a:buFontTx/>
              <a:buNone/>
              <a:tabLst/>
              <a:defRPr/>
            </a:pPr>
            <a:r>
              <a:rPr kumimoji="0" lang="en-US" sz="2000" b="0" i="0" u="none" strike="noStrike" kern="0" cap="none" spc="0" normalizeH="0" baseline="0" noProof="0" dirty="0">
                <a:ln>
                  <a:noFill/>
                </a:ln>
                <a:solidFill>
                  <a:srgbClr val="000000"/>
                </a:solidFill>
                <a:effectLst/>
                <a:uLnTx/>
                <a:uFillTx/>
                <a:latin typeface="IBM Plex Sans" panose="020B0503050203000203" pitchFamily="34" charset="0"/>
                <a:ea typeface="+mj-ea"/>
                <a:cs typeface="+mj-cs"/>
                <a:sym typeface="IBM Plex Sans Light"/>
              </a:rPr>
              <a:t>AWD—Cardinal Discovery Manager</a:t>
            </a:r>
          </a:p>
          <a:p>
            <a:pPr marL="0" marR="0" lvl="0" indent="0" algn="l" defTabSz="2438400" rtl="0" eaLnBrk="1" fontAlgn="auto" latinLnBrk="0" hangingPunct="1">
              <a:lnSpc>
                <a:spcPct val="110000"/>
              </a:lnSpc>
              <a:spcBef>
                <a:spcPts val="0"/>
              </a:spcBef>
              <a:spcAft>
                <a:spcPts val="0"/>
              </a:spcAft>
              <a:buClrTx/>
              <a:buSzTx/>
              <a:buFontTx/>
              <a:buNone/>
              <a:tabLst/>
              <a:defRPr/>
            </a:pPr>
            <a:r>
              <a:rPr kumimoji="0" lang="en-US" sz="2000" b="0" i="0" u="none" strike="noStrike" kern="0" cap="none" spc="0" normalizeH="0" baseline="0" noProof="0" dirty="0">
                <a:ln>
                  <a:noFill/>
                </a:ln>
                <a:solidFill>
                  <a:srgbClr val="000000"/>
                </a:solidFill>
                <a:effectLst/>
                <a:uLnTx/>
                <a:uFillTx/>
                <a:latin typeface="IBM Plex Sans" panose="020B0503050203000203" pitchFamily="34" charset="0"/>
                <a:ea typeface="+mj-ea"/>
                <a:cs typeface="+mj-cs"/>
                <a:sym typeface="IBM Plex Sans Light"/>
              </a:rPr>
              <a:t>AMMS—Excel or web-based questionnaire</a:t>
            </a:r>
          </a:p>
          <a:p>
            <a:pPr marL="0" marR="0" lvl="0" indent="0" algn="l" defTabSz="2438400" rtl="0" eaLnBrk="1" fontAlgn="auto" latinLnBrk="0" hangingPunct="1">
              <a:lnSpc>
                <a:spcPct val="110000"/>
              </a:lnSpc>
              <a:spcBef>
                <a:spcPts val="0"/>
              </a:spcBef>
              <a:spcAft>
                <a:spcPts val="0"/>
              </a:spcAft>
              <a:buClrTx/>
              <a:buSzTx/>
              <a:buFontTx/>
              <a:buNone/>
              <a:tabLst/>
              <a:defRPr/>
            </a:pPr>
            <a:r>
              <a:rPr kumimoji="0" lang="en-US" sz="2000" b="0" i="0" u="none" strike="noStrike" kern="0" cap="none" spc="0" normalizeH="0" baseline="0" noProof="0" dirty="0">
                <a:ln>
                  <a:noFill/>
                </a:ln>
                <a:solidFill>
                  <a:srgbClr val="000000"/>
                </a:solidFill>
                <a:effectLst/>
                <a:uLnTx/>
                <a:uFillTx/>
                <a:latin typeface="IBM Plex Sans" panose="020B0503050203000203" pitchFamily="34" charset="0"/>
                <a:ea typeface="+mj-ea"/>
                <a:cs typeface="+mj-cs"/>
                <a:sym typeface="IBM Plex Sans Light"/>
              </a:rPr>
              <a:t>IBM Cloud Transformation Advisor </a:t>
            </a:r>
          </a:p>
          <a:p>
            <a:pPr marL="0" marR="0" lvl="0" indent="0" algn="l" defTabSz="2438400" rtl="0" eaLnBrk="1" fontAlgn="auto" latinLnBrk="0" hangingPunct="1">
              <a:lnSpc>
                <a:spcPct val="110000"/>
              </a:lnSpc>
              <a:spcBef>
                <a:spcPts val="0"/>
              </a:spcBef>
              <a:spcAft>
                <a:spcPts val="0"/>
              </a:spcAft>
              <a:buClrTx/>
              <a:buSzTx/>
              <a:buFontTx/>
              <a:buNone/>
              <a:tabLst/>
              <a:defRPr/>
            </a:pPr>
            <a:r>
              <a:rPr kumimoji="0" lang="en-US" sz="2000" b="0" i="0" u="none" strike="noStrike" kern="0" cap="none" spc="0" normalizeH="0" baseline="0" noProof="0" dirty="0">
                <a:ln>
                  <a:noFill/>
                </a:ln>
                <a:solidFill>
                  <a:srgbClr val="000000"/>
                </a:solidFill>
                <a:effectLst/>
                <a:uLnTx/>
                <a:uFillTx/>
                <a:latin typeface="IBM Plex Sans" panose="020B0503050203000203" pitchFamily="34" charset="0"/>
                <a:ea typeface="+mj-ea"/>
                <a:cs typeface="+mj-cs"/>
                <a:sym typeface="IBM Plex Sans Light"/>
              </a:rPr>
              <a:t>Red Hat Application Migration Toolkit (RHAMT)</a:t>
            </a:r>
          </a:p>
          <a:p>
            <a:pPr marL="0" marR="0" lvl="0" indent="0" algn="l" defTabSz="2438400" rtl="0" eaLnBrk="1" fontAlgn="auto" latinLnBrk="0" hangingPunct="1">
              <a:lnSpc>
                <a:spcPct val="110000"/>
              </a:lnSpc>
              <a:spcBef>
                <a:spcPts val="0"/>
              </a:spcBef>
              <a:spcAft>
                <a:spcPts val="0"/>
              </a:spcAft>
              <a:buClrTx/>
              <a:buSzTx/>
              <a:buFontTx/>
              <a:buNone/>
              <a:tabLst/>
              <a:defRPr/>
            </a:pPr>
            <a:r>
              <a:rPr kumimoji="0" lang="en-US" sz="2000" b="0" i="0" u="none" strike="noStrike" kern="0" cap="none" spc="0" normalizeH="0" baseline="0" noProof="0" dirty="0">
                <a:ln>
                  <a:noFill/>
                </a:ln>
                <a:solidFill>
                  <a:srgbClr val="000000"/>
                </a:solidFill>
                <a:effectLst/>
                <a:uLnTx/>
                <a:uFillTx/>
                <a:latin typeface="IBM Plex Sans" panose="020B0503050203000203" pitchFamily="34" charset="0"/>
                <a:ea typeface="+mj-ea"/>
                <a:cs typeface="+mj-cs"/>
                <a:sym typeface="IBM Plex Sans Light"/>
              </a:rPr>
              <a:t>Simple Quick Access Dashboard (SQUAD)</a:t>
            </a:r>
          </a:p>
          <a:p>
            <a:pPr marL="0" marR="0" lvl="0" indent="0" algn="l" defTabSz="2438400" rtl="0" eaLnBrk="1" fontAlgn="auto" latinLnBrk="0" hangingPunct="1">
              <a:lnSpc>
                <a:spcPct val="110000"/>
              </a:lnSpc>
              <a:spcBef>
                <a:spcPts val="0"/>
              </a:spcBef>
              <a:spcAft>
                <a:spcPts val="0"/>
              </a:spcAft>
              <a:buClrTx/>
              <a:buSzTx/>
              <a:buFontTx/>
              <a:buNone/>
              <a:tabLst/>
              <a:defRPr/>
            </a:pPr>
            <a:r>
              <a:rPr kumimoji="0" lang="en-US" sz="2000" b="0" i="0" u="none" strike="noStrike" kern="0" cap="none" spc="0" normalizeH="0" baseline="0" noProof="0" dirty="0">
                <a:ln>
                  <a:noFill/>
                </a:ln>
                <a:solidFill>
                  <a:srgbClr val="000000"/>
                </a:solidFill>
                <a:effectLst/>
                <a:uLnTx/>
                <a:uFillTx/>
                <a:latin typeface="IBM Plex Sans" panose="020B0503050203000203" pitchFamily="34" charset="0"/>
                <a:ea typeface="+mj-ea"/>
                <a:cs typeface="+mj-cs"/>
                <a:sym typeface="IBM Plex Sans Light"/>
              </a:rPr>
              <a:t>Data and app migration assistant for Azure</a:t>
            </a:r>
          </a:p>
        </p:txBody>
      </p:sp>
      <p:sp>
        <p:nvSpPr>
          <p:cNvPr id="4" name="Text Placeholder 3">
            <a:extLst>
              <a:ext uri="{FF2B5EF4-FFF2-40B4-BE49-F238E27FC236}">
                <a16:creationId xmlns:a16="http://schemas.microsoft.com/office/drawing/2014/main" id="{7B42CBC3-64A4-DC11-227C-536B47E2D26D}"/>
              </a:ext>
            </a:extLst>
          </p:cNvPr>
          <p:cNvSpPr>
            <a:spLocks noGrp="1"/>
          </p:cNvSpPr>
          <p:nvPr>
            <p:ph type="body" sz="quarter" idx="12"/>
          </p:nvPr>
        </p:nvSpPr>
        <p:spPr/>
        <p:txBody>
          <a:bodyPr/>
          <a:lstStyle/>
          <a:p>
            <a:r>
              <a:rPr lang="en-US" sz="3600" dirty="0">
                <a:latin typeface="+mn-lt"/>
              </a:rPr>
              <a:t>Design</a:t>
            </a:r>
          </a:p>
          <a:p>
            <a:endParaRPr lang="en-US" sz="3600" dirty="0">
              <a:latin typeface="+mn-lt"/>
            </a:endParaRPr>
          </a:p>
          <a:p>
            <a:endParaRPr lang="en-US" dirty="0"/>
          </a:p>
          <a:p>
            <a:r>
              <a:rPr lang="en-US" dirty="0"/>
              <a:t>Delivery curator—Mod workbook generation</a:t>
            </a:r>
          </a:p>
          <a:p>
            <a:r>
              <a:rPr lang="en-US" dirty="0"/>
              <a:t>JIRA—processes tracking</a:t>
            </a:r>
          </a:p>
          <a:p>
            <a:r>
              <a:rPr lang="en-US" dirty="0"/>
              <a:t>Candidate Microservices Advisor</a:t>
            </a:r>
          </a:p>
          <a:p>
            <a:r>
              <a:rPr lang="en-US" dirty="0"/>
              <a:t>Monolith application modernizer </a:t>
            </a:r>
          </a:p>
        </p:txBody>
      </p:sp>
      <p:sp>
        <p:nvSpPr>
          <p:cNvPr id="5" name="Text Placeholder 4">
            <a:extLst>
              <a:ext uri="{FF2B5EF4-FFF2-40B4-BE49-F238E27FC236}">
                <a16:creationId xmlns:a16="http://schemas.microsoft.com/office/drawing/2014/main" id="{BE17FC69-C619-9FD1-5913-39552759630E}"/>
              </a:ext>
            </a:extLst>
          </p:cNvPr>
          <p:cNvSpPr>
            <a:spLocks noGrp="1"/>
          </p:cNvSpPr>
          <p:nvPr>
            <p:ph type="body" sz="quarter" idx="13"/>
          </p:nvPr>
        </p:nvSpPr>
        <p:spPr/>
        <p:txBody>
          <a:bodyPr/>
          <a:lstStyle/>
          <a:p>
            <a:r>
              <a:rPr lang="en-US" sz="3600" dirty="0">
                <a:latin typeface="+mn-lt"/>
              </a:rPr>
              <a:t>Insight </a:t>
            </a:r>
            <a:br>
              <a:rPr lang="en-US" sz="3600" dirty="0">
                <a:latin typeface="+mn-lt"/>
              </a:rPr>
            </a:br>
            <a:endParaRPr lang="en-US" sz="3600" dirty="0">
              <a:latin typeface="+mn-lt"/>
            </a:endParaRPr>
          </a:p>
          <a:p>
            <a:endParaRPr lang="en-US" dirty="0">
              <a:latin typeface="+mn-lt"/>
            </a:endParaRPr>
          </a:p>
          <a:p>
            <a:r>
              <a:rPr lang="en-US" dirty="0"/>
              <a:t>Delivery curator—Continuous Modernization Analytics Tool (CMAT) </a:t>
            </a:r>
          </a:p>
          <a:p>
            <a:r>
              <a:rPr lang="en-US" dirty="0"/>
              <a:t>Transformation Advisor (TA)</a:t>
            </a:r>
          </a:p>
          <a:p>
            <a:r>
              <a:rPr lang="en-US" dirty="0"/>
              <a:t>Red Hat Application Migration Toolkit (RHAMT)</a:t>
            </a:r>
          </a:p>
          <a:p>
            <a:r>
              <a:rPr lang="en-US" dirty="0"/>
              <a:t>Auto scheduler </a:t>
            </a:r>
          </a:p>
          <a:p>
            <a:r>
              <a:rPr lang="en-US" dirty="0"/>
              <a:t>Static Code Analysis Tools (CAST)</a:t>
            </a:r>
          </a:p>
          <a:p>
            <a:r>
              <a:rPr lang="en-US" dirty="0"/>
              <a:t>Data and app migration assistant for Azure) </a:t>
            </a:r>
          </a:p>
          <a:p>
            <a:r>
              <a:rPr lang="en-US" dirty="0"/>
              <a:t>Delivery Curator—Framework for Mod workbook</a:t>
            </a:r>
          </a:p>
          <a:p>
            <a:endParaRPr lang="en-US" dirty="0"/>
          </a:p>
        </p:txBody>
      </p:sp>
      <p:sp>
        <p:nvSpPr>
          <p:cNvPr id="26" name="Text Placeholder 5">
            <a:extLst>
              <a:ext uri="{FF2B5EF4-FFF2-40B4-BE49-F238E27FC236}">
                <a16:creationId xmlns:a16="http://schemas.microsoft.com/office/drawing/2014/main" id="{2656D1AF-C83E-4F19-19F3-B168222DCB7D}"/>
              </a:ext>
            </a:extLst>
          </p:cNvPr>
          <p:cNvSpPr>
            <a:spLocks noGrp="1"/>
          </p:cNvSpPr>
          <p:nvPr>
            <p:ph type="body" sz="quarter" idx="14"/>
          </p:nvPr>
        </p:nvSpPr>
        <p:spPr/>
        <p:txBody>
          <a:bodyPr/>
          <a:lstStyle/>
          <a:p>
            <a:pPr marL="0" marR="0" lvl="0" indent="0" algn="l" defTabSz="2438400" rtl="0" eaLnBrk="1" fontAlgn="auto" latinLnBrk="0" hangingPunct="1">
              <a:lnSpc>
                <a:spcPct val="110000"/>
              </a:lnSpc>
              <a:spcBef>
                <a:spcPts val="0"/>
              </a:spcBef>
              <a:spcAft>
                <a:spcPts val="0"/>
              </a:spcAft>
              <a:buClrTx/>
              <a:buSzTx/>
              <a:buFontTx/>
              <a:buNone/>
              <a:tabLst/>
              <a:defRPr/>
            </a:pPr>
            <a:r>
              <a:rPr kumimoji="0" lang="en-US" sz="3600" b="0" i="0" u="none" strike="noStrike" kern="0" cap="none" spc="0" normalizeH="0" baseline="0" noProof="0" dirty="0">
                <a:ln>
                  <a:noFill/>
                </a:ln>
                <a:solidFill>
                  <a:srgbClr val="000000"/>
                </a:solidFill>
                <a:effectLst/>
                <a:uLnTx/>
                <a:uFillTx/>
                <a:latin typeface="IBM Plex Sans Light"/>
                <a:ea typeface="+mj-ea"/>
                <a:cs typeface="+mj-cs"/>
                <a:sym typeface="IBM Plex Sans Light"/>
              </a:rPr>
              <a:t>Implement </a:t>
            </a:r>
            <a:br>
              <a:rPr kumimoji="0" lang="en-US" sz="3600" b="0" i="0" u="none" strike="noStrike" kern="0" cap="none" spc="0" normalizeH="0" baseline="0" noProof="0" dirty="0">
                <a:ln>
                  <a:noFill/>
                </a:ln>
                <a:solidFill>
                  <a:srgbClr val="000000"/>
                </a:solidFill>
                <a:effectLst/>
                <a:uLnTx/>
                <a:uFillTx/>
                <a:latin typeface="IBM Plex Sans Light"/>
                <a:ea typeface="+mj-ea"/>
                <a:cs typeface="+mj-cs"/>
                <a:sym typeface="IBM Plex Sans Light"/>
              </a:rPr>
            </a:br>
            <a:endParaRPr kumimoji="0" lang="en-US" sz="3600" b="0" i="0" u="none" strike="noStrike" kern="0" cap="none" spc="0" normalizeH="0" baseline="0" noProof="0" dirty="0">
              <a:ln>
                <a:noFill/>
              </a:ln>
              <a:solidFill>
                <a:srgbClr val="000000"/>
              </a:solidFill>
              <a:effectLst/>
              <a:uLnTx/>
              <a:uFillTx/>
              <a:latin typeface="IBM Plex Sans Light"/>
              <a:ea typeface="+mj-ea"/>
              <a:cs typeface="+mj-cs"/>
              <a:sym typeface="IBM Plex Sans Light"/>
            </a:endParaRPr>
          </a:p>
          <a:p>
            <a:pPr marL="0" marR="0" lvl="0" indent="0" algn="l" defTabSz="2438400" rtl="0" eaLnBrk="1" fontAlgn="auto" latinLnBrk="0" hangingPunct="1">
              <a:lnSpc>
                <a:spcPct val="110000"/>
              </a:lnSpc>
              <a:spcBef>
                <a:spcPts val="0"/>
              </a:spcBef>
              <a:spcAft>
                <a:spcPts val="0"/>
              </a:spcAft>
              <a:buClrTx/>
              <a:buSzTx/>
              <a:buFontTx/>
              <a:buNone/>
              <a:tabLst/>
              <a:defRPr/>
            </a:pPr>
            <a:endParaRPr kumimoji="0" lang="en-US" sz="2000" b="0" i="0" u="none" strike="noStrike" kern="0" cap="none" spc="0" normalizeH="0" baseline="0" noProof="0" dirty="0">
              <a:ln>
                <a:noFill/>
              </a:ln>
              <a:solidFill>
                <a:srgbClr val="000000"/>
              </a:solidFill>
              <a:effectLst/>
              <a:uLnTx/>
              <a:uFillTx/>
              <a:latin typeface="IBM Plex Sans" panose="020B0503050203000203" pitchFamily="34" charset="0"/>
              <a:ea typeface="+mj-ea"/>
              <a:cs typeface="+mj-cs"/>
              <a:sym typeface="IBM Plex Sans Light"/>
            </a:endParaRPr>
          </a:p>
          <a:p>
            <a:pPr marL="0" marR="0" lvl="0" indent="0" algn="l" defTabSz="2438400" rtl="0" eaLnBrk="1" fontAlgn="auto" latinLnBrk="0" hangingPunct="1">
              <a:lnSpc>
                <a:spcPct val="110000"/>
              </a:lnSpc>
              <a:spcBef>
                <a:spcPts val="0"/>
              </a:spcBef>
              <a:spcAft>
                <a:spcPts val="0"/>
              </a:spcAft>
              <a:buClrTx/>
              <a:buSzTx/>
              <a:buFontTx/>
              <a:buNone/>
              <a:tabLst/>
              <a:defRPr/>
            </a:pPr>
            <a:r>
              <a:rPr kumimoji="0" lang="en-US" sz="2000" b="0" i="0" u="none" strike="noStrike" kern="0" cap="none" spc="0" normalizeH="0" baseline="0" noProof="0" dirty="0">
                <a:ln>
                  <a:noFill/>
                </a:ln>
                <a:solidFill>
                  <a:srgbClr val="000000"/>
                </a:solidFill>
                <a:effectLst/>
                <a:uLnTx/>
                <a:uFillTx/>
                <a:latin typeface="IBM Plex Sans" panose="020B0503050203000203" pitchFamily="34" charset="0"/>
                <a:ea typeface="+mj-ea"/>
                <a:cs typeface="+mj-cs"/>
                <a:sym typeface="IBM Plex Sans Light"/>
              </a:rPr>
              <a:t>DevOps tool chain</a:t>
            </a:r>
          </a:p>
          <a:p>
            <a:pPr marL="0" marR="0" lvl="0" indent="0" algn="l" defTabSz="2438400" rtl="0" eaLnBrk="1" fontAlgn="auto" latinLnBrk="0" hangingPunct="1">
              <a:lnSpc>
                <a:spcPct val="110000"/>
              </a:lnSpc>
              <a:spcBef>
                <a:spcPts val="0"/>
              </a:spcBef>
              <a:spcAft>
                <a:spcPts val="0"/>
              </a:spcAft>
              <a:buClrTx/>
              <a:buSzTx/>
              <a:buFontTx/>
              <a:buNone/>
              <a:tabLst/>
              <a:defRPr/>
            </a:pPr>
            <a:r>
              <a:rPr kumimoji="0" lang="en-US" sz="2000" b="0" i="0" u="none" strike="noStrike" kern="0" cap="none" spc="0" normalizeH="0" baseline="0" noProof="0" dirty="0">
                <a:ln>
                  <a:noFill/>
                </a:ln>
                <a:solidFill>
                  <a:srgbClr val="000000"/>
                </a:solidFill>
                <a:effectLst/>
                <a:uLnTx/>
                <a:uFillTx/>
                <a:latin typeface="IBM Plex Sans" panose="020B0503050203000203" pitchFamily="34" charset="0"/>
                <a:ea typeface="+mj-ea"/>
                <a:cs typeface="+mj-cs"/>
                <a:sym typeface="IBM Plex Sans Light"/>
              </a:rPr>
              <a:t>Application Development Studios </a:t>
            </a:r>
          </a:p>
          <a:p>
            <a:pPr marL="0" marR="0" lvl="0" indent="0" algn="l" defTabSz="2438400" rtl="0" eaLnBrk="1" fontAlgn="auto" latinLnBrk="0" hangingPunct="1">
              <a:lnSpc>
                <a:spcPct val="110000"/>
              </a:lnSpc>
              <a:spcBef>
                <a:spcPts val="0"/>
              </a:spcBef>
              <a:spcAft>
                <a:spcPts val="0"/>
              </a:spcAft>
              <a:buClrTx/>
              <a:buSzTx/>
              <a:buFontTx/>
              <a:buNone/>
              <a:tabLst/>
              <a:defRPr/>
            </a:pPr>
            <a:r>
              <a:rPr kumimoji="0" lang="en-US" sz="2000" b="0" i="0" u="none" strike="noStrike" kern="0" cap="none" spc="0" normalizeH="0" baseline="0" noProof="0" dirty="0">
                <a:ln>
                  <a:noFill/>
                </a:ln>
                <a:solidFill>
                  <a:srgbClr val="000000"/>
                </a:solidFill>
                <a:effectLst/>
                <a:uLnTx/>
                <a:uFillTx/>
                <a:latin typeface="IBM Plex Sans" panose="020B0503050203000203" pitchFamily="34" charset="0"/>
                <a:ea typeface="+mj-ea"/>
                <a:cs typeface="+mj-cs"/>
                <a:sym typeface="IBM Plex Sans Light"/>
              </a:rPr>
              <a:t>Digital Microservices Builder</a:t>
            </a:r>
          </a:p>
          <a:p>
            <a:pPr marL="0" marR="0" lvl="0" indent="0" algn="l" defTabSz="2438400" rtl="0" eaLnBrk="1" fontAlgn="auto" latinLnBrk="0" hangingPunct="1">
              <a:lnSpc>
                <a:spcPct val="110000"/>
              </a:lnSpc>
              <a:spcBef>
                <a:spcPts val="0"/>
              </a:spcBef>
              <a:spcAft>
                <a:spcPts val="0"/>
              </a:spcAft>
              <a:buClrTx/>
              <a:buSzTx/>
              <a:buFontTx/>
              <a:buNone/>
              <a:tabLst/>
              <a:defRPr/>
            </a:pPr>
            <a:r>
              <a:rPr kumimoji="0" lang="en-US" sz="2000" b="0" i="0" u="none" strike="noStrike" kern="0" cap="none" spc="0" normalizeH="0" baseline="0" noProof="0" dirty="0">
                <a:ln>
                  <a:noFill/>
                </a:ln>
                <a:solidFill>
                  <a:srgbClr val="000000"/>
                </a:solidFill>
                <a:effectLst/>
                <a:uLnTx/>
                <a:uFillTx/>
                <a:latin typeface="IBM Plex Sans" panose="020B0503050203000203" pitchFamily="34" charset="0"/>
                <a:ea typeface="+mj-ea"/>
                <a:cs typeface="+mj-cs"/>
                <a:sym typeface="IBM Plex Sans Light"/>
              </a:rPr>
              <a:t>Testing tools (Selenium, etc.) </a:t>
            </a:r>
          </a:p>
          <a:p>
            <a:pPr marL="0" marR="0" lvl="0" indent="0" algn="l" defTabSz="2438400" rtl="0" eaLnBrk="1" fontAlgn="auto" latinLnBrk="0" hangingPunct="1">
              <a:lnSpc>
                <a:spcPct val="110000"/>
              </a:lnSpc>
              <a:spcBef>
                <a:spcPts val="0"/>
              </a:spcBef>
              <a:spcAft>
                <a:spcPts val="0"/>
              </a:spcAft>
              <a:buClrTx/>
              <a:buSzTx/>
              <a:buFontTx/>
              <a:buNone/>
              <a:tabLst/>
              <a:defRPr/>
            </a:pPr>
            <a:r>
              <a:rPr kumimoji="0" lang="en-US" sz="2000" b="0" i="0" u="none" strike="noStrike" kern="0" cap="none" spc="0" normalizeH="0" baseline="0" noProof="0" dirty="0">
                <a:ln>
                  <a:noFill/>
                </a:ln>
                <a:solidFill>
                  <a:srgbClr val="000000"/>
                </a:solidFill>
                <a:effectLst/>
                <a:uLnTx/>
                <a:uFillTx/>
                <a:latin typeface="IBM Plex Sans" panose="020B0503050203000203" pitchFamily="34" charset="0"/>
                <a:ea typeface="+mj-ea"/>
                <a:cs typeface="+mj-cs"/>
                <a:sym typeface="IBM Plex Sans Light"/>
              </a:rPr>
              <a:t>DB migration tools (Azure Database Migration Service)</a:t>
            </a:r>
          </a:p>
          <a:p>
            <a:pPr marL="0" marR="0" lvl="0" indent="0" algn="l" defTabSz="2438400" rtl="0" eaLnBrk="1" fontAlgn="auto" latinLnBrk="0" hangingPunct="1">
              <a:lnSpc>
                <a:spcPct val="110000"/>
              </a:lnSpc>
              <a:spcBef>
                <a:spcPts val="0"/>
              </a:spcBef>
              <a:spcAft>
                <a:spcPts val="0"/>
              </a:spcAft>
              <a:buClrTx/>
              <a:buSzTx/>
              <a:buFontTx/>
              <a:buNone/>
              <a:tabLst/>
              <a:defRPr/>
            </a:pPr>
            <a:r>
              <a:rPr kumimoji="0" lang="en-US" sz="2000" b="0" i="0" u="none" strike="noStrike" kern="0" cap="none" spc="0" normalizeH="0" baseline="0" noProof="0" dirty="0">
                <a:ln>
                  <a:noFill/>
                </a:ln>
                <a:solidFill>
                  <a:srgbClr val="000000"/>
                </a:solidFill>
                <a:effectLst/>
                <a:uLnTx/>
                <a:uFillTx/>
                <a:latin typeface="IBM Plex Sans" panose="020B0503050203000203" pitchFamily="34" charset="0"/>
                <a:ea typeface="+mj-ea"/>
                <a:cs typeface="+mj-cs"/>
                <a:sym typeface="IBM Plex Sans Light"/>
              </a:rPr>
              <a:t>Landing zone automation</a:t>
            </a:r>
          </a:p>
          <a:p>
            <a:pPr marL="0" marR="0" lvl="0" indent="0" algn="l" defTabSz="2438400" rtl="0" eaLnBrk="1" fontAlgn="auto" latinLnBrk="0" hangingPunct="1">
              <a:lnSpc>
                <a:spcPct val="110000"/>
              </a:lnSpc>
              <a:spcBef>
                <a:spcPts val="0"/>
              </a:spcBef>
              <a:spcAft>
                <a:spcPts val="0"/>
              </a:spcAft>
              <a:buClrTx/>
              <a:buSzTx/>
              <a:buFontTx/>
              <a:buNone/>
              <a:tabLst/>
              <a:defRPr/>
            </a:pPr>
            <a:r>
              <a:rPr kumimoji="0" lang="en-US" sz="2000" b="0" i="0" u="none" strike="noStrike" kern="0" cap="none" spc="0" normalizeH="0" baseline="0" noProof="0" dirty="0">
                <a:ln>
                  <a:noFill/>
                </a:ln>
                <a:solidFill>
                  <a:srgbClr val="000000"/>
                </a:solidFill>
                <a:effectLst/>
                <a:uLnTx/>
                <a:uFillTx/>
                <a:latin typeface="IBM Plex Sans" panose="020B0503050203000203" pitchFamily="34" charset="0"/>
                <a:ea typeface="+mj-ea"/>
                <a:cs typeface="+mj-cs"/>
                <a:sym typeface="IBM Plex Sans Light"/>
              </a:rPr>
              <a:t>Migration tools, such as Zinstall for IBM, Azure Migrate, AzCopy, Azure File Sync, Azure Data Box, Azure Site Recovery</a:t>
            </a:r>
          </a:p>
        </p:txBody>
      </p:sp>
      <p:sp>
        <p:nvSpPr>
          <p:cNvPr id="2" name="TextBox 1">
            <a:extLst>
              <a:ext uri="{FF2B5EF4-FFF2-40B4-BE49-F238E27FC236}">
                <a16:creationId xmlns:a16="http://schemas.microsoft.com/office/drawing/2014/main" id="{82C768FA-E40C-2B9F-C07A-3CFF7EE42DF5}"/>
              </a:ext>
            </a:extLst>
          </p:cNvPr>
          <p:cNvSpPr txBox="1"/>
          <p:nvPr/>
        </p:nvSpPr>
        <p:spPr>
          <a:xfrm>
            <a:off x="6087291" y="8621486"/>
            <a:ext cx="0" cy="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rtlCol="0">
            <a:noAutofit/>
          </a:bodyPr>
          <a:lstStyle/>
          <a:p>
            <a:pPr marL="444465" indent="-446749" algn="l" defTabSz="2438400">
              <a:spcBef>
                <a:spcPts val="2900"/>
              </a:spcBef>
              <a:buSzPct val="100000"/>
              <a:buFontTx/>
              <a:buChar char="–"/>
            </a:pPr>
            <a:endParaRPr lang="en-US" kern="0" dirty="0">
              <a:solidFill>
                <a:srgbClr val="000000"/>
              </a:solidFill>
              <a:ea typeface="+mj-ea"/>
              <a:cs typeface="+mj-cs"/>
              <a:sym typeface="IBM Plex Sans Light"/>
            </a:endParaRPr>
          </a:p>
        </p:txBody>
      </p:sp>
      <p:sp>
        <p:nvSpPr>
          <p:cNvPr id="22" name="Slide Number Placeholder 21">
            <a:extLst>
              <a:ext uri="{FF2B5EF4-FFF2-40B4-BE49-F238E27FC236}">
                <a16:creationId xmlns:a16="http://schemas.microsoft.com/office/drawing/2014/main" id="{475DA654-D28D-3658-297A-AEBEAF312B66}"/>
              </a:ext>
            </a:extLst>
          </p:cNvPr>
          <p:cNvSpPr>
            <a:spLocks noGrp="1"/>
          </p:cNvSpPr>
          <p:nvPr>
            <p:ph type="sldNum" sz="quarter" idx="4"/>
          </p:nvPr>
        </p:nvSpPr>
        <p:spPr/>
        <p:txBody>
          <a:bodyPr/>
          <a:lstStyle/>
          <a:p>
            <a:fld id="{86CB4B4D-7CA3-9044-876B-883B54F8677D}" type="slidenum">
              <a:rPr lang="en-US" smtClean="0"/>
              <a:pPr/>
              <a:t>35</a:t>
            </a:fld>
            <a:endParaRPr lang="en-US" dirty="0"/>
          </a:p>
        </p:txBody>
      </p:sp>
    </p:spTree>
    <p:extLst>
      <p:ext uri="{BB962C8B-B14F-4D97-AF65-F5344CB8AC3E}">
        <p14:creationId xmlns:p14="http://schemas.microsoft.com/office/powerpoint/2010/main" val="595719829"/>
      </p:ext>
    </p:extLst>
  </p:cSld>
  <p:clrMapOvr>
    <a:masterClrMapping/>
  </p:clrMapOvr>
  <p:transition spd="me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Rectangle 24" descr="Horizontal quarter slide background in Gray 10">
            <a:extLst>
              <a:ext uri="{FF2B5EF4-FFF2-40B4-BE49-F238E27FC236}">
                <a16:creationId xmlns:a16="http://schemas.microsoft.com/office/drawing/2014/main" id="{378C7911-844E-8F6B-E54C-1D056D643229}"/>
              </a:ext>
            </a:extLst>
          </p:cNvPr>
          <p:cNvSpPr/>
          <p:nvPr/>
        </p:nvSpPr>
        <p:spPr bwMode="auto">
          <a:xfrm>
            <a:off x="-1" y="0"/>
            <a:ext cx="24387173" cy="3044825"/>
          </a:xfrm>
          <a:prstGeom prst="rect">
            <a:avLst/>
          </a:prstGeom>
          <a:solidFill>
            <a:srgbClr val="F4F4F4"/>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dirty="0">
              <a:ln>
                <a:noFill/>
              </a:ln>
              <a:solidFill>
                <a:schemeClr val="bg1"/>
              </a:solidFill>
              <a:effectLst/>
              <a:latin typeface="+mn-lt"/>
            </a:endParaRPr>
          </a:p>
        </p:txBody>
      </p:sp>
      <p:sp>
        <p:nvSpPr>
          <p:cNvPr id="9" name="Title 2">
            <a:extLst>
              <a:ext uri="{FF2B5EF4-FFF2-40B4-BE49-F238E27FC236}">
                <a16:creationId xmlns:a16="http://schemas.microsoft.com/office/drawing/2014/main" id="{5427B7D5-8ACD-16F6-C3F8-F43B2F6D0EFA}"/>
              </a:ext>
            </a:extLst>
          </p:cNvPr>
          <p:cNvSpPr>
            <a:spLocks noGrp="1"/>
          </p:cNvSpPr>
          <p:nvPr>
            <p:ph type="title"/>
          </p:nvPr>
        </p:nvSpPr>
        <p:spPr/>
        <p:txBody>
          <a:bodyPr/>
          <a:lstStyle/>
          <a:p>
            <a:r>
              <a:rPr lang="en-US" sz="3600" dirty="0">
                <a:solidFill>
                  <a:srgbClr val="000000"/>
                </a:solidFill>
                <a:effectLst/>
              </a:rPr>
              <a:t>Client</a:t>
            </a:r>
            <a:r>
              <a:rPr lang="en-US" sz="3600" dirty="0">
                <a:solidFill>
                  <a:srgbClr val="000000"/>
                </a:solidFill>
                <a:effectLst/>
                <a:latin typeface="IBM Plex Sans Light" panose="020B0403050203000203" pitchFamily="34" charset="0"/>
              </a:rPr>
              <a:t> highlights</a:t>
            </a:r>
          </a:p>
        </p:txBody>
      </p:sp>
      <p:sp>
        <p:nvSpPr>
          <p:cNvPr id="10" name="Text Placeholder 6">
            <a:extLst>
              <a:ext uri="{FF2B5EF4-FFF2-40B4-BE49-F238E27FC236}">
                <a16:creationId xmlns:a16="http://schemas.microsoft.com/office/drawing/2014/main" id="{236904A8-22B9-C8AF-2BEB-45F5E594151E}"/>
              </a:ext>
            </a:extLst>
          </p:cNvPr>
          <p:cNvSpPr txBox="1">
            <a:spLocks/>
          </p:cNvSpPr>
          <p:nvPr/>
        </p:nvSpPr>
        <p:spPr>
          <a:xfrm>
            <a:off x="6667500" y="576072"/>
            <a:ext cx="4956175" cy="246875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lvl1pPr marL="0" marR="0" indent="0" algn="l" defTabSz="2438400" rtl="0" latinLnBrk="0">
              <a:lnSpc>
                <a:spcPct val="110000"/>
              </a:lnSpc>
              <a:spcBef>
                <a:spcPts val="2900"/>
              </a:spcBef>
              <a:spcAft>
                <a:spcPts val="0"/>
              </a:spcAft>
              <a:buClrTx/>
              <a:buSzTx/>
              <a:buFontTx/>
              <a:buNone/>
              <a:tabLst/>
              <a:defRPr sz="3600" b="0" i="0" u="none" strike="noStrike" cap="none" spc="0" baseline="0">
                <a:solidFill>
                  <a:srgbClr val="000000"/>
                </a:solidFill>
                <a:uFillTx/>
                <a:latin typeface="+mj-lt"/>
                <a:ea typeface="+mj-ea"/>
                <a:cs typeface="+mj-cs"/>
                <a:sym typeface="IBM Plex Sans Light"/>
              </a:defRPr>
            </a:lvl1pPr>
            <a:lvl2pPr marL="444465" marR="0" indent="-446749" algn="l" defTabSz="2438400" rtl="0" latinLnBrk="0">
              <a:lnSpc>
                <a:spcPct val="11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2pPr>
            <a:lvl3pPr marL="615918" marR="0" indent="-446749" algn="l" defTabSz="2438400" rtl="0" latinLnBrk="0">
              <a:lnSpc>
                <a:spcPct val="11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3pPr>
            <a:lvl4pPr marL="901671" marR="0" indent="-446749" algn="l" defTabSz="2438400" rtl="0" latinLnBrk="0">
              <a:lnSpc>
                <a:spcPct val="11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4pPr>
            <a:lvl5pPr marL="1076298" marR="0" indent="-446749" algn="l" defTabSz="2438400" rtl="0" latinLnBrk="0">
              <a:lnSpc>
                <a:spcPct val="11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5pPr>
            <a:lvl6pPr marL="1843060"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pPr>
              <a:spcBef>
                <a:spcPts val="0"/>
              </a:spcBef>
            </a:pPr>
            <a:r>
              <a:rPr lang="en-US" sz="2800" kern="0" dirty="0">
                <a:latin typeface="+mn-lt"/>
              </a:rPr>
              <a:t>Intelligent asset management uses best-in-class workflows integrated with enterprise systems to optimize uptime, output, and costs</a:t>
            </a:r>
          </a:p>
        </p:txBody>
      </p:sp>
      <p:sp>
        <p:nvSpPr>
          <p:cNvPr id="11" name="Text Placeholder 7">
            <a:extLst>
              <a:ext uri="{FF2B5EF4-FFF2-40B4-BE49-F238E27FC236}">
                <a16:creationId xmlns:a16="http://schemas.microsoft.com/office/drawing/2014/main" id="{7BB9A237-9C81-2887-C6B1-820A2598CF0E}"/>
              </a:ext>
            </a:extLst>
          </p:cNvPr>
          <p:cNvSpPr txBox="1">
            <a:spLocks/>
          </p:cNvSpPr>
          <p:nvPr/>
        </p:nvSpPr>
        <p:spPr>
          <a:xfrm>
            <a:off x="573088" y="6281927"/>
            <a:ext cx="4951412" cy="591324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t"/>
          <a:lstStyle>
            <a:lvl1pPr marL="0" marR="0" indent="0" algn="l" defTabSz="2438400" rtl="0" latinLnBrk="0">
              <a:lnSpc>
                <a:spcPct val="110000"/>
              </a:lnSpc>
              <a:spcBef>
                <a:spcPts val="2900"/>
              </a:spcBef>
              <a:spcAft>
                <a:spcPts val="0"/>
              </a:spcAft>
              <a:buClrTx/>
              <a:buSzTx/>
              <a:buFontTx/>
              <a:buNone/>
              <a:tabLst/>
              <a:defRPr sz="3600" b="0" i="0" u="none" strike="noStrike" cap="none" spc="0" baseline="0">
                <a:solidFill>
                  <a:srgbClr val="000000"/>
                </a:solidFill>
                <a:uFillTx/>
                <a:latin typeface="+mj-lt"/>
                <a:ea typeface="+mj-ea"/>
                <a:cs typeface="+mj-cs"/>
                <a:sym typeface="IBM Plex Sans Light"/>
              </a:defRPr>
            </a:lvl1pPr>
            <a:lvl2pPr marL="444465" marR="0" indent="-446749" algn="l" defTabSz="2438400" rtl="0" latinLnBrk="0">
              <a:lnSpc>
                <a:spcPct val="11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2pPr>
            <a:lvl3pPr marL="615918" marR="0" indent="-446749" algn="l" defTabSz="2438400" rtl="0" latinLnBrk="0">
              <a:lnSpc>
                <a:spcPct val="11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3pPr>
            <a:lvl4pPr marL="901671" marR="0" indent="-446749" algn="l" defTabSz="2438400" rtl="0" latinLnBrk="0">
              <a:lnSpc>
                <a:spcPct val="11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4pPr>
            <a:lvl5pPr marL="1076298" marR="0" indent="-446749" algn="l" defTabSz="2438400" rtl="0" latinLnBrk="0">
              <a:lnSpc>
                <a:spcPct val="11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5pPr>
            <a:lvl6pPr marL="1843060"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pPr>
              <a:lnSpc>
                <a:spcPct val="100000"/>
              </a:lnSpc>
              <a:spcBef>
                <a:spcPts val="0"/>
              </a:spcBef>
            </a:pPr>
            <a:r>
              <a:rPr lang="en-US" sz="4400" kern="0" dirty="0"/>
              <a:t>Enterprise asset </a:t>
            </a:r>
            <a:br>
              <a:rPr lang="en-US" sz="4400" kern="0" dirty="0"/>
            </a:br>
            <a:r>
              <a:rPr lang="en-US" sz="4400" kern="0" dirty="0"/>
              <a:t>management</a:t>
            </a:r>
          </a:p>
        </p:txBody>
      </p:sp>
      <p:sp>
        <p:nvSpPr>
          <p:cNvPr id="12" name="Text Placeholder 3">
            <a:extLst>
              <a:ext uri="{FF2B5EF4-FFF2-40B4-BE49-F238E27FC236}">
                <a16:creationId xmlns:a16="http://schemas.microsoft.com/office/drawing/2014/main" id="{3F6FE457-A3FA-9F3D-78D5-C0EE20A92A65}"/>
              </a:ext>
            </a:extLst>
          </p:cNvPr>
          <p:cNvSpPr txBox="1">
            <a:spLocks/>
          </p:cNvSpPr>
          <p:nvPr/>
        </p:nvSpPr>
        <p:spPr>
          <a:xfrm>
            <a:off x="6667500" y="6281927"/>
            <a:ext cx="4951413" cy="591324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t"/>
          <a:lstStyle>
            <a:lvl1pPr marL="0" marR="0" indent="0" algn="l" defTabSz="2438400" rtl="0" latinLnBrk="0">
              <a:lnSpc>
                <a:spcPct val="110000"/>
              </a:lnSpc>
              <a:spcBef>
                <a:spcPts val="2900"/>
              </a:spcBef>
              <a:spcAft>
                <a:spcPts val="0"/>
              </a:spcAft>
              <a:buClrTx/>
              <a:buSzTx/>
              <a:buFontTx/>
              <a:buNone/>
              <a:tabLst/>
              <a:defRPr sz="3600" b="0" i="0" u="none" strike="noStrike" cap="none" spc="0" baseline="0">
                <a:solidFill>
                  <a:srgbClr val="000000"/>
                </a:solidFill>
                <a:uFillTx/>
                <a:latin typeface="+mj-lt"/>
                <a:ea typeface="+mj-ea"/>
                <a:cs typeface="+mj-cs"/>
                <a:sym typeface="IBM Plex Sans Light"/>
              </a:defRPr>
            </a:lvl1pPr>
            <a:lvl2pPr marL="444465" marR="0" indent="-446749" algn="l" defTabSz="2438400" rtl="0" latinLnBrk="0">
              <a:lnSpc>
                <a:spcPct val="11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2pPr>
            <a:lvl3pPr marL="615918" marR="0" indent="-446749" algn="l" defTabSz="2438400" rtl="0" latinLnBrk="0">
              <a:lnSpc>
                <a:spcPct val="11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3pPr>
            <a:lvl4pPr marL="901671" marR="0" indent="-446749" algn="l" defTabSz="2438400" rtl="0" latinLnBrk="0">
              <a:lnSpc>
                <a:spcPct val="11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4pPr>
            <a:lvl5pPr marL="1076298" marR="0" indent="-446749" algn="l" defTabSz="2438400" rtl="0" latinLnBrk="0">
              <a:lnSpc>
                <a:spcPct val="11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5pPr>
            <a:lvl6pPr marL="1843060"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pPr>
              <a:lnSpc>
                <a:spcPct val="100000"/>
              </a:lnSpc>
              <a:spcBef>
                <a:spcPts val="0"/>
              </a:spcBef>
            </a:pPr>
            <a:r>
              <a:rPr lang="en-US" sz="4400" kern="0" dirty="0"/>
              <a:t>Facilities </a:t>
            </a:r>
            <a:br>
              <a:rPr lang="en-US" sz="4400" kern="0" dirty="0"/>
            </a:br>
            <a:r>
              <a:rPr lang="en-US" sz="4400" kern="0" dirty="0"/>
              <a:t>and real estate management</a:t>
            </a:r>
          </a:p>
        </p:txBody>
      </p:sp>
      <p:sp>
        <p:nvSpPr>
          <p:cNvPr id="13" name="Text Placeholder 4">
            <a:extLst>
              <a:ext uri="{FF2B5EF4-FFF2-40B4-BE49-F238E27FC236}">
                <a16:creationId xmlns:a16="http://schemas.microsoft.com/office/drawing/2014/main" id="{B2A3869A-A899-AEF6-2B44-68B7A1FE0B43}"/>
              </a:ext>
            </a:extLst>
          </p:cNvPr>
          <p:cNvSpPr txBox="1">
            <a:spLocks/>
          </p:cNvSpPr>
          <p:nvPr/>
        </p:nvSpPr>
        <p:spPr>
          <a:xfrm>
            <a:off x="12763500" y="6281927"/>
            <a:ext cx="4953000" cy="591324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t"/>
          <a:lstStyle>
            <a:lvl1pPr marL="0" marR="0" indent="0" algn="l" defTabSz="2438400" rtl="0" latinLnBrk="0">
              <a:lnSpc>
                <a:spcPct val="110000"/>
              </a:lnSpc>
              <a:spcBef>
                <a:spcPts val="2900"/>
              </a:spcBef>
              <a:spcAft>
                <a:spcPts val="0"/>
              </a:spcAft>
              <a:buClrTx/>
              <a:buSzTx/>
              <a:buFontTx/>
              <a:buNone/>
              <a:tabLst/>
              <a:defRPr sz="3600" b="0" i="0" u="none" strike="noStrike" cap="none" spc="0" baseline="0">
                <a:solidFill>
                  <a:srgbClr val="000000"/>
                </a:solidFill>
                <a:uFillTx/>
                <a:latin typeface="+mj-lt"/>
                <a:ea typeface="+mj-ea"/>
                <a:cs typeface="+mj-cs"/>
                <a:sym typeface="IBM Plex Sans Light"/>
              </a:defRPr>
            </a:lvl1pPr>
            <a:lvl2pPr marL="444465" marR="0" indent="-446749" algn="l" defTabSz="2438400" rtl="0" latinLnBrk="0">
              <a:lnSpc>
                <a:spcPct val="11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2pPr>
            <a:lvl3pPr marL="615918" marR="0" indent="-446749" algn="l" defTabSz="2438400" rtl="0" latinLnBrk="0">
              <a:lnSpc>
                <a:spcPct val="11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3pPr>
            <a:lvl4pPr marL="901671" marR="0" indent="-446749" algn="l" defTabSz="2438400" rtl="0" latinLnBrk="0">
              <a:lnSpc>
                <a:spcPct val="11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4pPr>
            <a:lvl5pPr marL="1076298" marR="0" indent="-446749" algn="l" defTabSz="2438400" rtl="0" latinLnBrk="0">
              <a:lnSpc>
                <a:spcPct val="11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5pPr>
            <a:lvl6pPr marL="1843060"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pPr>
              <a:lnSpc>
                <a:spcPct val="100000"/>
              </a:lnSpc>
              <a:spcBef>
                <a:spcPts val="0"/>
              </a:spcBef>
            </a:pPr>
            <a:r>
              <a:rPr lang="en-US" sz="4400" kern="0" dirty="0"/>
              <a:t>Industry </a:t>
            </a:r>
            <a:br>
              <a:rPr lang="en-US" sz="4400" kern="0" dirty="0"/>
            </a:br>
            <a:r>
              <a:rPr lang="en-US" sz="4400" kern="0" dirty="0"/>
              <a:t>solutions</a:t>
            </a:r>
          </a:p>
        </p:txBody>
      </p:sp>
      <p:sp>
        <p:nvSpPr>
          <p:cNvPr id="14" name="Text Placeholder 5">
            <a:extLst>
              <a:ext uri="{FF2B5EF4-FFF2-40B4-BE49-F238E27FC236}">
                <a16:creationId xmlns:a16="http://schemas.microsoft.com/office/drawing/2014/main" id="{D2D27AC3-0E15-7973-C46F-E4D7DDE98F81}"/>
              </a:ext>
            </a:extLst>
          </p:cNvPr>
          <p:cNvSpPr txBox="1">
            <a:spLocks/>
          </p:cNvSpPr>
          <p:nvPr/>
        </p:nvSpPr>
        <p:spPr>
          <a:xfrm>
            <a:off x="18859500" y="6281927"/>
            <a:ext cx="4959350" cy="591324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t"/>
          <a:lstStyle>
            <a:lvl1pPr marL="0" marR="0" indent="0" algn="l" defTabSz="2438400" rtl="0" latinLnBrk="0">
              <a:lnSpc>
                <a:spcPct val="110000"/>
              </a:lnSpc>
              <a:spcBef>
                <a:spcPts val="2900"/>
              </a:spcBef>
              <a:spcAft>
                <a:spcPts val="0"/>
              </a:spcAft>
              <a:buClrTx/>
              <a:buSzTx/>
              <a:buFontTx/>
              <a:buNone/>
              <a:tabLst/>
              <a:defRPr sz="3600" b="0" i="0" u="none" strike="noStrike" cap="none" spc="0" baseline="0">
                <a:solidFill>
                  <a:srgbClr val="000000"/>
                </a:solidFill>
                <a:uFillTx/>
                <a:latin typeface="+mj-lt"/>
                <a:ea typeface="+mj-ea"/>
                <a:cs typeface="+mj-cs"/>
                <a:sym typeface="IBM Plex Sans Light"/>
              </a:defRPr>
            </a:lvl1pPr>
            <a:lvl2pPr marL="444465" marR="0" indent="-446749" algn="l" defTabSz="2438400" rtl="0" latinLnBrk="0">
              <a:lnSpc>
                <a:spcPct val="11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2pPr>
            <a:lvl3pPr marL="615918" marR="0" indent="-446749" algn="l" defTabSz="2438400" rtl="0" latinLnBrk="0">
              <a:lnSpc>
                <a:spcPct val="11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3pPr>
            <a:lvl4pPr marL="901671" marR="0" indent="-446749" algn="l" defTabSz="2438400" rtl="0" latinLnBrk="0">
              <a:lnSpc>
                <a:spcPct val="11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4pPr>
            <a:lvl5pPr marL="1076298" marR="0" indent="-446749" algn="l" defTabSz="2438400" rtl="0" latinLnBrk="0">
              <a:lnSpc>
                <a:spcPct val="11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5pPr>
            <a:lvl6pPr marL="1843060"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pPr>
              <a:lnSpc>
                <a:spcPct val="100000"/>
              </a:lnSpc>
              <a:spcBef>
                <a:spcPts val="0"/>
              </a:spcBef>
            </a:pPr>
            <a:r>
              <a:rPr lang="en-US" sz="4400" kern="0" dirty="0"/>
              <a:t>Environmental intelligence</a:t>
            </a:r>
          </a:p>
        </p:txBody>
      </p:sp>
      <p:sp>
        <p:nvSpPr>
          <p:cNvPr id="8" name="Footer Placeholder 7">
            <a:extLst>
              <a:ext uri="{FF2B5EF4-FFF2-40B4-BE49-F238E27FC236}">
                <a16:creationId xmlns:a16="http://schemas.microsoft.com/office/drawing/2014/main" id="{D84C7D04-925A-F6FB-3FB8-D3BDC9420BD0}"/>
              </a:ext>
            </a:extLst>
          </p:cNvPr>
          <p:cNvSpPr>
            <a:spLocks noGrp="1"/>
          </p:cNvSpPr>
          <p:nvPr>
            <p:ph type="ftr" sz="quarter" idx="18"/>
          </p:nvPr>
        </p:nvSpPr>
        <p:spPr/>
        <p:txBody>
          <a:bodyPr/>
          <a:lstStyle/>
          <a:p>
            <a:r>
              <a:rPr lang="en-US" dirty="0"/>
              <a:t>Footer</a:t>
            </a:r>
          </a:p>
        </p:txBody>
      </p:sp>
      <p:grpSp>
        <p:nvGrpSpPr>
          <p:cNvPr id="37" name="Group 36">
            <a:extLst>
              <a:ext uri="{FF2B5EF4-FFF2-40B4-BE49-F238E27FC236}">
                <a16:creationId xmlns:a16="http://schemas.microsoft.com/office/drawing/2014/main" id="{3D2FAD85-0747-1556-7FBE-53DC58412AAA}"/>
              </a:ext>
            </a:extLst>
          </p:cNvPr>
          <p:cNvGrpSpPr/>
          <p:nvPr/>
        </p:nvGrpSpPr>
        <p:grpSpPr>
          <a:xfrm>
            <a:off x="6096000" y="4571999"/>
            <a:ext cx="12192000" cy="7629523"/>
            <a:chOff x="6096000" y="570103"/>
            <a:chExt cx="12192000" cy="11631420"/>
          </a:xfrm>
        </p:grpSpPr>
        <p:cxnSp>
          <p:nvCxnSpPr>
            <p:cNvPr id="34" name="Straight Connector 33" descr="Vertical column divider">
              <a:extLst>
                <a:ext uri="{FF2B5EF4-FFF2-40B4-BE49-F238E27FC236}">
                  <a16:creationId xmlns:a16="http://schemas.microsoft.com/office/drawing/2014/main" id="{EF471428-1D8A-0196-A172-6AE7FC2722B8}"/>
                </a:ext>
              </a:extLst>
            </p:cNvPr>
            <p:cNvCxnSpPr>
              <a:cxnSpLocks/>
            </p:cNvCxnSpPr>
            <p:nvPr/>
          </p:nvCxnSpPr>
          <p:spPr bwMode="auto">
            <a:xfrm>
              <a:off x="6096000" y="570103"/>
              <a:ext cx="0" cy="1163142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5" name="Straight Connector 34" descr="Vertical column divider">
              <a:extLst>
                <a:ext uri="{FF2B5EF4-FFF2-40B4-BE49-F238E27FC236}">
                  <a16:creationId xmlns:a16="http://schemas.microsoft.com/office/drawing/2014/main" id="{5050977D-8C56-B0AB-0C2D-BCE903781FEF}"/>
                </a:ext>
              </a:extLst>
            </p:cNvPr>
            <p:cNvCxnSpPr>
              <a:cxnSpLocks/>
            </p:cNvCxnSpPr>
            <p:nvPr/>
          </p:nvCxnSpPr>
          <p:spPr bwMode="auto">
            <a:xfrm>
              <a:off x="12192127" y="570103"/>
              <a:ext cx="0" cy="1162507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6" name="Straight Connector 35" descr="Vertical column divider">
              <a:extLst>
                <a:ext uri="{FF2B5EF4-FFF2-40B4-BE49-F238E27FC236}">
                  <a16:creationId xmlns:a16="http://schemas.microsoft.com/office/drawing/2014/main" id="{78C55F14-B4AC-4A86-E408-6C17448F2C5F}"/>
                </a:ext>
              </a:extLst>
            </p:cNvPr>
            <p:cNvCxnSpPr>
              <a:cxnSpLocks/>
            </p:cNvCxnSpPr>
            <p:nvPr/>
          </p:nvCxnSpPr>
          <p:spPr bwMode="auto">
            <a:xfrm>
              <a:off x="18288000" y="570103"/>
              <a:ext cx="0" cy="1162208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grpSp>
      <p:sp>
        <p:nvSpPr>
          <p:cNvPr id="38" name="Slide Number Placeholder 37">
            <a:extLst>
              <a:ext uri="{FF2B5EF4-FFF2-40B4-BE49-F238E27FC236}">
                <a16:creationId xmlns:a16="http://schemas.microsoft.com/office/drawing/2014/main" id="{1F9B805A-2805-9093-64FC-780AC3F74236}"/>
              </a:ext>
            </a:extLst>
          </p:cNvPr>
          <p:cNvSpPr>
            <a:spLocks noGrp="1"/>
          </p:cNvSpPr>
          <p:nvPr>
            <p:ph type="sldNum" sz="quarter" idx="4"/>
          </p:nvPr>
        </p:nvSpPr>
        <p:spPr/>
        <p:txBody>
          <a:bodyPr/>
          <a:lstStyle/>
          <a:p>
            <a:fld id="{86CB4B4D-7CA3-9044-876B-883B54F8677D}" type="slidenum">
              <a:rPr lang="en-US" smtClean="0"/>
              <a:pPr/>
              <a:t>36</a:t>
            </a:fld>
            <a:endParaRPr lang="en-US" dirty="0"/>
          </a:p>
        </p:txBody>
      </p:sp>
      <p:pic>
        <p:nvPicPr>
          <p:cNvPr id="3" name="Picture 2" descr="Pictogram showing straight and curved lines intersected with circular anchor points and open arrow in blue 60">
            <a:extLst>
              <a:ext uri="{FF2B5EF4-FFF2-40B4-BE49-F238E27FC236}">
                <a16:creationId xmlns:a16="http://schemas.microsoft.com/office/drawing/2014/main" id="{DF7EF3F7-6CA7-4723-2CFB-4E0F5B12BEF7}"/>
              </a:ext>
            </a:extLst>
          </p:cNvPr>
          <p:cNvPicPr>
            <a:picLocks noChangeAspect="1"/>
          </p:cNvPicPr>
          <p:nvPr/>
        </p:nvPicPr>
        <p:blipFill>
          <a:blip r:embed="rId2"/>
          <a:stretch>
            <a:fillRect/>
          </a:stretch>
        </p:blipFill>
        <p:spPr>
          <a:xfrm>
            <a:off x="553847" y="4570603"/>
            <a:ext cx="1219200" cy="1219200"/>
          </a:xfrm>
          <a:prstGeom prst="rect">
            <a:avLst/>
          </a:prstGeom>
        </p:spPr>
      </p:pic>
      <p:pic>
        <p:nvPicPr>
          <p:cNvPr id="4" name="Picture 3" descr="Pictogram showing a circle of polygons with protruding straight lines in blue 60">
            <a:extLst>
              <a:ext uri="{FF2B5EF4-FFF2-40B4-BE49-F238E27FC236}">
                <a16:creationId xmlns:a16="http://schemas.microsoft.com/office/drawing/2014/main" id="{202ED3A4-92C1-E111-830C-7CCC79B1DDFA}"/>
              </a:ext>
            </a:extLst>
          </p:cNvPr>
          <p:cNvPicPr>
            <a:picLocks noChangeAspect="1"/>
          </p:cNvPicPr>
          <p:nvPr/>
        </p:nvPicPr>
        <p:blipFill>
          <a:blip r:embed="rId3"/>
          <a:srcRect/>
          <a:stretch/>
        </p:blipFill>
        <p:spPr>
          <a:xfrm>
            <a:off x="6607841" y="4570603"/>
            <a:ext cx="1219200" cy="1219200"/>
          </a:xfrm>
          <a:prstGeom prst="rect">
            <a:avLst/>
          </a:prstGeom>
        </p:spPr>
      </p:pic>
      <p:pic>
        <p:nvPicPr>
          <p:cNvPr id="5" name="Picture 4" descr="Pictogram showing a cloud outline with outlined squares flowing inside and above it in blue 60">
            <a:extLst>
              <a:ext uri="{FF2B5EF4-FFF2-40B4-BE49-F238E27FC236}">
                <a16:creationId xmlns:a16="http://schemas.microsoft.com/office/drawing/2014/main" id="{55A33E0C-56DE-1C95-DA81-9315AE3B5441}"/>
              </a:ext>
            </a:extLst>
          </p:cNvPr>
          <p:cNvPicPr>
            <a:picLocks noChangeAspect="1"/>
          </p:cNvPicPr>
          <p:nvPr/>
        </p:nvPicPr>
        <p:blipFill>
          <a:blip r:embed="rId4"/>
          <a:srcRect/>
          <a:stretch/>
        </p:blipFill>
        <p:spPr>
          <a:xfrm>
            <a:off x="18834100" y="4570603"/>
            <a:ext cx="1219200" cy="1219200"/>
          </a:xfrm>
          <a:prstGeom prst="rect">
            <a:avLst/>
          </a:prstGeom>
        </p:spPr>
      </p:pic>
      <p:pic>
        <p:nvPicPr>
          <p:cNvPr id="6" name="Picture 5" descr="Pictogram of check mark in circle with anchor points in blue 60">
            <a:extLst>
              <a:ext uri="{FF2B5EF4-FFF2-40B4-BE49-F238E27FC236}">
                <a16:creationId xmlns:a16="http://schemas.microsoft.com/office/drawing/2014/main" id="{2FCBAFF3-268B-4F6C-17A9-22F841BB23DC}"/>
              </a:ext>
            </a:extLst>
          </p:cNvPr>
          <p:cNvPicPr>
            <a:picLocks noChangeAspect="1"/>
          </p:cNvPicPr>
          <p:nvPr/>
        </p:nvPicPr>
        <p:blipFill>
          <a:blip r:embed="rId5"/>
          <a:stretch>
            <a:fillRect/>
          </a:stretch>
        </p:blipFill>
        <p:spPr>
          <a:xfrm>
            <a:off x="12764712" y="4570603"/>
            <a:ext cx="1066800" cy="1066800"/>
          </a:xfrm>
          <a:prstGeom prst="rect">
            <a:avLst/>
          </a:prstGeom>
        </p:spPr>
      </p:pic>
    </p:spTree>
    <p:extLst>
      <p:ext uri="{BB962C8B-B14F-4D97-AF65-F5344CB8AC3E}">
        <p14:creationId xmlns:p14="http://schemas.microsoft.com/office/powerpoint/2010/main" val="1380053210"/>
      </p:ext>
    </p:extLst>
  </p:cSld>
  <p:clrMapOvr>
    <a:masterClrMapping/>
  </p:clrMapOvr>
  <p:transition spd="me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Text Placeholder 36">
            <a:extLst>
              <a:ext uri="{FF2B5EF4-FFF2-40B4-BE49-F238E27FC236}">
                <a16:creationId xmlns:a16="http://schemas.microsoft.com/office/drawing/2014/main" id="{000955D8-1198-A2F0-4236-D207B707A10F}"/>
              </a:ext>
            </a:extLst>
          </p:cNvPr>
          <p:cNvSpPr>
            <a:spLocks noGrp="1"/>
          </p:cNvSpPr>
          <p:nvPr>
            <p:ph type="body" sz="quarter" idx="16"/>
          </p:nvPr>
        </p:nvSpPr>
        <p:spPr/>
        <p:txBody>
          <a:bodyPr/>
          <a:lstStyle/>
          <a:p>
            <a:r>
              <a:rPr lang="en-US" sz="3600" dirty="0"/>
              <a:t>Emily</a:t>
            </a:r>
          </a:p>
        </p:txBody>
      </p:sp>
      <p:sp>
        <p:nvSpPr>
          <p:cNvPr id="36" name="Text Placeholder 35">
            <a:extLst>
              <a:ext uri="{FF2B5EF4-FFF2-40B4-BE49-F238E27FC236}">
                <a16:creationId xmlns:a16="http://schemas.microsoft.com/office/drawing/2014/main" id="{D903580C-28C7-F175-647D-CF7303AD2843}"/>
              </a:ext>
            </a:extLst>
          </p:cNvPr>
          <p:cNvSpPr>
            <a:spLocks noGrp="1"/>
          </p:cNvSpPr>
          <p:nvPr>
            <p:ph type="body" sz="quarter" idx="15"/>
          </p:nvPr>
        </p:nvSpPr>
        <p:spPr/>
        <p:txBody>
          <a:bodyPr/>
          <a:lstStyle/>
          <a:p>
            <a:r>
              <a:rPr lang="en-US" sz="3600" dirty="0"/>
              <a:t>Sam</a:t>
            </a:r>
          </a:p>
        </p:txBody>
      </p:sp>
      <p:sp>
        <p:nvSpPr>
          <p:cNvPr id="38" name="Text Placeholder 37">
            <a:extLst>
              <a:ext uri="{FF2B5EF4-FFF2-40B4-BE49-F238E27FC236}">
                <a16:creationId xmlns:a16="http://schemas.microsoft.com/office/drawing/2014/main" id="{1A1B750D-18D0-C995-6469-DC32408C23C0}"/>
              </a:ext>
            </a:extLst>
          </p:cNvPr>
          <p:cNvSpPr>
            <a:spLocks noGrp="1"/>
          </p:cNvSpPr>
          <p:nvPr>
            <p:ph type="body" sz="quarter" idx="17"/>
          </p:nvPr>
        </p:nvSpPr>
        <p:spPr/>
        <p:txBody>
          <a:bodyPr/>
          <a:lstStyle/>
          <a:p>
            <a:r>
              <a:rPr lang="en-US" sz="3600" dirty="0"/>
              <a:t>Sergei</a:t>
            </a:r>
          </a:p>
        </p:txBody>
      </p:sp>
      <p:sp>
        <p:nvSpPr>
          <p:cNvPr id="4" name="Rectangle 3" descr="Vertical quarter slide background in blue 10 ">
            <a:extLst>
              <a:ext uri="{FF2B5EF4-FFF2-40B4-BE49-F238E27FC236}">
                <a16:creationId xmlns:a16="http://schemas.microsoft.com/office/drawing/2014/main" id="{AB57352D-3678-A7CA-0209-59A013F370C1}"/>
              </a:ext>
            </a:extLst>
          </p:cNvPr>
          <p:cNvSpPr/>
          <p:nvPr/>
        </p:nvSpPr>
        <p:spPr bwMode="auto">
          <a:xfrm>
            <a:off x="0" y="0"/>
            <a:ext cx="6096000" cy="13716000"/>
          </a:xfrm>
          <a:prstGeom prst="rect">
            <a:avLst/>
          </a:prstGeom>
          <a:solidFill>
            <a:srgbClr val="E5F6FF"/>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dirty="0">
              <a:ln>
                <a:noFill/>
              </a:ln>
              <a:solidFill>
                <a:schemeClr val="bg1"/>
              </a:solidFill>
              <a:effectLst/>
              <a:latin typeface="+mn-lt"/>
            </a:endParaRPr>
          </a:p>
        </p:txBody>
      </p:sp>
      <p:sp>
        <p:nvSpPr>
          <p:cNvPr id="2" name="Title 1">
            <a:extLst>
              <a:ext uri="{FF2B5EF4-FFF2-40B4-BE49-F238E27FC236}">
                <a16:creationId xmlns:a16="http://schemas.microsoft.com/office/drawing/2014/main" id="{AEC4870F-2BCD-D032-E9C3-B54F5E7578F6}"/>
              </a:ext>
            </a:extLst>
          </p:cNvPr>
          <p:cNvSpPr>
            <a:spLocks noGrp="1"/>
          </p:cNvSpPr>
          <p:nvPr>
            <p:ph type="title"/>
          </p:nvPr>
        </p:nvSpPr>
        <p:spPr>
          <a:xfrm>
            <a:off x="582422" y="576071"/>
            <a:ext cx="4949825" cy="3995929"/>
          </a:xfrm>
        </p:spPr>
        <p:txBody>
          <a:bodyPr/>
          <a:lstStyle/>
          <a:p>
            <a:r>
              <a:rPr lang="en-US" sz="4400" dirty="0"/>
              <a:t>Next-gen sustainability performance management </a:t>
            </a:r>
          </a:p>
        </p:txBody>
      </p:sp>
      <p:sp>
        <p:nvSpPr>
          <p:cNvPr id="33" name="Text Placeholder 32">
            <a:extLst>
              <a:ext uri="{FF2B5EF4-FFF2-40B4-BE49-F238E27FC236}">
                <a16:creationId xmlns:a16="http://schemas.microsoft.com/office/drawing/2014/main" id="{B3F65626-4AA9-6B1F-36D3-78E8E4CA57E2}"/>
              </a:ext>
            </a:extLst>
          </p:cNvPr>
          <p:cNvSpPr>
            <a:spLocks noGrp="1"/>
          </p:cNvSpPr>
          <p:nvPr>
            <p:ph type="body" sz="quarter" idx="12"/>
          </p:nvPr>
        </p:nvSpPr>
        <p:spPr/>
        <p:txBody>
          <a:bodyPr/>
          <a:lstStyle/>
          <a:p>
            <a:pPr marL="329184" marR="0" lvl="0" indent="-329184" algn="l" defTabSz="1829379" rtl="0" eaLnBrk="1" fontAlgn="auto" latinLnBrk="0" hangingPunct="1">
              <a:lnSpc>
                <a:spcPct val="100000"/>
              </a:lnSpc>
              <a:spcBef>
                <a:spcPts val="0"/>
              </a:spcBef>
              <a:spcAft>
                <a:spcPts val="0"/>
              </a:spcAft>
              <a:buClrTx/>
              <a:buSzTx/>
              <a:buFont typeface="IBM Plex Sans Light"/>
              <a:buChar char="−"/>
              <a:tabLst/>
              <a:defRPr/>
            </a:pPr>
            <a:r>
              <a:rPr kumimoji="0" lang="en-US" sz="3600" b="0" i="0" u="none" strike="noStrike" kern="0" cap="none" spc="0" normalizeH="0" baseline="0" noProof="0" dirty="0">
                <a:ln>
                  <a:noFill/>
                </a:ln>
                <a:solidFill>
                  <a:srgbClr val="000000"/>
                </a:solidFill>
                <a:effectLst/>
                <a:uLnTx/>
                <a:uFillTx/>
                <a:latin typeface="IBM Plex Sans Light"/>
                <a:ea typeface="+mn-ea"/>
                <a:cs typeface="+mn-cs"/>
              </a:rPr>
              <a:t>A sustainability manager</a:t>
            </a:r>
          </a:p>
          <a:p>
            <a:pPr marL="329184" marR="0" lvl="0" indent="-329184" algn="l" defTabSz="1829379" rtl="0" eaLnBrk="1" fontAlgn="auto" latinLnBrk="0" hangingPunct="1">
              <a:lnSpc>
                <a:spcPct val="100000"/>
              </a:lnSpc>
              <a:spcBef>
                <a:spcPts val="0"/>
              </a:spcBef>
              <a:spcAft>
                <a:spcPts val="0"/>
              </a:spcAft>
              <a:buClrTx/>
              <a:buSzTx/>
              <a:buFont typeface="IBM Plex Sans Light"/>
              <a:buChar char="−"/>
              <a:tabLst/>
              <a:defRPr/>
            </a:pPr>
            <a:r>
              <a:rPr kumimoji="0" lang="en-US" sz="3600" b="0" i="0" u="none" strike="noStrike" kern="0" cap="none" spc="0" normalizeH="0" baseline="0" noProof="0" dirty="0">
                <a:ln>
                  <a:noFill/>
                </a:ln>
                <a:solidFill>
                  <a:srgbClr val="000000"/>
                </a:solidFill>
                <a:effectLst/>
                <a:uLnTx/>
                <a:uFillTx/>
                <a:latin typeface="IBM Plex Sans Light"/>
                <a:ea typeface="+mn-ea"/>
                <a:cs typeface="+mn-cs"/>
              </a:rPr>
              <a:t>Measure what matters </a:t>
            </a:r>
          </a:p>
          <a:p>
            <a:pPr marL="329184" marR="0" lvl="0" indent="-329184" algn="l" defTabSz="1829379" rtl="0" eaLnBrk="1" fontAlgn="auto" latinLnBrk="0" hangingPunct="1">
              <a:lnSpc>
                <a:spcPct val="100000"/>
              </a:lnSpc>
              <a:spcBef>
                <a:spcPts val="0"/>
              </a:spcBef>
              <a:spcAft>
                <a:spcPts val="0"/>
              </a:spcAft>
              <a:buClrTx/>
              <a:buSzTx/>
              <a:buFont typeface="IBM Plex Sans Light"/>
              <a:buChar char="−"/>
              <a:tabLst/>
              <a:defRPr/>
            </a:pPr>
            <a:r>
              <a:rPr kumimoji="0" lang="en-US" sz="3600" b="0" i="0" u="none" strike="noStrike" kern="0" cap="none" spc="0" normalizeH="0" baseline="0" noProof="0" dirty="0">
                <a:ln>
                  <a:noFill/>
                </a:ln>
                <a:solidFill>
                  <a:srgbClr val="000000"/>
                </a:solidFill>
                <a:effectLst/>
                <a:uLnTx/>
                <a:uFillTx/>
                <a:latin typeface="IBM Plex Sans Light"/>
                <a:ea typeface="+mn-ea"/>
                <a:cs typeface="+mn-cs"/>
              </a:rPr>
              <a:t>Make better decisions</a:t>
            </a:r>
          </a:p>
          <a:p>
            <a:pPr marL="329184" marR="0" lvl="0" indent="-329184" algn="l" defTabSz="1829379" rtl="0" eaLnBrk="1" fontAlgn="auto" latinLnBrk="0" hangingPunct="1">
              <a:lnSpc>
                <a:spcPct val="100000"/>
              </a:lnSpc>
              <a:spcBef>
                <a:spcPts val="0"/>
              </a:spcBef>
              <a:spcAft>
                <a:spcPts val="0"/>
              </a:spcAft>
              <a:buClrTx/>
              <a:buSzTx/>
              <a:buFont typeface="IBM Plex Sans Light"/>
              <a:buChar char="−"/>
              <a:tabLst/>
              <a:defRPr/>
            </a:pPr>
            <a:r>
              <a:rPr kumimoji="0" lang="en-US" sz="3600" b="0" i="0" u="none" strike="noStrike" kern="0" cap="none" spc="0" normalizeH="0" baseline="0" noProof="0" dirty="0">
                <a:ln>
                  <a:noFill/>
                </a:ln>
                <a:solidFill>
                  <a:srgbClr val="000000"/>
                </a:solidFill>
                <a:effectLst/>
                <a:uLnTx/>
                <a:uFillTx/>
                <a:latin typeface="IBM Plex Sans Light"/>
                <a:ea typeface="+mn-ea"/>
                <a:cs typeface="+mn-cs"/>
              </a:rPr>
              <a:t>Focus attention</a:t>
            </a:r>
          </a:p>
        </p:txBody>
      </p:sp>
      <p:sp>
        <p:nvSpPr>
          <p:cNvPr id="34" name="Text Placeholder 33">
            <a:extLst>
              <a:ext uri="{FF2B5EF4-FFF2-40B4-BE49-F238E27FC236}">
                <a16:creationId xmlns:a16="http://schemas.microsoft.com/office/drawing/2014/main" id="{EDF269D7-7705-8FD9-8A3F-4E102F2CF16E}"/>
              </a:ext>
            </a:extLst>
          </p:cNvPr>
          <p:cNvSpPr>
            <a:spLocks noGrp="1"/>
          </p:cNvSpPr>
          <p:nvPr>
            <p:ph type="body" sz="quarter" idx="13"/>
          </p:nvPr>
        </p:nvSpPr>
        <p:spPr/>
        <p:txBody>
          <a:bodyPr/>
          <a:lstStyle/>
          <a:p>
            <a:pPr marL="329184" marR="0" lvl="0" indent="-329184" algn="l" defTabSz="1829379" rtl="0" eaLnBrk="1" fontAlgn="auto" latinLnBrk="0" hangingPunct="1">
              <a:lnSpc>
                <a:spcPct val="100000"/>
              </a:lnSpc>
              <a:spcBef>
                <a:spcPts val="0"/>
              </a:spcBef>
              <a:spcAft>
                <a:spcPts val="0"/>
              </a:spcAft>
              <a:buClrTx/>
              <a:buSzTx/>
              <a:buFont typeface="IBM Plex Sans Light"/>
              <a:buChar char="−"/>
              <a:tabLst/>
              <a:defRPr/>
            </a:pPr>
            <a:r>
              <a:rPr kumimoji="0" lang="en-US" sz="3600" b="0" i="0" u="none" strike="noStrike" kern="0" cap="none" spc="0" normalizeH="0" baseline="0" noProof="0" dirty="0">
                <a:ln>
                  <a:noFill/>
                </a:ln>
                <a:solidFill>
                  <a:srgbClr val="000000"/>
                </a:solidFill>
                <a:effectLst/>
                <a:uLnTx/>
                <a:uFillTx/>
                <a:latin typeface="IBM Plex Sans Light"/>
                <a:ea typeface="+mn-ea"/>
                <a:cs typeface="+mn-cs"/>
              </a:rPr>
              <a:t>An operations manager</a:t>
            </a:r>
          </a:p>
          <a:p>
            <a:pPr marL="329184" marR="0" lvl="0" indent="-329184" algn="l" defTabSz="1829379" rtl="0" eaLnBrk="1" fontAlgn="auto" latinLnBrk="0" hangingPunct="1">
              <a:lnSpc>
                <a:spcPct val="100000"/>
              </a:lnSpc>
              <a:spcBef>
                <a:spcPts val="0"/>
              </a:spcBef>
              <a:spcAft>
                <a:spcPts val="0"/>
              </a:spcAft>
              <a:buClrTx/>
              <a:buSzTx/>
              <a:buFont typeface="IBM Plex Sans Light"/>
              <a:buChar char="−"/>
              <a:tabLst/>
              <a:defRPr/>
            </a:pPr>
            <a:r>
              <a:rPr kumimoji="0" lang="en-US" sz="3600" b="0" i="0" u="none" strike="noStrike" kern="0" cap="none" spc="0" normalizeH="0" baseline="0" noProof="0" dirty="0">
                <a:ln>
                  <a:noFill/>
                </a:ln>
                <a:solidFill>
                  <a:srgbClr val="000000"/>
                </a:solidFill>
                <a:effectLst/>
                <a:uLnTx/>
                <a:uFillTx/>
                <a:latin typeface="IBM Plex Sans Light"/>
                <a:ea typeface="+mn-ea"/>
                <a:cs typeface="+mn-cs"/>
              </a:rPr>
              <a:t>Simplify reporting</a:t>
            </a:r>
          </a:p>
          <a:p>
            <a:pPr marL="329184" marR="0" lvl="0" indent="-329184" algn="l" defTabSz="1829379" rtl="0" eaLnBrk="1" fontAlgn="auto" latinLnBrk="0" hangingPunct="1">
              <a:lnSpc>
                <a:spcPct val="100000"/>
              </a:lnSpc>
              <a:spcBef>
                <a:spcPts val="0"/>
              </a:spcBef>
              <a:spcAft>
                <a:spcPts val="0"/>
              </a:spcAft>
              <a:buClrTx/>
              <a:buSzTx/>
              <a:buFont typeface="IBM Plex Sans Light"/>
              <a:buChar char="−"/>
              <a:tabLst/>
              <a:defRPr/>
            </a:pPr>
            <a:r>
              <a:rPr kumimoji="0" lang="en-US" sz="3600" b="0" i="0" u="none" strike="noStrike" kern="0" cap="none" spc="0" normalizeH="0" baseline="0" noProof="0" dirty="0">
                <a:ln>
                  <a:noFill/>
                </a:ln>
                <a:solidFill>
                  <a:srgbClr val="000000"/>
                </a:solidFill>
                <a:effectLst/>
                <a:uLnTx/>
                <a:uFillTx/>
                <a:latin typeface="IBM Plex Sans Light"/>
                <a:ea typeface="+mn-ea"/>
                <a:cs typeface="+mn-cs"/>
              </a:rPr>
              <a:t>Use an effective operations strategy</a:t>
            </a:r>
          </a:p>
          <a:p>
            <a:pPr marL="329184" marR="0" lvl="0" indent="-329184" algn="l" defTabSz="1829379" rtl="0" eaLnBrk="1" fontAlgn="auto" latinLnBrk="0" hangingPunct="1">
              <a:lnSpc>
                <a:spcPct val="100000"/>
              </a:lnSpc>
              <a:spcBef>
                <a:spcPts val="0"/>
              </a:spcBef>
              <a:spcAft>
                <a:spcPts val="0"/>
              </a:spcAft>
              <a:buClrTx/>
              <a:buSzTx/>
              <a:buFont typeface="IBM Plex Sans Light"/>
              <a:buChar char="−"/>
              <a:tabLst/>
              <a:defRPr/>
            </a:pPr>
            <a:r>
              <a:rPr kumimoji="0" lang="en-US" sz="3600" b="0" i="0" u="none" strike="noStrike" kern="0" cap="none" spc="0" normalizeH="0" baseline="0" noProof="0" dirty="0">
                <a:ln>
                  <a:noFill/>
                </a:ln>
                <a:solidFill>
                  <a:srgbClr val="000000"/>
                </a:solidFill>
                <a:effectLst/>
                <a:uLnTx/>
                <a:uFillTx/>
                <a:latin typeface="IBM Plex Sans Light"/>
                <a:ea typeface="+mn-ea"/>
                <a:cs typeface="+mn-cs"/>
              </a:rPr>
              <a:t>Use automated alerts</a:t>
            </a:r>
          </a:p>
        </p:txBody>
      </p:sp>
      <p:sp>
        <p:nvSpPr>
          <p:cNvPr id="35" name="Text Placeholder 34">
            <a:extLst>
              <a:ext uri="{FF2B5EF4-FFF2-40B4-BE49-F238E27FC236}">
                <a16:creationId xmlns:a16="http://schemas.microsoft.com/office/drawing/2014/main" id="{FAAB219F-DD72-273E-8693-E4C2FB30E6AF}"/>
              </a:ext>
            </a:extLst>
          </p:cNvPr>
          <p:cNvSpPr>
            <a:spLocks noGrp="1"/>
          </p:cNvSpPr>
          <p:nvPr>
            <p:ph type="body" sz="quarter" idx="14"/>
          </p:nvPr>
        </p:nvSpPr>
        <p:spPr/>
        <p:txBody>
          <a:bodyPr/>
          <a:lstStyle/>
          <a:p>
            <a:pPr marL="329184" marR="0" lvl="0" indent="-329184" algn="l" defTabSz="1829379" rtl="0" eaLnBrk="1" fontAlgn="auto" latinLnBrk="0" hangingPunct="1">
              <a:lnSpc>
                <a:spcPct val="100000"/>
              </a:lnSpc>
              <a:spcBef>
                <a:spcPts val="0"/>
              </a:spcBef>
              <a:spcAft>
                <a:spcPts val="0"/>
              </a:spcAft>
              <a:buClrTx/>
              <a:buSzTx/>
              <a:buFont typeface="IBM Plex Sans Light"/>
              <a:buChar char="−"/>
              <a:tabLst/>
              <a:defRPr/>
            </a:pPr>
            <a:r>
              <a:rPr kumimoji="0" lang="en-US" sz="3600" b="0" i="0" u="none" strike="noStrike" kern="0" cap="none" spc="0" normalizeH="0" baseline="0" noProof="0" dirty="0">
                <a:ln>
                  <a:noFill/>
                </a:ln>
                <a:solidFill>
                  <a:srgbClr val="000000"/>
                </a:solidFill>
                <a:effectLst/>
                <a:uLnTx/>
                <a:uFillTx/>
                <a:latin typeface="IBM Plex Sans Light"/>
                <a:ea typeface="+mn-ea"/>
                <a:cs typeface="+mn-cs"/>
              </a:rPr>
              <a:t>A sourcing manager</a:t>
            </a:r>
          </a:p>
          <a:p>
            <a:pPr marL="329184" marR="0" lvl="0" indent="-329184" algn="l" defTabSz="1829379" rtl="0" eaLnBrk="1" fontAlgn="auto" latinLnBrk="0" hangingPunct="1">
              <a:lnSpc>
                <a:spcPct val="100000"/>
              </a:lnSpc>
              <a:spcBef>
                <a:spcPts val="0"/>
              </a:spcBef>
              <a:spcAft>
                <a:spcPts val="0"/>
              </a:spcAft>
              <a:buClrTx/>
              <a:buSzTx/>
              <a:buFont typeface="IBM Plex Sans Light"/>
              <a:buChar char="−"/>
              <a:tabLst/>
              <a:defRPr/>
            </a:pPr>
            <a:r>
              <a:rPr kumimoji="0" lang="en-US" sz="3600" b="0" i="0" u="none" strike="noStrike" kern="0" cap="none" spc="0" normalizeH="0" baseline="0" noProof="0" dirty="0">
                <a:ln>
                  <a:noFill/>
                </a:ln>
                <a:solidFill>
                  <a:srgbClr val="000000"/>
                </a:solidFill>
                <a:effectLst/>
                <a:uLnTx/>
                <a:uFillTx/>
                <a:latin typeface="IBM Plex Sans Light"/>
                <a:ea typeface="+mn-ea"/>
                <a:cs typeface="+mn-cs"/>
              </a:rPr>
              <a:t>Recommend effective sourcing</a:t>
            </a:r>
          </a:p>
          <a:p>
            <a:pPr marL="329184" marR="0" lvl="0" indent="-329184" algn="l" defTabSz="1829379" rtl="0" eaLnBrk="1" fontAlgn="auto" latinLnBrk="0" hangingPunct="1">
              <a:lnSpc>
                <a:spcPct val="100000"/>
              </a:lnSpc>
              <a:spcBef>
                <a:spcPts val="0"/>
              </a:spcBef>
              <a:spcAft>
                <a:spcPts val="0"/>
              </a:spcAft>
              <a:buClrTx/>
              <a:buSzTx/>
              <a:buFont typeface="IBM Plex Sans Light"/>
              <a:buChar char="−"/>
              <a:tabLst/>
              <a:defRPr/>
            </a:pPr>
            <a:r>
              <a:rPr kumimoji="0" lang="en-US" sz="3600" b="0" i="0" u="none" strike="noStrike" kern="0" cap="none" spc="0" normalizeH="0" baseline="0" noProof="0" dirty="0">
                <a:ln>
                  <a:noFill/>
                </a:ln>
                <a:solidFill>
                  <a:srgbClr val="000000"/>
                </a:solidFill>
                <a:effectLst/>
                <a:uLnTx/>
                <a:uFillTx/>
                <a:latin typeface="IBM Plex Sans Light"/>
                <a:ea typeface="+mn-ea"/>
                <a:cs typeface="+mn-cs"/>
              </a:rPr>
              <a:t>Gather real-time insights</a:t>
            </a:r>
          </a:p>
          <a:p>
            <a:pPr marL="329184" marR="0" lvl="0" indent="-329184" algn="l" defTabSz="1829379" rtl="0" eaLnBrk="1" fontAlgn="auto" latinLnBrk="0" hangingPunct="1">
              <a:lnSpc>
                <a:spcPct val="100000"/>
              </a:lnSpc>
              <a:spcBef>
                <a:spcPts val="0"/>
              </a:spcBef>
              <a:spcAft>
                <a:spcPts val="0"/>
              </a:spcAft>
              <a:buClrTx/>
              <a:buSzTx/>
              <a:buFont typeface="IBM Plex Sans Light"/>
              <a:buChar char="−"/>
              <a:tabLst/>
              <a:defRPr/>
            </a:pPr>
            <a:r>
              <a:rPr kumimoji="0" lang="en-US" sz="3600" b="0" i="0" u="none" strike="noStrike" kern="0" cap="none" spc="0" normalizeH="0" baseline="0" noProof="0" dirty="0">
                <a:ln>
                  <a:noFill/>
                </a:ln>
                <a:solidFill>
                  <a:srgbClr val="000000"/>
                </a:solidFill>
                <a:effectLst/>
                <a:uLnTx/>
                <a:uFillTx/>
                <a:latin typeface="IBM Plex Sans Light"/>
                <a:ea typeface="+mn-ea"/>
                <a:cs typeface="+mn-cs"/>
              </a:rPr>
              <a:t>Increase transparency</a:t>
            </a:r>
          </a:p>
          <a:p>
            <a:pPr marL="329184" marR="0" lvl="0" indent="-329184" algn="l" defTabSz="1829379" rtl="0" eaLnBrk="1" fontAlgn="auto" latinLnBrk="0" hangingPunct="1">
              <a:lnSpc>
                <a:spcPct val="100000"/>
              </a:lnSpc>
              <a:spcBef>
                <a:spcPts val="0"/>
              </a:spcBef>
              <a:spcAft>
                <a:spcPts val="0"/>
              </a:spcAft>
              <a:buClrTx/>
              <a:buSzTx/>
              <a:buFont typeface="IBM Plex Sans Light"/>
              <a:buChar char="−"/>
              <a:tabLst/>
              <a:defRPr/>
            </a:pPr>
            <a:r>
              <a:rPr kumimoji="0" lang="en-US" sz="3600" b="0" i="0" u="none" strike="noStrike" kern="0" cap="none" spc="0" normalizeH="0" baseline="0" noProof="0" dirty="0">
                <a:ln>
                  <a:noFill/>
                </a:ln>
                <a:solidFill>
                  <a:srgbClr val="000000"/>
                </a:solidFill>
                <a:effectLst/>
                <a:uLnTx/>
                <a:uFillTx/>
                <a:latin typeface="IBM Plex Sans Light"/>
                <a:ea typeface="+mn-ea"/>
                <a:cs typeface="+mn-cs"/>
              </a:rPr>
              <a:t>All other copy goes into speaker notes</a:t>
            </a:r>
          </a:p>
        </p:txBody>
      </p:sp>
      <p:sp>
        <p:nvSpPr>
          <p:cNvPr id="12" name="Footer Placeholder 11">
            <a:extLst>
              <a:ext uri="{FF2B5EF4-FFF2-40B4-BE49-F238E27FC236}">
                <a16:creationId xmlns:a16="http://schemas.microsoft.com/office/drawing/2014/main" id="{A571778A-4798-6432-BA66-F0B07754FF5E}"/>
              </a:ext>
            </a:extLst>
          </p:cNvPr>
          <p:cNvSpPr>
            <a:spLocks noGrp="1"/>
          </p:cNvSpPr>
          <p:nvPr>
            <p:ph type="ftr" sz="quarter" idx="18"/>
          </p:nvPr>
        </p:nvSpPr>
        <p:spPr>
          <a:xfrm>
            <a:off x="581024" y="12823285"/>
            <a:ext cx="4956176" cy="381000"/>
          </a:xfrm>
        </p:spPr>
        <p:txBody>
          <a:bodyPr/>
          <a:lstStyle/>
          <a:p>
            <a:r>
              <a:rPr lang="en-US" dirty="0"/>
              <a:t>Footer</a:t>
            </a:r>
          </a:p>
        </p:txBody>
      </p:sp>
      <p:sp>
        <p:nvSpPr>
          <p:cNvPr id="13" name="Slide Number Placeholder 12">
            <a:extLst>
              <a:ext uri="{FF2B5EF4-FFF2-40B4-BE49-F238E27FC236}">
                <a16:creationId xmlns:a16="http://schemas.microsoft.com/office/drawing/2014/main" id="{DCABDE07-F9A8-EB1F-32CE-5D1DB82D8CC1}"/>
              </a:ext>
            </a:extLst>
          </p:cNvPr>
          <p:cNvSpPr>
            <a:spLocks noGrp="1"/>
          </p:cNvSpPr>
          <p:nvPr>
            <p:ph type="sldNum" sz="quarter" idx="4"/>
          </p:nvPr>
        </p:nvSpPr>
        <p:spPr>
          <a:xfrm>
            <a:off x="23541592" y="12951538"/>
            <a:ext cx="270908" cy="246221"/>
          </a:xfrm>
        </p:spPr>
        <p:txBody>
          <a:bodyPr/>
          <a:lstStyle/>
          <a:p>
            <a:fld id="{86CB4B4D-7CA3-9044-876B-883B54F8677D}" type="slidenum">
              <a:rPr lang="en-US" smtClean="0"/>
              <a:pPr/>
              <a:t>37</a:t>
            </a:fld>
            <a:endParaRPr lang="en-US" dirty="0"/>
          </a:p>
        </p:txBody>
      </p:sp>
      <p:pic>
        <p:nvPicPr>
          <p:cNvPr id="5" name="Picture 4" descr="Illustration showing a laptop computer displaying charts">
            <a:extLst>
              <a:ext uri="{FF2B5EF4-FFF2-40B4-BE49-F238E27FC236}">
                <a16:creationId xmlns:a16="http://schemas.microsoft.com/office/drawing/2014/main" id="{BCA5A2D0-1069-7BEA-DB23-5B55394E770A}"/>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488041" y="7969532"/>
            <a:ext cx="5078413" cy="3650967"/>
          </a:xfrm>
          <a:prstGeom prst="rect">
            <a:avLst/>
          </a:prstGeom>
        </p:spPr>
      </p:pic>
      <p:sp>
        <p:nvSpPr>
          <p:cNvPr id="6" name="Text Placeholder 12">
            <a:extLst>
              <a:ext uri="{FF2B5EF4-FFF2-40B4-BE49-F238E27FC236}">
                <a16:creationId xmlns:a16="http://schemas.microsoft.com/office/drawing/2014/main" id="{307C9BDE-8641-5829-FE29-EAA54A5586F9}"/>
              </a:ext>
            </a:extLst>
          </p:cNvPr>
          <p:cNvSpPr txBox="1">
            <a:spLocks/>
          </p:cNvSpPr>
          <p:nvPr/>
        </p:nvSpPr>
        <p:spPr>
          <a:xfrm>
            <a:off x="581024" y="12003897"/>
            <a:ext cx="4956175" cy="2286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lvl1pPr marL="0" marR="0" indent="0" algn="l" defTabSz="2438400" rtl="0" latinLnBrk="0">
              <a:lnSpc>
                <a:spcPct val="110000"/>
              </a:lnSpc>
              <a:spcBef>
                <a:spcPts val="0"/>
              </a:spcBef>
              <a:spcAft>
                <a:spcPts val="0"/>
              </a:spcAft>
              <a:buClrTx/>
              <a:buSzTx/>
              <a:buFontTx/>
              <a:buNone/>
              <a:tabLst/>
              <a:defRPr sz="2800" b="0" i="0" u="none" strike="noStrike" cap="none" spc="0" baseline="0">
                <a:solidFill>
                  <a:schemeClr val="tx1"/>
                </a:solidFill>
                <a:uFillTx/>
                <a:latin typeface="+mj-lt"/>
                <a:ea typeface="+mj-ea"/>
                <a:cs typeface="+mj-cs"/>
                <a:sym typeface="IBM Plex Sans Light"/>
              </a:defRPr>
            </a:lvl1pPr>
            <a:lvl2pPr marL="444465" marR="0" indent="-446749" algn="l" defTabSz="2438400" rtl="0" latinLnBrk="0">
              <a:lnSpc>
                <a:spcPct val="110000"/>
              </a:lnSpc>
              <a:spcBef>
                <a:spcPts val="0"/>
              </a:spcBef>
              <a:spcAft>
                <a:spcPts val="0"/>
              </a:spcAft>
              <a:buClrTx/>
              <a:buSzPct val="100000"/>
              <a:buFontTx/>
              <a:buChar char="–"/>
              <a:tabLst/>
              <a:defRPr sz="2800" b="0" i="0" u="none" strike="noStrike" cap="none" spc="0" baseline="0">
                <a:solidFill>
                  <a:schemeClr val="tx1"/>
                </a:solidFill>
                <a:uFillTx/>
                <a:latin typeface="+mj-lt"/>
                <a:ea typeface="+mj-ea"/>
                <a:cs typeface="+mj-cs"/>
                <a:sym typeface="IBM Plex Sans Light"/>
              </a:defRPr>
            </a:lvl2pPr>
            <a:lvl3pPr marL="615918" marR="0" indent="-446749" algn="l" defTabSz="2438400" rtl="0" latinLnBrk="0">
              <a:lnSpc>
                <a:spcPct val="110000"/>
              </a:lnSpc>
              <a:spcBef>
                <a:spcPts val="0"/>
              </a:spcBef>
              <a:spcAft>
                <a:spcPts val="0"/>
              </a:spcAft>
              <a:buClrTx/>
              <a:buSzPct val="100000"/>
              <a:buFontTx/>
              <a:buChar char="•"/>
              <a:tabLst/>
              <a:defRPr sz="2800" b="0" i="0" u="none" strike="noStrike" cap="none" spc="0" baseline="0">
                <a:solidFill>
                  <a:schemeClr val="tx1"/>
                </a:solidFill>
                <a:uFillTx/>
                <a:latin typeface="+mj-lt"/>
                <a:ea typeface="+mj-ea"/>
                <a:cs typeface="+mj-cs"/>
                <a:sym typeface="IBM Plex Sans Light"/>
              </a:defRPr>
            </a:lvl3pPr>
            <a:lvl4pPr marL="901671" marR="0" indent="-446749" algn="l" defTabSz="2438400" rtl="0" latinLnBrk="0">
              <a:lnSpc>
                <a:spcPct val="110000"/>
              </a:lnSpc>
              <a:spcBef>
                <a:spcPts val="0"/>
              </a:spcBef>
              <a:spcAft>
                <a:spcPts val="0"/>
              </a:spcAft>
              <a:buClrTx/>
              <a:buSzPct val="100000"/>
              <a:buFontTx/>
              <a:buChar char="–"/>
              <a:tabLst/>
              <a:defRPr sz="2800" b="0" i="0" u="none" strike="noStrike" cap="none" spc="0" baseline="0">
                <a:solidFill>
                  <a:schemeClr val="tx1"/>
                </a:solidFill>
                <a:uFillTx/>
                <a:latin typeface="+mj-lt"/>
                <a:ea typeface="+mj-ea"/>
                <a:cs typeface="+mj-cs"/>
                <a:sym typeface="IBM Plex Sans Light"/>
              </a:defRPr>
            </a:lvl4pPr>
            <a:lvl5pPr marL="1076298" marR="0" indent="-446749" algn="l" defTabSz="2438400" rtl="0" latinLnBrk="0">
              <a:lnSpc>
                <a:spcPct val="110000"/>
              </a:lnSpc>
              <a:spcBef>
                <a:spcPts val="0"/>
              </a:spcBef>
              <a:spcAft>
                <a:spcPts val="0"/>
              </a:spcAft>
              <a:buClrTx/>
              <a:buSzPct val="100000"/>
              <a:buFontTx/>
              <a:buChar char="»"/>
              <a:tabLst/>
              <a:defRPr sz="2800" b="0" i="0" u="none" strike="noStrike" cap="none" spc="0" baseline="0">
                <a:solidFill>
                  <a:schemeClr val="tx1"/>
                </a:solidFill>
                <a:uFillTx/>
                <a:latin typeface="+mj-lt"/>
                <a:ea typeface="+mj-ea"/>
                <a:cs typeface="+mj-cs"/>
                <a:sym typeface="IBM Plex Sans Light"/>
              </a:defRPr>
            </a:lvl5pPr>
            <a:lvl6pPr marL="1843060"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r>
              <a:rPr lang="en-US" sz="1600" kern="0" dirty="0">
                <a:latin typeface="IBM Plex Sans" panose="020B0503050203000203" pitchFamily="34" charset="0"/>
              </a:rPr>
              <a:t>Name of product here</a:t>
            </a:r>
          </a:p>
        </p:txBody>
      </p:sp>
      <p:sp>
        <p:nvSpPr>
          <p:cNvPr id="7" name="TextBox 6">
            <a:extLst>
              <a:ext uri="{FF2B5EF4-FFF2-40B4-BE49-F238E27FC236}">
                <a16:creationId xmlns:a16="http://schemas.microsoft.com/office/drawing/2014/main" id="{F8BB93A2-F03C-98E9-7235-5050895A4BE3}"/>
              </a:ext>
            </a:extLst>
          </p:cNvPr>
          <p:cNvSpPr txBox="1"/>
          <p:nvPr/>
        </p:nvSpPr>
        <p:spPr>
          <a:xfrm>
            <a:off x="12148457" y="7968343"/>
            <a:ext cx="0" cy="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rtlCol="0">
            <a:noAutofit/>
          </a:bodyPr>
          <a:lstStyle/>
          <a:p>
            <a:pPr marL="444465" indent="-446749" algn="l" defTabSz="2438400">
              <a:spcBef>
                <a:spcPts val="2900"/>
              </a:spcBef>
              <a:buSzPct val="100000"/>
              <a:buFontTx/>
              <a:buChar char="–"/>
            </a:pPr>
            <a:endParaRPr lang="en-US" kern="0" dirty="0">
              <a:solidFill>
                <a:srgbClr val="000000"/>
              </a:solidFill>
              <a:ea typeface="+mj-ea"/>
              <a:cs typeface="+mj-cs"/>
              <a:sym typeface="IBM Plex Sans Light"/>
            </a:endParaRPr>
          </a:p>
        </p:txBody>
      </p:sp>
    </p:spTree>
    <p:extLst>
      <p:ext uri="{BB962C8B-B14F-4D97-AF65-F5344CB8AC3E}">
        <p14:creationId xmlns:p14="http://schemas.microsoft.com/office/powerpoint/2010/main" val="2398625716"/>
      </p:ext>
    </p:extLst>
  </p:cSld>
  <p:clrMapOvr>
    <a:masterClrMapping/>
  </p:clrMapOvr>
  <p:transition spd="me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7876DB9-AFB9-228C-497E-46F1A6666448}"/>
              </a:ext>
            </a:extLst>
          </p:cNvPr>
          <p:cNvSpPr>
            <a:spLocks noGrp="1"/>
          </p:cNvSpPr>
          <p:nvPr>
            <p:ph type="title"/>
          </p:nvPr>
        </p:nvSpPr>
        <p:spPr/>
        <p:txBody>
          <a:bodyPr/>
          <a:lstStyle/>
          <a:p>
            <a:r>
              <a:rPr lang="en-US" sz="3600" dirty="0"/>
              <a:t>Evaluating the landscape</a:t>
            </a:r>
          </a:p>
        </p:txBody>
      </p:sp>
      <p:sp>
        <p:nvSpPr>
          <p:cNvPr id="9" name="Footer Placeholder 8">
            <a:extLst>
              <a:ext uri="{FF2B5EF4-FFF2-40B4-BE49-F238E27FC236}">
                <a16:creationId xmlns:a16="http://schemas.microsoft.com/office/drawing/2014/main" id="{21D93231-C096-F4F2-1A13-919C4BD66D7A}"/>
              </a:ext>
            </a:extLst>
          </p:cNvPr>
          <p:cNvSpPr>
            <a:spLocks noGrp="1"/>
          </p:cNvSpPr>
          <p:nvPr>
            <p:ph type="ftr" sz="quarter" idx="18"/>
          </p:nvPr>
        </p:nvSpPr>
        <p:spPr/>
        <p:txBody>
          <a:bodyPr/>
          <a:lstStyle/>
          <a:p>
            <a:r>
              <a:rPr lang="en-US" dirty="0"/>
              <a:t>Footer</a:t>
            </a:r>
          </a:p>
        </p:txBody>
      </p:sp>
      <p:sp>
        <p:nvSpPr>
          <p:cNvPr id="8" name="Text Placeholder 7">
            <a:extLst>
              <a:ext uri="{FF2B5EF4-FFF2-40B4-BE49-F238E27FC236}">
                <a16:creationId xmlns:a16="http://schemas.microsoft.com/office/drawing/2014/main" id="{B45F8729-FBE1-9D80-27F5-FF497C474C75}"/>
              </a:ext>
            </a:extLst>
          </p:cNvPr>
          <p:cNvSpPr>
            <a:spLocks noGrp="1"/>
          </p:cNvSpPr>
          <p:nvPr>
            <p:ph type="body" sz="quarter" idx="11"/>
          </p:nvPr>
        </p:nvSpPr>
        <p:spPr/>
        <p:txBody>
          <a:bodyPr/>
          <a:lstStyle/>
          <a:p>
            <a:r>
              <a:rPr lang="en-US" dirty="0">
                <a:latin typeface="+mn-lt"/>
              </a:rPr>
              <a:t>We evaluated the use of 3D workflows by others in related and different industries. The purpose of this evaluation was to prove that the visuals created in a virtual scenario could live up to the high standard of modern Kichler photography and to learn more about the process and workflow these companies chose. </a:t>
            </a:r>
          </a:p>
        </p:txBody>
      </p:sp>
      <p:sp>
        <p:nvSpPr>
          <p:cNvPr id="4" name="Text Placeholder 3">
            <a:extLst>
              <a:ext uri="{FF2B5EF4-FFF2-40B4-BE49-F238E27FC236}">
                <a16:creationId xmlns:a16="http://schemas.microsoft.com/office/drawing/2014/main" id="{7B42CBC3-64A4-DC11-227C-536B47E2D26D}"/>
              </a:ext>
            </a:extLst>
          </p:cNvPr>
          <p:cNvSpPr>
            <a:spLocks noGrp="1"/>
          </p:cNvSpPr>
          <p:nvPr>
            <p:ph type="body" sz="quarter" idx="12"/>
          </p:nvPr>
        </p:nvSpPr>
        <p:spPr/>
        <p:txBody>
          <a:bodyPr/>
          <a:lstStyle/>
          <a:p>
            <a:r>
              <a:rPr lang="en-US" sz="2400" dirty="0">
                <a:latin typeface="+mn-lt"/>
              </a:rPr>
              <a:t>IKEA began migrating to a 3D workflow in 2004. By 2014, approximately 75% of their images were created in 3D.</a:t>
            </a:r>
          </a:p>
        </p:txBody>
      </p:sp>
      <p:sp>
        <p:nvSpPr>
          <p:cNvPr id="5" name="Text Placeholder 4">
            <a:extLst>
              <a:ext uri="{FF2B5EF4-FFF2-40B4-BE49-F238E27FC236}">
                <a16:creationId xmlns:a16="http://schemas.microsoft.com/office/drawing/2014/main" id="{BE17FC69-C619-9FD1-5913-39552759630E}"/>
              </a:ext>
            </a:extLst>
          </p:cNvPr>
          <p:cNvSpPr>
            <a:spLocks noGrp="1"/>
          </p:cNvSpPr>
          <p:nvPr>
            <p:ph type="body" sz="quarter" idx="13"/>
          </p:nvPr>
        </p:nvSpPr>
        <p:spPr/>
        <p:txBody>
          <a:bodyPr/>
          <a:lstStyle/>
          <a:p>
            <a:r>
              <a:rPr lang="en-US" sz="2400" dirty="0">
                <a:latin typeface="+mn-lt"/>
              </a:rPr>
              <a:t>Steelcase creates virtual office spaces to visualize spaces for customers and makes their 3D assets available to anyone. </a:t>
            </a:r>
          </a:p>
        </p:txBody>
      </p:sp>
      <p:sp>
        <p:nvSpPr>
          <p:cNvPr id="2" name="Text Placeholder 1">
            <a:extLst>
              <a:ext uri="{FF2B5EF4-FFF2-40B4-BE49-F238E27FC236}">
                <a16:creationId xmlns:a16="http://schemas.microsoft.com/office/drawing/2014/main" id="{D968C37E-86A1-7150-9BD4-0C7B7E4E1BA1}"/>
              </a:ext>
            </a:extLst>
          </p:cNvPr>
          <p:cNvSpPr>
            <a:spLocks noGrp="1"/>
          </p:cNvSpPr>
          <p:nvPr>
            <p:ph type="body" sz="quarter" idx="14"/>
          </p:nvPr>
        </p:nvSpPr>
        <p:spPr/>
        <p:txBody>
          <a:bodyPr/>
          <a:lstStyle/>
          <a:p>
            <a:r>
              <a:rPr lang="en-US" sz="2400" dirty="0">
                <a:latin typeface="+mn-lt"/>
              </a:rPr>
              <a:t>Automobile manufacturers were some of the earliest adopters of 3D in advertising, online showrooms, and configurators.</a:t>
            </a:r>
          </a:p>
        </p:txBody>
      </p:sp>
      <p:pic>
        <p:nvPicPr>
          <p:cNvPr id="11" name="Picture 9" descr="IKEA logo in blue and yellow">
            <a:extLst>
              <a:ext uri="{FF2B5EF4-FFF2-40B4-BE49-F238E27FC236}">
                <a16:creationId xmlns:a16="http://schemas.microsoft.com/office/drawing/2014/main" id="{F3FE6480-D960-FD7E-74D2-D76E0E3F96AA}"/>
              </a:ext>
            </a:extLst>
          </p:cNvPr>
          <p:cNvPicPr>
            <a:picLocks noChangeAspect="1" noChangeArrowheads="1"/>
          </p:cNvPicPr>
          <p:nvPr/>
        </p:nvPicPr>
        <p:blipFill rotWithShape="1">
          <a:blip r:embed="rId3" cstate="screen">
            <a:extLst>
              <a:ext uri="{28A0092B-C50C-407E-A947-70E740481C1C}">
                <a14:useLocalDpi xmlns:a14="http://schemas.microsoft.com/office/drawing/2010/main"/>
              </a:ext>
            </a:extLst>
          </a:blip>
          <a:srcRect/>
          <a:stretch/>
        </p:blipFill>
        <p:spPr bwMode="auto">
          <a:xfrm>
            <a:off x="6667500" y="6177181"/>
            <a:ext cx="1450621" cy="571605"/>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descr="Place imagery here">
            <a:extLst>
              <a:ext uri="{FF2B5EF4-FFF2-40B4-BE49-F238E27FC236}">
                <a16:creationId xmlns:a16="http://schemas.microsoft.com/office/drawing/2014/main" id="{CBFAEF26-3571-F70D-43B8-0A0548DD0B9E}"/>
              </a:ext>
            </a:extLst>
          </p:cNvPr>
          <p:cNvSpPr/>
          <p:nvPr/>
        </p:nvSpPr>
        <p:spPr bwMode="auto">
          <a:xfrm>
            <a:off x="6667500" y="7242492"/>
            <a:ext cx="4951413" cy="4951413"/>
          </a:xfrm>
          <a:prstGeom prst="rect">
            <a:avLst/>
          </a:prstGeom>
          <a:solidFill>
            <a:srgbClr val="C6C6C6"/>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a:buNone/>
              <a:tabLst/>
            </a:pPr>
            <a:endParaRPr kumimoji="0" lang="en-US" sz="1400" b="0" i="0" u="none" strike="noStrike" cap="none" normalizeH="0" baseline="0" dirty="0">
              <a:solidFill>
                <a:schemeClr val="bg1"/>
              </a:solidFill>
              <a:effectLst/>
              <a:latin typeface="+mn-lt"/>
            </a:endParaRPr>
          </a:p>
        </p:txBody>
      </p:sp>
      <p:pic>
        <p:nvPicPr>
          <p:cNvPr id="13" name="Graphic 12" descr="Steelcase logo in dark gray">
            <a:extLst>
              <a:ext uri="{FF2B5EF4-FFF2-40B4-BE49-F238E27FC236}">
                <a16:creationId xmlns:a16="http://schemas.microsoft.com/office/drawing/2014/main" id="{B0713644-FE2C-1762-F413-3AEA2DED3868}"/>
              </a:ext>
            </a:extLst>
          </p:cNvPr>
          <p:cNvPicPr>
            <a:picLocks noChangeAspect="1"/>
          </p:cNvPicPr>
          <p:nvPr/>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2761912" y="6218813"/>
            <a:ext cx="2221397" cy="417556"/>
          </a:xfrm>
          <a:prstGeom prst="rect">
            <a:avLst/>
          </a:prstGeom>
        </p:spPr>
      </p:pic>
      <p:sp>
        <p:nvSpPr>
          <p:cNvPr id="15" name="Rectangle 14" descr="Place imagery here">
            <a:extLst>
              <a:ext uri="{FF2B5EF4-FFF2-40B4-BE49-F238E27FC236}">
                <a16:creationId xmlns:a16="http://schemas.microsoft.com/office/drawing/2014/main" id="{5DB5F5D3-1D3D-EF8A-DB19-69B7E5286EF1}"/>
              </a:ext>
            </a:extLst>
          </p:cNvPr>
          <p:cNvSpPr/>
          <p:nvPr/>
        </p:nvSpPr>
        <p:spPr bwMode="auto">
          <a:xfrm>
            <a:off x="12770589" y="7242492"/>
            <a:ext cx="4951413" cy="4951413"/>
          </a:xfrm>
          <a:prstGeom prst="rect">
            <a:avLst/>
          </a:prstGeom>
          <a:solidFill>
            <a:srgbClr val="C6C6C6"/>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a:buNone/>
              <a:tabLst/>
            </a:pPr>
            <a:endParaRPr kumimoji="0" lang="en-US" sz="1400" b="0" i="0" u="none" strike="noStrike" cap="none" normalizeH="0" baseline="0" dirty="0">
              <a:solidFill>
                <a:schemeClr val="bg1"/>
              </a:solidFill>
              <a:effectLst/>
              <a:latin typeface="+mn-lt"/>
            </a:endParaRPr>
          </a:p>
        </p:txBody>
      </p:sp>
      <p:pic>
        <p:nvPicPr>
          <p:cNvPr id="16" name="Graphic 15" descr="Lexus logo in black">
            <a:extLst>
              <a:ext uri="{FF2B5EF4-FFF2-40B4-BE49-F238E27FC236}">
                <a16:creationId xmlns:a16="http://schemas.microsoft.com/office/drawing/2014/main" id="{40C73FD1-B5EF-46CD-2182-84ADFBD83708}"/>
              </a:ext>
            </a:extLst>
          </p:cNvPr>
          <p:cNvPicPr>
            <a:picLocks noChangeAspect="1"/>
          </p:cNvPicPr>
          <p:nvPr/>
        </p:nvPicPr>
        <p:blipFill rotWithShape="1">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rcRect t="39845" b="40526"/>
          <a:stretch/>
        </p:blipFill>
        <p:spPr>
          <a:xfrm>
            <a:off x="18859499" y="6209029"/>
            <a:ext cx="2863100" cy="561977"/>
          </a:xfrm>
          <a:prstGeom prst="rect">
            <a:avLst/>
          </a:prstGeom>
        </p:spPr>
      </p:pic>
      <p:sp>
        <p:nvSpPr>
          <p:cNvPr id="17" name="Rectangle 16" descr="Place imagery here">
            <a:extLst>
              <a:ext uri="{FF2B5EF4-FFF2-40B4-BE49-F238E27FC236}">
                <a16:creationId xmlns:a16="http://schemas.microsoft.com/office/drawing/2014/main" id="{A33F0446-E730-CA56-8141-F50C552BD07E}"/>
              </a:ext>
            </a:extLst>
          </p:cNvPr>
          <p:cNvSpPr/>
          <p:nvPr/>
        </p:nvSpPr>
        <p:spPr bwMode="auto">
          <a:xfrm>
            <a:off x="18852412" y="7242492"/>
            <a:ext cx="4951413" cy="4951413"/>
          </a:xfrm>
          <a:prstGeom prst="rect">
            <a:avLst/>
          </a:prstGeom>
          <a:solidFill>
            <a:srgbClr val="C6C6C6"/>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a:buNone/>
              <a:tabLst/>
            </a:pPr>
            <a:endParaRPr kumimoji="0" lang="en-US" sz="1400" b="0" i="0" u="none" strike="noStrike" cap="none" normalizeH="0" baseline="0" dirty="0">
              <a:solidFill>
                <a:schemeClr val="bg1"/>
              </a:solidFill>
              <a:effectLst/>
              <a:latin typeface="+mn-lt"/>
            </a:endParaRPr>
          </a:p>
        </p:txBody>
      </p:sp>
      <p:sp>
        <p:nvSpPr>
          <p:cNvPr id="21" name="Slide Number Placeholder 20">
            <a:extLst>
              <a:ext uri="{FF2B5EF4-FFF2-40B4-BE49-F238E27FC236}">
                <a16:creationId xmlns:a16="http://schemas.microsoft.com/office/drawing/2014/main" id="{A71FB49E-6452-CF07-3F7B-D9D2AF5A3D24}"/>
              </a:ext>
            </a:extLst>
          </p:cNvPr>
          <p:cNvSpPr>
            <a:spLocks noGrp="1"/>
          </p:cNvSpPr>
          <p:nvPr>
            <p:ph type="sldNum" sz="quarter" idx="4"/>
          </p:nvPr>
        </p:nvSpPr>
        <p:spPr/>
        <p:txBody>
          <a:bodyPr/>
          <a:lstStyle/>
          <a:p>
            <a:fld id="{86CB4B4D-7CA3-9044-876B-883B54F8677D}" type="slidenum">
              <a:rPr lang="en-US" smtClean="0"/>
              <a:pPr/>
              <a:t>38</a:t>
            </a:fld>
            <a:endParaRPr lang="en-US" dirty="0"/>
          </a:p>
        </p:txBody>
      </p:sp>
    </p:spTree>
    <p:extLst>
      <p:ext uri="{BB962C8B-B14F-4D97-AF65-F5344CB8AC3E}">
        <p14:creationId xmlns:p14="http://schemas.microsoft.com/office/powerpoint/2010/main" val="2049691986"/>
      </p:ext>
    </p:extLst>
  </p:cSld>
  <p:clrMapOvr>
    <a:masterClrMapping/>
  </p:clrMapOvr>
  <p:transition spd="me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C4870F-2BCD-D032-E9C3-B54F5E7578F6}"/>
              </a:ext>
            </a:extLst>
          </p:cNvPr>
          <p:cNvSpPr>
            <a:spLocks noGrp="1"/>
          </p:cNvSpPr>
          <p:nvPr>
            <p:ph type="title"/>
          </p:nvPr>
        </p:nvSpPr>
        <p:spPr>
          <a:xfrm>
            <a:off x="576072" y="576072"/>
            <a:ext cx="4949825" cy="2852928"/>
          </a:xfrm>
        </p:spPr>
        <p:txBody>
          <a:bodyPr/>
          <a:lstStyle/>
          <a:p>
            <a:r>
              <a:rPr lang="en-US" sz="3600" dirty="0">
                <a:solidFill>
                  <a:srgbClr val="000000"/>
                </a:solidFill>
                <a:effectLst/>
              </a:rPr>
              <a:t>Addressing the public cloud challenge for financial services</a:t>
            </a:r>
          </a:p>
        </p:txBody>
      </p:sp>
      <p:sp>
        <p:nvSpPr>
          <p:cNvPr id="5" name="Rectangle 4" descr="Place imagery here">
            <a:extLst>
              <a:ext uri="{FF2B5EF4-FFF2-40B4-BE49-F238E27FC236}">
                <a16:creationId xmlns:a16="http://schemas.microsoft.com/office/drawing/2014/main" id="{8C9C9818-D9CB-94D5-91C3-AC776C4DD660}"/>
              </a:ext>
            </a:extLst>
          </p:cNvPr>
          <p:cNvSpPr/>
          <p:nvPr/>
        </p:nvSpPr>
        <p:spPr bwMode="auto">
          <a:xfrm>
            <a:off x="6685141" y="574984"/>
            <a:ext cx="4951413" cy="4378015"/>
          </a:xfrm>
          <a:prstGeom prst="rect">
            <a:avLst/>
          </a:prstGeom>
          <a:solidFill>
            <a:srgbClr val="C6C6C6"/>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a:buNone/>
              <a:tabLst/>
            </a:pPr>
            <a:endParaRPr kumimoji="0" lang="en-US" sz="1400" b="0" i="0" u="none" strike="noStrike" cap="none" normalizeH="0" baseline="0" dirty="0">
              <a:solidFill>
                <a:schemeClr val="bg1"/>
              </a:solidFill>
              <a:effectLst/>
              <a:latin typeface="+mn-lt"/>
            </a:endParaRPr>
          </a:p>
        </p:txBody>
      </p:sp>
      <p:sp>
        <p:nvSpPr>
          <p:cNvPr id="23" name="Text Placeholder 12">
            <a:extLst>
              <a:ext uri="{FF2B5EF4-FFF2-40B4-BE49-F238E27FC236}">
                <a16:creationId xmlns:a16="http://schemas.microsoft.com/office/drawing/2014/main" id="{00CD8670-CEE9-49DC-5D92-751980792FFD}"/>
              </a:ext>
            </a:extLst>
          </p:cNvPr>
          <p:cNvSpPr txBox="1">
            <a:spLocks/>
          </p:cNvSpPr>
          <p:nvPr/>
        </p:nvSpPr>
        <p:spPr>
          <a:xfrm>
            <a:off x="6667500" y="5141913"/>
            <a:ext cx="4956175" cy="152558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lvl1pPr marL="0" marR="0" indent="0" algn="l" defTabSz="2438400" rtl="0" eaLnBrk="1" latinLnBrk="0" hangingPunct="1">
              <a:lnSpc>
                <a:spcPct val="110000"/>
              </a:lnSpc>
              <a:spcBef>
                <a:spcPts val="0"/>
              </a:spcBef>
              <a:spcAft>
                <a:spcPts val="0"/>
              </a:spcAft>
              <a:buClrTx/>
              <a:buSzTx/>
              <a:buFontTx/>
              <a:buNone/>
              <a:tabLst/>
              <a:defRPr sz="3600" b="0" i="0" u="none" strike="noStrike" cap="none" spc="0" baseline="0">
                <a:solidFill>
                  <a:schemeClr val="tx1"/>
                </a:solidFill>
                <a:uFillTx/>
                <a:latin typeface="+mj-lt"/>
                <a:ea typeface="+mj-ea"/>
                <a:cs typeface="+mj-cs"/>
                <a:sym typeface="IBM Plex Sans Light"/>
              </a:defRPr>
            </a:lvl1pPr>
            <a:lvl2pPr marL="329184"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2pPr>
            <a:lvl3pPr marL="658368"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3pPr>
            <a:lvl4pPr marL="987552"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4pPr>
            <a:lvl5pPr marL="1143000" marR="0" indent="-457200" algn="l" defTabSz="2438400" rtl="0" eaLnBrk="1" latinLnBrk="0" hangingPunct="1">
              <a:lnSpc>
                <a:spcPct val="110000"/>
              </a:lnSpc>
              <a:spcBef>
                <a:spcPts val="2900"/>
              </a:spcBef>
              <a:spcAft>
                <a:spcPts val="0"/>
              </a:spcAft>
              <a:buClrTx/>
              <a:buSzPct val="100000"/>
              <a:buFont typeface="IBM Plex Sans" panose="020B0604020202020204" pitchFamily="34" charset="0"/>
              <a:buChar char="•"/>
              <a:tabLst/>
              <a:defRPr sz="3600" b="0" i="0" u="none" strike="noStrike" cap="none" spc="0" baseline="0">
                <a:solidFill>
                  <a:srgbClr val="000000"/>
                </a:solidFill>
                <a:uFillTx/>
                <a:latin typeface="+mj-lt"/>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r>
              <a:rPr lang="en-US" kern="0" dirty="0">
                <a:solidFill>
                  <a:srgbClr val="000000"/>
                </a:solidFill>
              </a:rPr>
              <a:t>CTO/IT Transformation Leader</a:t>
            </a:r>
          </a:p>
        </p:txBody>
      </p:sp>
      <p:sp>
        <p:nvSpPr>
          <p:cNvPr id="6" name="Rectangle 5" descr="Place imagery here">
            <a:extLst>
              <a:ext uri="{FF2B5EF4-FFF2-40B4-BE49-F238E27FC236}">
                <a16:creationId xmlns:a16="http://schemas.microsoft.com/office/drawing/2014/main" id="{2B98F496-916D-B1CA-073D-46579E676F88}"/>
              </a:ext>
            </a:extLst>
          </p:cNvPr>
          <p:cNvSpPr/>
          <p:nvPr/>
        </p:nvSpPr>
        <p:spPr bwMode="auto">
          <a:xfrm>
            <a:off x="12769738" y="574984"/>
            <a:ext cx="4951413" cy="4378015"/>
          </a:xfrm>
          <a:prstGeom prst="rect">
            <a:avLst/>
          </a:prstGeom>
          <a:solidFill>
            <a:srgbClr val="C6C6C6"/>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a:buNone/>
              <a:tabLst/>
            </a:pPr>
            <a:endParaRPr kumimoji="0" lang="en-US" sz="1400" b="0" i="0" u="none" strike="noStrike" cap="none" normalizeH="0" baseline="0" dirty="0">
              <a:solidFill>
                <a:schemeClr val="bg1"/>
              </a:solidFill>
              <a:effectLst/>
              <a:latin typeface="+mn-lt"/>
            </a:endParaRPr>
          </a:p>
        </p:txBody>
      </p:sp>
      <p:sp>
        <p:nvSpPr>
          <p:cNvPr id="24" name="Text Placeholder 13">
            <a:extLst>
              <a:ext uri="{FF2B5EF4-FFF2-40B4-BE49-F238E27FC236}">
                <a16:creationId xmlns:a16="http://schemas.microsoft.com/office/drawing/2014/main" id="{371F6E68-D997-C06A-660C-AE28EAE5A114}"/>
              </a:ext>
            </a:extLst>
          </p:cNvPr>
          <p:cNvSpPr txBox="1">
            <a:spLocks/>
          </p:cNvSpPr>
          <p:nvPr/>
        </p:nvSpPr>
        <p:spPr>
          <a:xfrm>
            <a:off x="12763500" y="5141913"/>
            <a:ext cx="4953000" cy="152558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lvl1pPr marL="0" marR="0" indent="0" algn="l" defTabSz="2438400" rtl="0" eaLnBrk="1" latinLnBrk="0" hangingPunct="1">
              <a:lnSpc>
                <a:spcPct val="110000"/>
              </a:lnSpc>
              <a:spcBef>
                <a:spcPts val="0"/>
              </a:spcBef>
              <a:spcAft>
                <a:spcPts val="0"/>
              </a:spcAft>
              <a:buClrTx/>
              <a:buSzTx/>
              <a:buFontTx/>
              <a:buNone/>
              <a:tabLst/>
              <a:defRPr sz="3600" b="0" i="0" u="none" strike="noStrike" cap="none" spc="0" baseline="0">
                <a:solidFill>
                  <a:schemeClr val="tx1"/>
                </a:solidFill>
                <a:uFillTx/>
                <a:latin typeface="+mj-lt"/>
                <a:ea typeface="+mj-ea"/>
                <a:cs typeface="+mj-cs"/>
                <a:sym typeface="IBM Plex Sans Light"/>
              </a:defRPr>
            </a:lvl1pPr>
            <a:lvl2pPr marL="329184"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2pPr>
            <a:lvl3pPr marL="658368"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3pPr>
            <a:lvl4pPr marL="987552"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4pPr>
            <a:lvl5pPr marL="1143000" marR="0" indent="-457200" algn="l" defTabSz="2438400" rtl="0" eaLnBrk="1" latinLnBrk="0" hangingPunct="1">
              <a:lnSpc>
                <a:spcPct val="110000"/>
              </a:lnSpc>
              <a:spcBef>
                <a:spcPts val="2900"/>
              </a:spcBef>
              <a:spcAft>
                <a:spcPts val="0"/>
              </a:spcAft>
              <a:buClrTx/>
              <a:buSzPct val="100000"/>
              <a:buFont typeface="IBM Plex Sans" panose="020B0604020202020204" pitchFamily="34" charset="0"/>
              <a:buChar char="•"/>
              <a:tabLst/>
              <a:defRPr sz="3600" b="0" i="0" u="none" strike="noStrike" cap="none" spc="0" baseline="0">
                <a:solidFill>
                  <a:srgbClr val="000000"/>
                </a:solidFill>
                <a:uFillTx/>
                <a:latin typeface="+mj-lt"/>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r>
              <a:rPr lang="en-US" kern="0" dirty="0">
                <a:solidFill>
                  <a:srgbClr val="000000"/>
                </a:solidFill>
              </a:rPr>
              <a:t>Chief Information Security Officer </a:t>
            </a:r>
          </a:p>
        </p:txBody>
      </p:sp>
      <p:sp>
        <p:nvSpPr>
          <p:cNvPr id="7" name="Rectangle 6" descr="Place imagery here">
            <a:extLst>
              <a:ext uri="{FF2B5EF4-FFF2-40B4-BE49-F238E27FC236}">
                <a16:creationId xmlns:a16="http://schemas.microsoft.com/office/drawing/2014/main" id="{A5F7747C-D2E8-56CE-26CE-217F5A25DE47}"/>
              </a:ext>
            </a:extLst>
          </p:cNvPr>
          <p:cNvSpPr/>
          <p:nvPr/>
        </p:nvSpPr>
        <p:spPr bwMode="auto">
          <a:xfrm>
            <a:off x="18864813" y="574984"/>
            <a:ext cx="4951413" cy="4378015"/>
          </a:xfrm>
          <a:prstGeom prst="rect">
            <a:avLst/>
          </a:prstGeom>
          <a:solidFill>
            <a:srgbClr val="C6C6C6"/>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a:buNone/>
              <a:tabLst/>
            </a:pPr>
            <a:endParaRPr kumimoji="0" lang="en-US" sz="1400" b="0" i="0" u="none" strike="noStrike" cap="none" normalizeH="0" baseline="0" dirty="0">
              <a:solidFill>
                <a:schemeClr val="bg1"/>
              </a:solidFill>
              <a:effectLst/>
              <a:latin typeface="+mn-lt"/>
            </a:endParaRPr>
          </a:p>
        </p:txBody>
      </p:sp>
      <p:sp>
        <p:nvSpPr>
          <p:cNvPr id="25" name="Text Placeholder 14">
            <a:extLst>
              <a:ext uri="{FF2B5EF4-FFF2-40B4-BE49-F238E27FC236}">
                <a16:creationId xmlns:a16="http://schemas.microsoft.com/office/drawing/2014/main" id="{5297913B-41E8-9256-7DC9-613B72338F6A}"/>
              </a:ext>
            </a:extLst>
          </p:cNvPr>
          <p:cNvSpPr txBox="1">
            <a:spLocks/>
          </p:cNvSpPr>
          <p:nvPr/>
        </p:nvSpPr>
        <p:spPr>
          <a:xfrm>
            <a:off x="18859500" y="5141913"/>
            <a:ext cx="4959350" cy="152558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lvl1pPr marL="0" marR="0" indent="0" algn="l" defTabSz="2438400" rtl="0" eaLnBrk="1" latinLnBrk="0" hangingPunct="1">
              <a:lnSpc>
                <a:spcPct val="110000"/>
              </a:lnSpc>
              <a:spcBef>
                <a:spcPts val="0"/>
              </a:spcBef>
              <a:spcAft>
                <a:spcPts val="0"/>
              </a:spcAft>
              <a:buClrTx/>
              <a:buSzTx/>
              <a:buFontTx/>
              <a:buNone/>
              <a:tabLst/>
              <a:defRPr sz="3600" b="0" i="0" u="none" strike="noStrike" cap="none" spc="0" baseline="0">
                <a:solidFill>
                  <a:schemeClr val="tx1"/>
                </a:solidFill>
                <a:uFillTx/>
                <a:latin typeface="+mj-lt"/>
                <a:ea typeface="+mj-ea"/>
                <a:cs typeface="+mj-cs"/>
                <a:sym typeface="IBM Plex Sans Light"/>
              </a:defRPr>
            </a:lvl1pPr>
            <a:lvl2pPr marL="329184"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2pPr>
            <a:lvl3pPr marL="658368"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3pPr>
            <a:lvl4pPr marL="987552"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4pPr>
            <a:lvl5pPr marL="1143000" marR="0" indent="-457200" algn="l" defTabSz="2438400" rtl="0" eaLnBrk="1" latinLnBrk="0" hangingPunct="1">
              <a:lnSpc>
                <a:spcPct val="110000"/>
              </a:lnSpc>
              <a:spcBef>
                <a:spcPts val="2900"/>
              </a:spcBef>
              <a:spcAft>
                <a:spcPts val="0"/>
              </a:spcAft>
              <a:buClrTx/>
              <a:buSzPct val="100000"/>
              <a:buFont typeface="IBM Plex Sans" panose="020B0604020202020204" pitchFamily="34" charset="0"/>
              <a:buChar char="•"/>
              <a:tabLst/>
              <a:defRPr sz="3600" b="0" i="0" u="none" strike="noStrike" cap="none" spc="0" baseline="0">
                <a:solidFill>
                  <a:srgbClr val="000000"/>
                </a:solidFill>
                <a:uFillTx/>
                <a:latin typeface="+mj-lt"/>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r>
              <a:rPr lang="en-US" kern="0" dirty="0">
                <a:solidFill>
                  <a:srgbClr val="000000"/>
                </a:solidFill>
              </a:rPr>
              <a:t>Chief Data Officer</a:t>
            </a:r>
          </a:p>
        </p:txBody>
      </p:sp>
      <p:sp>
        <p:nvSpPr>
          <p:cNvPr id="3" name="Footer Placeholder 2">
            <a:extLst>
              <a:ext uri="{FF2B5EF4-FFF2-40B4-BE49-F238E27FC236}">
                <a16:creationId xmlns:a16="http://schemas.microsoft.com/office/drawing/2014/main" id="{4F060CFB-2909-78F4-A265-25BF51BA7723}"/>
              </a:ext>
            </a:extLst>
          </p:cNvPr>
          <p:cNvSpPr>
            <a:spLocks noGrp="1"/>
          </p:cNvSpPr>
          <p:nvPr>
            <p:ph type="ftr" sz="quarter" idx="18"/>
          </p:nvPr>
        </p:nvSpPr>
        <p:spPr/>
        <p:txBody>
          <a:bodyPr/>
          <a:lstStyle/>
          <a:p>
            <a:r>
              <a:rPr lang="en-US" dirty="0"/>
              <a:t>Footer</a:t>
            </a:r>
          </a:p>
        </p:txBody>
      </p:sp>
      <p:sp>
        <p:nvSpPr>
          <p:cNvPr id="10" name="Slide Number Placeholder 9">
            <a:extLst>
              <a:ext uri="{FF2B5EF4-FFF2-40B4-BE49-F238E27FC236}">
                <a16:creationId xmlns:a16="http://schemas.microsoft.com/office/drawing/2014/main" id="{F26EA485-DFAC-2958-AA80-58FE653F486F}"/>
              </a:ext>
            </a:extLst>
          </p:cNvPr>
          <p:cNvSpPr>
            <a:spLocks noGrp="1"/>
          </p:cNvSpPr>
          <p:nvPr>
            <p:ph type="sldNum" sz="quarter" idx="4"/>
          </p:nvPr>
        </p:nvSpPr>
        <p:spPr/>
        <p:txBody>
          <a:bodyPr/>
          <a:lstStyle/>
          <a:p>
            <a:fld id="{86CB4B4D-7CA3-9044-876B-883B54F8677D}" type="slidenum">
              <a:rPr lang="en-US" smtClean="0"/>
              <a:pPr/>
              <a:t>39</a:t>
            </a:fld>
            <a:endParaRPr lang="en-US" dirty="0"/>
          </a:p>
        </p:txBody>
      </p:sp>
    </p:spTree>
    <p:extLst>
      <p:ext uri="{BB962C8B-B14F-4D97-AF65-F5344CB8AC3E}">
        <p14:creationId xmlns:p14="http://schemas.microsoft.com/office/powerpoint/2010/main" val="2363717761"/>
      </p:ext>
    </p:extLst>
  </p:cSld>
  <p:clrMapOvr>
    <a:masterClrMapping/>
  </p:clrMapOvr>
  <p:transition spd="me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D721BCBF-DBF4-118A-B4F5-3EE642A64962}"/>
              </a:ext>
            </a:extLst>
          </p:cNvPr>
          <p:cNvSpPr>
            <a:spLocks noGrp="1"/>
          </p:cNvSpPr>
          <p:nvPr>
            <p:ph type="title"/>
          </p:nvPr>
        </p:nvSpPr>
        <p:spPr>
          <a:xfrm>
            <a:off x="576072" y="384048"/>
            <a:ext cx="11042839" cy="2852928"/>
          </a:xfrm>
        </p:spPr>
        <p:txBody>
          <a:bodyPr/>
          <a:lstStyle/>
          <a:p>
            <a:pPr>
              <a:lnSpc>
                <a:spcPct val="100000"/>
              </a:lnSpc>
            </a:pPr>
            <a:r>
              <a:rPr lang="en-US" sz="6400" dirty="0">
                <a:solidFill>
                  <a:srgbClr val="000000"/>
                </a:solidFill>
                <a:effectLst/>
              </a:rPr>
              <a:t>Client outcomes improved through IBM Hybrid Cloud </a:t>
            </a:r>
            <a:br>
              <a:rPr lang="en-US" sz="6400" dirty="0">
                <a:solidFill>
                  <a:srgbClr val="000000"/>
                </a:solidFill>
                <a:effectLst/>
              </a:rPr>
            </a:br>
            <a:r>
              <a:rPr lang="en-US" sz="6400" dirty="0">
                <a:solidFill>
                  <a:srgbClr val="000000"/>
                </a:solidFill>
                <a:effectLst/>
              </a:rPr>
              <a:t>and AI strategy</a:t>
            </a:r>
          </a:p>
        </p:txBody>
      </p:sp>
      <p:pic>
        <p:nvPicPr>
          <p:cNvPr id="16" name="Picture 15" descr="Delta logo in red and blue">
            <a:extLst>
              <a:ext uri="{FF2B5EF4-FFF2-40B4-BE49-F238E27FC236}">
                <a16:creationId xmlns:a16="http://schemas.microsoft.com/office/drawing/2014/main" id="{3DE06E7B-ADF7-62E3-D404-D73102339BF9}"/>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579699" y="4523750"/>
            <a:ext cx="3320116" cy="510987"/>
          </a:xfrm>
          <a:prstGeom prst="rect">
            <a:avLst/>
          </a:prstGeom>
        </p:spPr>
      </p:pic>
      <p:cxnSp>
        <p:nvCxnSpPr>
          <p:cNvPr id="24" name="Straight Connector 23" descr="Horizontal row divider line">
            <a:extLst>
              <a:ext uri="{FF2B5EF4-FFF2-40B4-BE49-F238E27FC236}">
                <a16:creationId xmlns:a16="http://schemas.microsoft.com/office/drawing/2014/main" id="{46FE4D49-8023-B0A5-57A2-973CA2306551}"/>
              </a:ext>
            </a:extLst>
          </p:cNvPr>
          <p:cNvCxnSpPr>
            <a:cxnSpLocks/>
          </p:cNvCxnSpPr>
          <p:nvPr/>
        </p:nvCxnSpPr>
        <p:spPr bwMode="auto">
          <a:xfrm>
            <a:off x="574675" y="5688013"/>
            <a:ext cx="4949825"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25" name="Text Placeholder 2">
            <a:extLst>
              <a:ext uri="{FF2B5EF4-FFF2-40B4-BE49-F238E27FC236}">
                <a16:creationId xmlns:a16="http://schemas.microsoft.com/office/drawing/2014/main" id="{AE27D9EA-D8E8-6D53-1E39-09DFDBBBCA16}"/>
              </a:ext>
            </a:extLst>
          </p:cNvPr>
          <p:cNvSpPr>
            <a:spLocks noGrp="1"/>
          </p:cNvSpPr>
          <p:nvPr>
            <p:ph type="body" sz="quarter" idx="11"/>
          </p:nvPr>
        </p:nvSpPr>
        <p:spPr>
          <a:xfrm>
            <a:off x="574675" y="6088632"/>
            <a:ext cx="4949825" cy="6095624"/>
          </a:xfrm>
        </p:spPr>
        <p:txBody>
          <a:bodyPr/>
          <a:lstStyle/>
          <a:p>
            <a:r>
              <a:rPr lang="en-US" sz="2800" dirty="0">
                <a:solidFill>
                  <a:srgbClr val="000000"/>
                </a:solidFill>
                <a:effectLst/>
                <a:latin typeface="IBM Plex Sans Medm" panose="020B0503050203000203" pitchFamily="34" charset="0"/>
              </a:rPr>
              <a:t>Modernize</a:t>
            </a:r>
          </a:p>
          <a:p>
            <a:r>
              <a:rPr lang="en-US" sz="2800" dirty="0">
                <a:solidFill>
                  <a:srgbClr val="000000"/>
                </a:solidFill>
                <a:effectLst/>
                <a:latin typeface="+mn-lt"/>
              </a:rPr>
              <a:t>Multicloud operability with application modernization and new IT operating model, using IBM Hybrid Cloud with Red Hat® OpenShift® Container Platform and IBM Cloud Paks®</a:t>
            </a:r>
          </a:p>
          <a:p>
            <a:r>
              <a:rPr lang="en-US" sz="2800" dirty="0">
                <a:solidFill>
                  <a:srgbClr val="000000"/>
                </a:solidFill>
                <a:effectLst/>
                <a:latin typeface="+mn-lt"/>
              </a:rPr>
              <a:t> </a:t>
            </a:r>
          </a:p>
          <a:p>
            <a:r>
              <a:rPr lang="en-US" sz="2800" dirty="0">
                <a:solidFill>
                  <a:schemeClr val="accent1"/>
                </a:solidFill>
                <a:effectLst/>
                <a:latin typeface="+mn-lt"/>
              </a:rPr>
              <a:t>↑30% </a:t>
            </a:r>
            <a:r>
              <a:rPr lang="en-US" sz="2800" dirty="0">
                <a:solidFill>
                  <a:srgbClr val="000000"/>
                </a:solidFill>
                <a:effectLst/>
                <a:latin typeface="+mn-lt"/>
              </a:rPr>
              <a:t>developer productivity</a:t>
            </a:r>
          </a:p>
          <a:p>
            <a:r>
              <a:rPr lang="en-US" sz="2800" dirty="0">
                <a:solidFill>
                  <a:schemeClr val="accent1"/>
                </a:solidFill>
                <a:effectLst/>
                <a:latin typeface="+mn-lt"/>
              </a:rPr>
              <a:t>↓70% </a:t>
            </a:r>
            <a:r>
              <a:rPr lang="en-US" sz="2800" dirty="0">
                <a:solidFill>
                  <a:srgbClr val="000000"/>
                </a:solidFill>
                <a:effectLst/>
                <a:latin typeface="+mn-lt"/>
              </a:rPr>
              <a:t>time to market </a:t>
            </a:r>
          </a:p>
        </p:txBody>
      </p:sp>
      <p:pic>
        <p:nvPicPr>
          <p:cNvPr id="17" name="Picture 16" descr="Citi logo in red and blue">
            <a:extLst>
              <a:ext uri="{FF2B5EF4-FFF2-40B4-BE49-F238E27FC236}">
                <a16:creationId xmlns:a16="http://schemas.microsoft.com/office/drawing/2014/main" id="{345283D9-19AC-11C0-E5FC-6DFC079FF32B}"/>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6653193" y="4383136"/>
            <a:ext cx="1089411" cy="711201"/>
          </a:xfrm>
          <a:prstGeom prst="rect">
            <a:avLst/>
          </a:prstGeom>
        </p:spPr>
      </p:pic>
      <p:cxnSp>
        <p:nvCxnSpPr>
          <p:cNvPr id="27" name="Straight Connector 26" descr="Horizontal row divider line">
            <a:extLst>
              <a:ext uri="{FF2B5EF4-FFF2-40B4-BE49-F238E27FC236}">
                <a16:creationId xmlns:a16="http://schemas.microsoft.com/office/drawing/2014/main" id="{3657F6EC-0A63-52E5-BB03-BE44EEF5ABFB}"/>
              </a:ext>
            </a:extLst>
          </p:cNvPr>
          <p:cNvCxnSpPr>
            <a:cxnSpLocks/>
          </p:cNvCxnSpPr>
          <p:nvPr/>
        </p:nvCxnSpPr>
        <p:spPr bwMode="auto">
          <a:xfrm>
            <a:off x="6670675" y="5688013"/>
            <a:ext cx="4949825"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26" name="Text Placeholder 3">
            <a:extLst>
              <a:ext uri="{FF2B5EF4-FFF2-40B4-BE49-F238E27FC236}">
                <a16:creationId xmlns:a16="http://schemas.microsoft.com/office/drawing/2014/main" id="{3ED4180C-FA33-56DD-AE8D-D28647128F2A}"/>
              </a:ext>
            </a:extLst>
          </p:cNvPr>
          <p:cNvSpPr>
            <a:spLocks noGrp="1"/>
          </p:cNvSpPr>
          <p:nvPr>
            <p:ph type="body" sz="quarter" idx="12"/>
          </p:nvPr>
        </p:nvSpPr>
        <p:spPr>
          <a:xfrm>
            <a:off x="6673180" y="6099551"/>
            <a:ext cx="4949825" cy="6095624"/>
          </a:xfrm>
        </p:spPr>
        <p:txBody>
          <a:bodyPr/>
          <a:lstStyle/>
          <a:p>
            <a:r>
              <a:rPr lang="en-US" sz="2800" dirty="0">
                <a:solidFill>
                  <a:srgbClr val="000000"/>
                </a:solidFill>
                <a:effectLst/>
                <a:latin typeface="IBM Plex Sans Medm" panose="020B0503050203000203" pitchFamily="34" charset="0"/>
              </a:rPr>
              <a:t>Predict</a:t>
            </a:r>
          </a:p>
          <a:p>
            <a:r>
              <a:rPr lang="en-US" sz="2800" dirty="0">
                <a:solidFill>
                  <a:srgbClr val="000000"/>
                </a:solidFill>
                <a:effectLst/>
                <a:latin typeface="+mn-lt"/>
              </a:rPr>
              <a:t>Data-driven prediction and decision-making, enabled by digital modernization using IBM Cloud Pak for Data</a:t>
            </a:r>
          </a:p>
          <a:p>
            <a:r>
              <a:rPr lang="en-US" sz="2800" dirty="0">
                <a:solidFill>
                  <a:srgbClr val="000000"/>
                </a:solidFill>
                <a:effectLst/>
                <a:latin typeface="+mn-lt"/>
              </a:rPr>
              <a:t> </a:t>
            </a:r>
          </a:p>
          <a:p>
            <a:r>
              <a:rPr lang="en-US" sz="2800" dirty="0">
                <a:solidFill>
                  <a:schemeClr val="accent1"/>
                </a:solidFill>
                <a:effectLst/>
                <a:latin typeface="+mn-lt"/>
              </a:rPr>
              <a:t>↑</a:t>
            </a:r>
            <a:r>
              <a:rPr lang="en-US" sz="2800" dirty="0">
                <a:solidFill>
                  <a:srgbClr val="000000"/>
                </a:solidFill>
                <a:effectLst/>
                <a:latin typeface="+mn-lt"/>
              </a:rPr>
              <a:t>Business acceleration </a:t>
            </a:r>
          </a:p>
          <a:p>
            <a:r>
              <a:rPr lang="en-US" sz="2800" dirty="0">
                <a:solidFill>
                  <a:schemeClr val="accent1"/>
                </a:solidFill>
                <a:effectLst/>
                <a:latin typeface="+mn-lt"/>
              </a:rPr>
              <a:t>↑</a:t>
            </a:r>
            <a:r>
              <a:rPr lang="en-US" sz="2800" dirty="0">
                <a:solidFill>
                  <a:srgbClr val="000000"/>
                </a:solidFill>
                <a:effectLst/>
                <a:latin typeface="+mn-lt"/>
              </a:rPr>
              <a:t>AI-based audit insights</a:t>
            </a:r>
          </a:p>
        </p:txBody>
      </p:sp>
      <p:pic>
        <p:nvPicPr>
          <p:cNvPr id="18" name="Picture 17" descr="TD Ameritrade logo in green and black">
            <a:extLst>
              <a:ext uri="{FF2B5EF4-FFF2-40B4-BE49-F238E27FC236}">
                <a16:creationId xmlns:a16="http://schemas.microsoft.com/office/drawing/2014/main" id="{30447A67-E9D1-F9D9-DAC8-A72D55C4A259}"/>
              </a:ext>
            </a:extLst>
          </p:cNvPr>
          <p:cNvPicPr>
            <a:picLocks noChangeAspect="1"/>
          </p:cNvPicPr>
          <p:nvPr/>
        </p:nvPicPr>
        <p:blipFill rotWithShape="1">
          <a:blip r:embed="rId4" cstate="screen">
            <a:extLst>
              <a:ext uri="{28A0092B-C50C-407E-A947-70E740481C1C}">
                <a14:useLocalDpi xmlns:a14="http://schemas.microsoft.com/office/drawing/2010/main"/>
              </a:ext>
            </a:extLst>
          </a:blip>
          <a:srcRect/>
          <a:stretch/>
        </p:blipFill>
        <p:spPr>
          <a:xfrm>
            <a:off x="12748428" y="4561952"/>
            <a:ext cx="3042801" cy="601645"/>
          </a:xfrm>
          <a:prstGeom prst="rect">
            <a:avLst/>
          </a:prstGeom>
        </p:spPr>
      </p:pic>
      <p:cxnSp>
        <p:nvCxnSpPr>
          <p:cNvPr id="28" name="Straight Connector 27" descr="Horizontal row divider line">
            <a:extLst>
              <a:ext uri="{FF2B5EF4-FFF2-40B4-BE49-F238E27FC236}">
                <a16:creationId xmlns:a16="http://schemas.microsoft.com/office/drawing/2014/main" id="{E2227C48-C512-657E-8FE8-60B22607A819}"/>
              </a:ext>
            </a:extLst>
          </p:cNvPr>
          <p:cNvCxnSpPr>
            <a:cxnSpLocks/>
          </p:cNvCxnSpPr>
          <p:nvPr/>
        </p:nvCxnSpPr>
        <p:spPr bwMode="auto">
          <a:xfrm>
            <a:off x="12766675" y="5688013"/>
            <a:ext cx="4949825"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30" name="Text Placeholder 4">
            <a:extLst>
              <a:ext uri="{FF2B5EF4-FFF2-40B4-BE49-F238E27FC236}">
                <a16:creationId xmlns:a16="http://schemas.microsoft.com/office/drawing/2014/main" id="{87E50048-BB5C-13DA-57C2-1BDA2CE918B3}"/>
              </a:ext>
            </a:extLst>
          </p:cNvPr>
          <p:cNvSpPr>
            <a:spLocks noGrp="1"/>
          </p:cNvSpPr>
          <p:nvPr>
            <p:ph type="body" sz="quarter" idx="13"/>
          </p:nvPr>
        </p:nvSpPr>
        <p:spPr>
          <a:xfrm>
            <a:off x="12770935" y="6099551"/>
            <a:ext cx="4949825" cy="6095624"/>
          </a:xfrm>
        </p:spPr>
        <p:txBody>
          <a:bodyPr/>
          <a:lstStyle/>
          <a:p>
            <a:r>
              <a:rPr lang="en-US" sz="2800" dirty="0">
                <a:solidFill>
                  <a:srgbClr val="000000"/>
                </a:solidFill>
                <a:effectLst/>
                <a:latin typeface="IBM Plex Sans Medm" panose="020B0503050203000203" pitchFamily="34" charset="0"/>
              </a:rPr>
              <a:t>Automate</a:t>
            </a:r>
          </a:p>
          <a:p>
            <a:r>
              <a:rPr lang="en-US" sz="2800" dirty="0">
                <a:solidFill>
                  <a:srgbClr val="000000"/>
                </a:solidFill>
                <a:effectLst/>
                <a:latin typeface="+mn-lt"/>
              </a:rPr>
              <a:t>Enterprise workflow and business automation scaled with intelligent automation for better customer and associate experiences</a:t>
            </a:r>
          </a:p>
          <a:p>
            <a:r>
              <a:rPr lang="en-US" sz="2800" dirty="0">
                <a:solidFill>
                  <a:srgbClr val="000000"/>
                </a:solidFill>
                <a:effectLst/>
                <a:latin typeface="+mn-lt"/>
              </a:rPr>
              <a:t> </a:t>
            </a:r>
          </a:p>
          <a:p>
            <a:r>
              <a:rPr lang="en-US" sz="2800" dirty="0">
                <a:solidFill>
                  <a:schemeClr val="accent1"/>
                </a:solidFill>
                <a:effectLst/>
                <a:latin typeface="+mn-lt"/>
              </a:rPr>
              <a:t>↑50% </a:t>
            </a:r>
            <a:r>
              <a:rPr lang="en-US" sz="2800" dirty="0">
                <a:solidFill>
                  <a:srgbClr val="000000"/>
                </a:solidFill>
                <a:effectLst/>
                <a:latin typeface="+mn-lt"/>
              </a:rPr>
              <a:t>institutional </a:t>
            </a:r>
            <a:br>
              <a:rPr lang="en-US" sz="2800" dirty="0">
                <a:solidFill>
                  <a:srgbClr val="000000"/>
                </a:solidFill>
                <a:effectLst/>
                <a:latin typeface="+mn-lt"/>
              </a:rPr>
            </a:br>
            <a:r>
              <a:rPr lang="en-US" sz="2800" dirty="0">
                <a:solidFill>
                  <a:srgbClr val="000000"/>
                </a:solidFill>
                <a:effectLst/>
                <a:latin typeface="+mn-lt"/>
              </a:rPr>
              <a:t>account opening</a:t>
            </a:r>
          </a:p>
          <a:p>
            <a:r>
              <a:rPr lang="en-US" sz="2800" dirty="0">
                <a:solidFill>
                  <a:schemeClr val="accent1"/>
                </a:solidFill>
                <a:effectLst/>
                <a:latin typeface="+mn-lt"/>
              </a:rPr>
              <a:t>↑30% </a:t>
            </a:r>
            <a:r>
              <a:rPr lang="en-US" sz="2800" dirty="0">
                <a:solidFill>
                  <a:srgbClr val="000000"/>
                </a:solidFill>
                <a:effectLst/>
                <a:latin typeface="+mn-lt"/>
              </a:rPr>
              <a:t>retail </a:t>
            </a:r>
            <a:br>
              <a:rPr lang="en-US" sz="2800" dirty="0">
                <a:solidFill>
                  <a:srgbClr val="000000"/>
                </a:solidFill>
                <a:effectLst/>
                <a:latin typeface="+mn-lt"/>
              </a:rPr>
            </a:br>
            <a:r>
              <a:rPr lang="en-US" sz="2800" dirty="0">
                <a:solidFill>
                  <a:srgbClr val="000000"/>
                </a:solidFill>
                <a:effectLst/>
                <a:latin typeface="+mn-lt"/>
              </a:rPr>
              <a:t>account opening</a:t>
            </a:r>
          </a:p>
        </p:txBody>
      </p:sp>
      <p:pic>
        <p:nvPicPr>
          <p:cNvPr id="19" name="Picture 18" descr="OTTO logo in red">
            <a:extLst>
              <a:ext uri="{FF2B5EF4-FFF2-40B4-BE49-F238E27FC236}">
                <a16:creationId xmlns:a16="http://schemas.microsoft.com/office/drawing/2014/main" id="{AB3B1721-43D4-C22A-62D5-17BC0F133229}"/>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18864524" y="4558920"/>
            <a:ext cx="1353665" cy="457200"/>
          </a:xfrm>
          <a:prstGeom prst="rect">
            <a:avLst/>
          </a:prstGeom>
        </p:spPr>
      </p:pic>
      <p:cxnSp>
        <p:nvCxnSpPr>
          <p:cNvPr id="29" name="Straight Connector 28" descr="Horizontal row divider line">
            <a:extLst>
              <a:ext uri="{FF2B5EF4-FFF2-40B4-BE49-F238E27FC236}">
                <a16:creationId xmlns:a16="http://schemas.microsoft.com/office/drawing/2014/main" id="{4923447A-1EF3-628D-0CE9-CB856B00FEC2}"/>
              </a:ext>
            </a:extLst>
          </p:cNvPr>
          <p:cNvCxnSpPr>
            <a:cxnSpLocks/>
          </p:cNvCxnSpPr>
          <p:nvPr/>
        </p:nvCxnSpPr>
        <p:spPr bwMode="auto">
          <a:xfrm>
            <a:off x="18862675" y="5688013"/>
            <a:ext cx="4949825"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31" name="Text Placeholder 5">
            <a:extLst>
              <a:ext uri="{FF2B5EF4-FFF2-40B4-BE49-F238E27FC236}">
                <a16:creationId xmlns:a16="http://schemas.microsoft.com/office/drawing/2014/main" id="{9CA61234-4FD2-7156-3633-745AD6DD8061}"/>
              </a:ext>
            </a:extLst>
          </p:cNvPr>
          <p:cNvSpPr>
            <a:spLocks noGrp="1"/>
          </p:cNvSpPr>
          <p:nvPr>
            <p:ph type="body" sz="quarter" idx="14"/>
          </p:nvPr>
        </p:nvSpPr>
        <p:spPr>
          <a:xfrm>
            <a:off x="18859500" y="6099550"/>
            <a:ext cx="4949825" cy="6082681"/>
          </a:xfrm>
        </p:spPr>
        <p:txBody>
          <a:bodyPr/>
          <a:lstStyle/>
          <a:p>
            <a:r>
              <a:rPr lang="en-US" sz="2800" dirty="0">
                <a:solidFill>
                  <a:srgbClr val="000000"/>
                </a:solidFill>
                <a:effectLst/>
                <a:latin typeface="IBM Plex Sans Medm" panose="020B0503050203000203" pitchFamily="34" charset="0"/>
              </a:rPr>
              <a:t>Secure</a:t>
            </a:r>
          </a:p>
          <a:p>
            <a:r>
              <a:rPr lang="en-US" sz="2800" dirty="0">
                <a:solidFill>
                  <a:srgbClr val="000000"/>
                </a:solidFill>
                <a:effectLst/>
                <a:latin typeface="+mn-lt"/>
              </a:rPr>
              <a:t>Zero trust that creates secure business with real-time threat insights and automation tools</a:t>
            </a:r>
          </a:p>
          <a:p>
            <a:r>
              <a:rPr lang="en-US" sz="2800" dirty="0">
                <a:solidFill>
                  <a:srgbClr val="000000"/>
                </a:solidFill>
                <a:effectLst/>
                <a:latin typeface="+mn-lt"/>
              </a:rPr>
              <a:t> </a:t>
            </a:r>
          </a:p>
          <a:p>
            <a:r>
              <a:rPr lang="en-US" sz="2800" dirty="0">
                <a:solidFill>
                  <a:schemeClr val="accent1"/>
                </a:solidFill>
                <a:effectLst/>
                <a:latin typeface="+mn-lt"/>
              </a:rPr>
              <a:t>↓300% </a:t>
            </a:r>
            <a:r>
              <a:rPr lang="en-US" sz="2800" dirty="0">
                <a:solidFill>
                  <a:srgbClr val="000000"/>
                </a:solidFill>
                <a:effectLst/>
                <a:latin typeface="+mn-lt"/>
              </a:rPr>
              <a:t>false positive alerts</a:t>
            </a:r>
          </a:p>
        </p:txBody>
      </p:sp>
      <p:sp>
        <p:nvSpPr>
          <p:cNvPr id="8" name="Footer Placeholder 7">
            <a:extLst>
              <a:ext uri="{FF2B5EF4-FFF2-40B4-BE49-F238E27FC236}">
                <a16:creationId xmlns:a16="http://schemas.microsoft.com/office/drawing/2014/main" id="{9873EB0C-C44C-3D19-5323-B190281A5B14}"/>
              </a:ext>
            </a:extLst>
          </p:cNvPr>
          <p:cNvSpPr>
            <a:spLocks noGrp="1"/>
          </p:cNvSpPr>
          <p:nvPr>
            <p:ph type="ftr" sz="quarter" idx="18"/>
          </p:nvPr>
        </p:nvSpPr>
        <p:spPr/>
        <p:txBody>
          <a:bodyPr/>
          <a:lstStyle/>
          <a:p>
            <a:r>
              <a:rPr lang="en-US" dirty="0"/>
              <a:t>Footer</a:t>
            </a:r>
          </a:p>
        </p:txBody>
      </p:sp>
      <p:grpSp>
        <p:nvGrpSpPr>
          <p:cNvPr id="10" name="Group 9">
            <a:extLst>
              <a:ext uri="{FF2B5EF4-FFF2-40B4-BE49-F238E27FC236}">
                <a16:creationId xmlns:a16="http://schemas.microsoft.com/office/drawing/2014/main" id="{F66EDAFA-2E3E-10D3-BF02-530B83103C32}"/>
              </a:ext>
            </a:extLst>
          </p:cNvPr>
          <p:cNvGrpSpPr/>
          <p:nvPr/>
        </p:nvGrpSpPr>
        <p:grpSpPr>
          <a:xfrm>
            <a:off x="6096000" y="4572000"/>
            <a:ext cx="12192000" cy="7629522"/>
            <a:chOff x="6096000" y="570103"/>
            <a:chExt cx="12192000" cy="11631420"/>
          </a:xfrm>
        </p:grpSpPr>
        <p:cxnSp>
          <p:nvCxnSpPr>
            <p:cNvPr id="12" name="Straight Connector 11" descr="Vertical column divider">
              <a:extLst>
                <a:ext uri="{FF2B5EF4-FFF2-40B4-BE49-F238E27FC236}">
                  <a16:creationId xmlns:a16="http://schemas.microsoft.com/office/drawing/2014/main" id="{4E764605-4581-4BA5-CA02-79C3E0FD4C99}"/>
                </a:ext>
              </a:extLst>
            </p:cNvPr>
            <p:cNvCxnSpPr>
              <a:cxnSpLocks/>
            </p:cNvCxnSpPr>
            <p:nvPr userDrawn="1"/>
          </p:nvCxnSpPr>
          <p:spPr bwMode="auto">
            <a:xfrm>
              <a:off x="6096000" y="570103"/>
              <a:ext cx="0" cy="1163142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3" name="Straight Connector 12" descr="Vertical column divider">
              <a:extLst>
                <a:ext uri="{FF2B5EF4-FFF2-40B4-BE49-F238E27FC236}">
                  <a16:creationId xmlns:a16="http://schemas.microsoft.com/office/drawing/2014/main" id="{CBBF8A1D-10F7-BF38-4BC1-CBB616057A11}"/>
                </a:ext>
              </a:extLst>
            </p:cNvPr>
            <p:cNvCxnSpPr>
              <a:cxnSpLocks/>
            </p:cNvCxnSpPr>
            <p:nvPr userDrawn="1"/>
          </p:nvCxnSpPr>
          <p:spPr bwMode="auto">
            <a:xfrm>
              <a:off x="12192127" y="570103"/>
              <a:ext cx="0" cy="1162507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4" name="Straight Connector 13" descr="Vertical column divider">
              <a:extLst>
                <a:ext uri="{FF2B5EF4-FFF2-40B4-BE49-F238E27FC236}">
                  <a16:creationId xmlns:a16="http://schemas.microsoft.com/office/drawing/2014/main" id="{EB1AB3DA-392E-1EFF-B349-7E21EEDD62BA}"/>
                </a:ext>
              </a:extLst>
            </p:cNvPr>
            <p:cNvCxnSpPr>
              <a:cxnSpLocks/>
            </p:cNvCxnSpPr>
            <p:nvPr userDrawn="1"/>
          </p:nvCxnSpPr>
          <p:spPr bwMode="auto">
            <a:xfrm>
              <a:off x="18288000" y="570103"/>
              <a:ext cx="0" cy="1162208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grpSp>
      <p:sp>
        <p:nvSpPr>
          <p:cNvPr id="15" name="Slide Number Placeholder 14">
            <a:extLst>
              <a:ext uri="{FF2B5EF4-FFF2-40B4-BE49-F238E27FC236}">
                <a16:creationId xmlns:a16="http://schemas.microsoft.com/office/drawing/2014/main" id="{5F0346DD-F3E4-5ECC-0EF9-1AEA7E60265C}"/>
              </a:ext>
            </a:extLst>
          </p:cNvPr>
          <p:cNvSpPr>
            <a:spLocks noGrp="1"/>
          </p:cNvSpPr>
          <p:nvPr>
            <p:ph type="sldNum" sz="quarter" idx="4"/>
          </p:nvPr>
        </p:nvSpPr>
        <p:spPr/>
        <p:txBody>
          <a:bodyPr/>
          <a:lstStyle/>
          <a:p>
            <a:fld id="{86CB4B4D-7CA3-9044-876B-883B54F8677D}" type="slidenum">
              <a:rPr lang="en-US" smtClean="0"/>
              <a:pPr/>
              <a:t>40</a:t>
            </a:fld>
            <a:endParaRPr lang="en-US" dirty="0"/>
          </a:p>
        </p:txBody>
      </p:sp>
    </p:spTree>
    <p:extLst>
      <p:ext uri="{BB962C8B-B14F-4D97-AF65-F5344CB8AC3E}">
        <p14:creationId xmlns:p14="http://schemas.microsoft.com/office/powerpoint/2010/main" val="2085532608"/>
      </p:ext>
    </p:extLst>
  </p:cSld>
  <p:clrMapOvr>
    <a:masterClrMapping/>
  </p:clrMapOvr>
  <p:transition spd="me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descr="Vertical 3/4 slide background in blue 10">
            <a:extLst>
              <a:ext uri="{FF2B5EF4-FFF2-40B4-BE49-F238E27FC236}">
                <a16:creationId xmlns:a16="http://schemas.microsoft.com/office/drawing/2014/main" id="{979D7D03-F029-F4F9-0C87-49175BA2BECB}"/>
              </a:ext>
            </a:extLst>
          </p:cNvPr>
          <p:cNvSpPr/>
          <p:nvPr/>
        </p:nvSpPr>
        <p:spPr bwMode="auto">
          <a:xfrm flipH="1">
            <a:off x="6096000" y="0"/>
            <a:ext cx="18291175" cy="13716000"/>
          </a:xfrm>
          <a:prstGeom prst="rect">
            <a:avLst/>
          </a:prstGeom>
          <a:solidFill>
            <a:srgbClr val="E5F6FF"/>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dirty="0">
              <a:ln>
                <a:noFill/>
              </a:ln>
              <a:solidFill>
                <a:schemeClr val="bg1"/>
              </a:solidFill>
              <a:effectLst/>
              <a:latin typeface="+mn-lt"/>
            </a:endParaRPr>
          </a:p>
        </p:txBody>
      </p:sp>
      <p:sp>
        <p:nvSpPr>
          <p:cNvPr id="3" name="Title 2">
            <a:extLst>
              <a:ext uri="{FF2B5EF4-FFF2-40B4-BE49-F238E27FC236}">
                <a16:creationId xmlns:a16="http://schemas.microsoft.com/office/drawing/2014/main" id="{288CB7BD-9975-784F-2957-374A26198022}"/>
              </a:ext>
            </a:extLst>
          </p:cNvPr>
          <p:cNvSpPr>
            <a:spLocks noGrp="1"/>
          </p:cNvSpPr>
          <p:nvPr>
            <p:ph type="title"/>
          </p:nvPr>
        </p:nvSpPr>
        <p:spPr/>
        <p:txBody>
          <a:bodyPr/>
          <a:lstStyle/>
          <a:p>
            <a:r>
              <a:rPr lang="en-US" sz="4400" dirty="0">
                <a:solidFill>
                  <a:schemeClr val="accent1"/>
                </a:solidFill>
                <a:effectLst/>
              </a:rPr>
              <a:t>Uniquely IBM</a:t>
            </a:r>
            <a:br>
              <a:rPr lang="en-US" sz="4400" dirty="0">
                <a:solidFill>
                  <a:srgbClr val="000000"/>
                </a:solidFill>
                <a:effectLst/>
              </a:rPr>
            </a:br>
            <a:r>
              <a:rPr lang="en-US" sz="4400" dirty="0">
                <a:solidFill>
                  <a:srgbClr val="000000"/>
                </a:solidFill>
                <a:effectLst/>
              </a:rPr>
              <a:t>Healthcare and </a:t>
            </a:r>
            <a:br>
              <a:rPr lang="en-US" sz="4400" dirty="0">
                <a:solidFill>
                  <a:srgbClr val="000000"/>
                </a:solidFill>
                <a:effectLst/>
              </a:rPr>
            </a:br>
            <a:r>
              <a:rPr lang="en-US" sz="4400" dirty="0">
                <a:solidFill>
                  <a:srgbClr val="000000"/>
                </a:solidFill>
              </a:rPr>
              <a:t>l</a:t>
            </a:r>
            <a:r>
              <a:rPr lang="en-US" sz="4400" dirty="0">
                <a:solidFill>
                  <a:srgbClr val="000000"/>
                </a:solidFill>
                <a:effectLst/>
              </a:rPr>
              <a:t>ife sciences</a:t>
            </a:r>
          </a:p>
        </p:txBody>
      </p:sp>
      <p:sp>
        <p:nvSpPr>
          <p:cNvPr id="12" name="Text Placeholder 17">
            <a:extLst>
              <a:ext uri="{FF2B5EF4-FFF2-40B4-BE49-F238E27FC236}">
                <a16:creationId xmlns:a16="http://schemas.microsoft.com/office/drawing/2014/main" id="{F38CA05C-4D3D-3AFB-C547-73E55FBA7F8D}"/>
              </a:ext>
            </a:extLst>
          </p:cNvPr>
          <p:cNvSpPr txBox="1">
            <a:spLocks/>
          </p:cNvSpPr>
          <p:nvPr/>
        </p:nvSpPr>
        <p:spPr>
          <a:xfrm>
            <a:off x="6667500" y="576072"/>
            <a:ext cx="4949825" cy="1143158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lvl1pPr marL="0" marR="0" indent="0" algn="l" defTabSz="2438400" rtl="0" eaLnBrk="1" latinLnBrk="0" hangingPunct="1">
              <a:lnSpc>
                <a:spcPct val="110000"/>
              </a:lnSpc>
              <a:spcBef>
                <a:spcPts val="0"/>
              </a:spcBef>
              <a:spcAft>
                <a:spcPts val="0"/>
              </a:spcAft>
              <a:buClrTx/>
              <a:buSzTx/>
              <a:buFontTx/>
              <a:buNone/>
              <a:tabLst/>
              <a:defRPr sz="3600" b="0" i="0" u="none" strike="noStrike" cap="none" spc="0" baseline="0">
                <a:solidFill>
                  <a:schemeClr val="tx1"/>
                </a:solidFill>
                <a:uFillTx/>
                <a:latin typeface="+mj-lt"/>
                <a:ea typeface="+mj-ea"/>
                <a:cs typeface="+mj-cs"/>
                <a:sym typeface="IBM Plex Sans Light"/>
              </a:defRPr>
            </a:lvl1pPr>
            <a:lvl2pPr marL="329184"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2pPr>
            <a:lvl3pPr marL="658368"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3pPr>
            <a:lvl4pPr marL="987552"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4pPr>
            <a:lvl5pPr marL="1143000" marR="0" indent="-457200" algn="l" defTabSz="2438400" rtl="0" eaLnBrk="1" latinLnBrk="0" hangingPunct="1">
              <a:lnSpc>
                <a:spcPct val="110000"/>
              </a:lnSpc>
              <a:spcBef>
                <a:spcPts val="2900"/>
              </a:spcBef>
              <a:spcAft>
                <a:spcPts val="0"/>
              </a:spcAft>
              <a:buClrTx/>
              <a:buSzPct val="100000"/>
              <a:buFont typeface="IBM Plex Sans" panose="020B0604020202020204" pitchFamily="34" charset="0"/>
              <a:buChar char="•"/>
              <a:tabLst/>
              <a:defRPr sz="3600" b="0" i="0" u="none" strike="noStrike" cap="none" spc="0" baseline="0">
                <a:solidFill>
                  <a:srgbClr val="000000"/>
                </a:solidFill>
                <a:uFillTx/>
                <a:latin typeface="+mj-lt"/>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r>
              <a:rPr lang="en-US" sz="4400" kern="0" dirty="0">
                <a:solidFill>
                  <a:schemeClr val="accent1"/>
                </a:solidFill>
                <a:latin typeface="IBM Plex Sans Light" panose="020B0403050203000203" pitchFamily="34" charset="0"/>
              </a:rPr>
              <a:t>$5B+</a:t>
            </a:r>
          </a:p>
          <a:p>
            <a:r>
              <a:rPr lang="en-US" sz="2800" kern="0" dirty="0">
                <a:solidFill>
                  <a:srgbClr val="000000"/>
                </a:solidFill>
                <a:latin typeface="IBM Plex Sans Light" panose="020B0403050203000203" pitchFamily="34" charset="0"/>
              </a:rPr>
              <a:t>invested in healthcare and </a:t>
            </a:r>
          </a:p>
          <a:p>
            <a:r>
              <a:rPr lang="en-US" sz="2800" kern="0" dirty="0">
                <a:solidFill>
                  <a:srgbClr val="000000"/>
                </a:solidFill>
                <a:latin typeface="IBM Plex Sans Light" panose="020B0403050203000203" pitchFamily="34" charset="0"/>
              </a:rPr>
              <a:t>life sciences competencies </a:t>
            </a:r>
          </a:p>
          <a:p>
            <a:r>
              <a:rPr lang="en-US" sz="2800" kern="0" dirty="0">
                <a:solidFill>
                  <a:srgbClr val="000000"/>
                </a:solidFill>
                <a:latin typeface="IBM Plex Sans Light" panose="020B0403050203000203" pitchFamily="34" charset="0"/>
              </a:rPr>
              <a:t>and acquisitions</a:t>
            </a:r>
          </a:p>
          <a:p>
            <a:endParaRPr lang="en-US" sz="2800" kern="0" dirty="0">
              <a:solidFill>
                <a:srgbClr val="000000"/>
              </a:solidFill>
              <a:latin typeface="IBM Plex Sans Light" panose="020B0403050203000203" pitchFamily="34" charset="0"/>
            </a:endParaRPr>
          </a:p>
          <a:p>
            <a:endParaRPr lang="en-US" sz="2800" kern="0" dirty="0">
              <a:solidFill>
                <a:srgbClr val="000000"/>
              </a:solidFill>
              <a:latin typeface="IBM Plex Sans Light" panose="020B0403050203000203" pitchFamily="34" charset="0"/>
            </a:endParaRPr>
          </a:p>
          <a:p>
            <a:r>
              <a:rPr lang="en-US" sz="4400" kern="0" dirty="0">
                <a:solidFill>
                  <a:schemeClr val="accent1"/>
                </a:solidFill>
                <a:latin typeface="IBM Plex Sans Light" panose="020B0403050203000203" pitchFamily="34" charset="0"/>
              </a:rPr>
              <a:t>$210M</a:t>
            </a:r>
          </a:p>
          <a:p>
            <a:r>
              <a:rPr lang="en-US" sz="2800" kern="0" dirty="0">
                <a:solidFill>
                  <a:srgbClr val="000000"/>
                </a:solidFill>
                <a:latin typeface="IBM Plex Sans Light" panose="020B0403050203000203" pitchFamily="34" charset="0"/>
              </a:rPr>
              <a:t>clinical and claims data records 45% refreshed quarterly</a:t>
            </a:r>
          </a:p>
          <a:p>
            <a:endParaRPr lang="en-US" sz="2800" kern="0" dirty="0">
              <a:solidFill>
                <a:srgbClr val="000000"/>
              </a:solidFill>
              <a:latin typeface="IBM Plex Sans Light" panose="020B0403050203000203" pitchFamily="34" charset="0"/>
            </a:endParaRPr>
          </a:p>
          <a:p>
            <a:endParaRPr lang="en-US" sz="2800" kern="0" dirty="0">
              <a:solidFill>
                <a:srgbClr val="000000"/>
              </a:solidFill>
              <a:latin typeface="IBM Plex Sans Light" panose="020B0403050203000203" pitchFamily="34" charset="0"/>
            </a:endParaRPr>
          </a:p>
          <a:p>
            <a:r>
              <a:rPr lang="en-US" sz="4400" kern="0" dirty="0">
                <a:solidFill>
                  <a:schemeClr val="accent1"/>
                </a:solidFill>
                <a:latin typeface="IBM Plex Sans Light" panose="020B0403050203000203" pitchFamily="34" charset="0"/>
              </a:rPr>
              <a:t>115K+</a:t>
            </a:r>
          </a:p>
          <a:p>
            <a:r>
              <a:rPr lang="en-US" sz="2800" kern="0" dirty="0">
                <a:solidFill>
                  <a:srgbClr val="000000"/>
                </a:solidFill>
                <a:latin typeface="IBM Plex Sans Light" panose="020B0403050203000203" pitchFamily="34" charset="0"/>
              </a:rPr>
              <a:t>people touched by Watson Health® cognitive offerings</a:t>
            </a:r>
          </a:p>
          <a:p>
            <a:endParaRPr lang="en-US" sz="2800" kern="0" dirty="0">
              <a:solidFill>
                <a:srgbClr val="000000"/>
              </a:solidFill>
              <a:latin typeface="IBM Plex Sans Light" panose="020B0403050203000203" pitchFamily="34" charset="0"/>
            </a:endParaRPr>
          </a:p>
          <a:p>
            <a:endParaRPr lang="en-US" sz="2800" kern="0" dirty="0">
              <a:solidFill>
                <a:srgbClr val="000000"/>
              </a:solidFill>
              <a:latin typeface="IBM Plex Sans Light" panose="020B0403050203000203" pitchFamily="34" charset="0"/>
            </a:endParaRPr>
          </a:p>
          <a:p>
            <a:r>
              <a:rPr lang="en-US" sz="4400" kern="0" dirty="0">
                <a:solidFill>
                  <a:schemeClr val="accent1"/>
                </a:solidFill>
                <a:latin typeface="IBM Plex Sans Light" panose="020B0403050203000203" pitchFamily="34" charset="0"/>
              </a:rPr>
              <a:t>250</a:t>
            </a:r>
          </a:p>
          <a:p>
            <a:r>
              <a:rPr lang="en-US" sz="2800" kern="0" dirty="0">
                <a:solidFill>
                  <a:srgbClr val="000000"/>
                </a:solidFill>
                <a:latin typeface="IBM Plex Sans Light" panose="020B0403050203000203" pitchFamily="34" charset="0"/>
              </a:rPr>
              <a:t>active partners in healthcare and life sciences</a:t>
            </a:r>
          </a:p>
          <a:p>
            <a:endParaRPr lang="en-US" sz="2800" kern="0" dirty="0">
              <a:solidFill>
                <a:srgbClr val="000000"/>
              </a:solidFill>
              <a:latin typeface="IBM Plex Sans Light" panose="020B0403050203000203" pitchFamily="34" charset="0"/>
            </a:endParaRPr>
          </a:p>
        </p:txBody>
      </p:sp>
      <p:sp>
        <p:nvSpPr>
          <p:cNvPr id="13" name="Text Placeholder 17">
            <a:extLst>
              <a:ext uri="{FF2B5EF4-FFF2-40B4-BE49-F238E27FC236}">
                <a16:creationId xmlns:a16="http://schemas.microsoft.com/office/drawing/2014/main" id="{F0E1B574-337D-FF9C-01AD-FCF38F794678}"/>
              </a:ext>
            </a:extLst>
          </p:cNvPr>
          <p:cNvSpPr txBox="1">
            <a:spLocks/>
          </p:cNvSpPr>
          <p:nvPr/>
        </p:nvSpPr>
        <p:spPr>
          <a:xfrm>
            <a:off x="12777787" y="576072"/>
            <a:ext cx="4951413" cy="1143158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lvl1pPr marL="0" marR="0" indent="0" algn="l" defTabSz="2438400" rtl="0" latinLnBrk="0">
              <a:lnSpc>
                <a:spcPct val="110000"/>
              </a:lnSpc>
              <a:spcBef>
                <a:spcPts val="0"/>
              </a:spcBef>
              <a:spcAft>
                <a:spcPts val="0"/>
              </a:spcAft>
              <a:buClrTx/>
              <a:buSzTx/>
              <a:buFontTx/>
              <a:buNone/>
              <a:tabLst/>
              <a:defRPr sz="3600" b="0" i="0" u="none" strike="noStrike" cap="none" spc="0" baseline="0">
                <a:solidFill>
                  <a:schemeClr val="tx1"/>
                </a:solidFill>
                <a:uFillTx/>
                <a:latin typeface="+mj-lt"/>
                <a:ea typeface="+mj-ea"/>
                <a:cs typeface="+mj-cs"/>
                <a:sym typeface="IBM Plex Sans Light"/>
              </a:defRPr>
            </a:lvl1pPr>
            <a:lvl2pPr marL="444465" marR="0" indent="-446749" algn="l" defTabSz="2438400" rtl="0" latinLnBrk="0">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2pPr>
            <a:lvl3pPr marL="615918" marR="0" indent="-446749" algn="l" defTabSz="2438400" rtl="0" latinLnBrk="0">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3pPr>
            <a:lvl4pPr marL="901671" marR="0" indent="-446749" algn="l" defTabSz="2438400" rtl="0" latinLnBrk="0">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4pPr>
            <a:lvl5pPr marL="1076298" marR="0" indent="-446749" algn="l" defTabSz="2438400" rtl="0" latinLnBrk="0">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5pPr>
            <a:lvl6pPr marL="1843060"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r>
              <a:rPr lang="en-US" sz="4400" dirty="0">
                <a:solidFill>
                  <a:schemeClr val="accent1"/>
                </a:solidFill>
                <a:effectLst/>
              </a:rPr>
              <a:t>9,100</a:t>
            </a:r>
          </a:p>
          <a:p>
            <a:r>
              <a:rPr lang="en-US" sz="2800" dirty="0">
                <a:solidFill>
                  <a:srgbClr val="000000"/>
                </a:solidFill>
                <a:effectLst/>
              </a:rPr>
              <a:t>U.S. patents in 2018—more</a:t>
            </a:r>
          </a:p>
          <a:p>
            <a:r>
              <a:rPr lang="en-US" sz="2800" dirty="0">
                <a:solidFill>
                  <a:srgbClr val="000000"/>
                </a:solidFill>
                <a:effectLst/>
              </a:rPr>
              <a:t>than Microsoft, Apple, and Google combined</a:t>
            </a:r>
          </a:p>
          <a:p>
            <a:endParaRPr lang="en-US" sz="2800" dirty="0">
              <a:solidFill>
                <a:srgbClr val="000000"/>
              </a:solidFill>
            </a:endParaRPr>
          </a:p>
          <a:p>
            <a:endParaRPr lang="en-US" sz="2800" dirty="0">
              <a:solidFill>
                <a:srgbClr val="000000"/>
              </a:solidFill>
              <a:effectLst/>
            </a:endParaRPr>
          </a:p>
          <a:p>
            <a:r>
              <a:rPr lang="en-US" sz="4400" dirty="0">
                <a:solidFill>
                  <a:schemeClr val="accent1"/>
                </a:solidFill>
                <a:effectLst/>
              </a:rPr>
              <a:t>2,500+</a:t>
            </a:r>
          </a:p>
          <a:p>
            <a:r>
              <a:rPr lang="en-US" sz="2800" dirty="0">
                <a:solidFill>
                  <a:srgbClr val="000000"/>
                </a:solidFill>
                <a:effectLst/>
              </a:rPr>
              <a:t>active and granted U.S. patents in healthcare and life sciences</a:t>
            </a:r>
          </a:p>
          <a:p>
            <a:endParaRPr lang="en-US" sz="2800" dirty="0">
              <a:solidFill>
                <a:srgbClr val="000000"/>
              </a:solidFill>
            </a:endParaRPr>
          </a:p>
          <a:p>
            <a:endParaRPr lang="en-US" sz="2800" dirty="0">
              <a:solidFill>
                <a:srgbClr val="000000"/>
              </a:solidFill>
              <a:effectLst/>
            </a:endParaRPr>
          </a:p>
          <a:p>
            <a:r>
              <a:rPr lang="en-US" sz="4400" dirty="0">
                <a:solidFill>
                  <a:schemeClr val="accent1"/>
                </a:solidFill>
                <a:effectLst/>
              </a:rPr>
              <a:t>50</a:t>
            </a:r>
          </a:p>
          <a:p>
            <a:r>
              <a:rPr lang="en-US" sz="2800" dirty="0">
                <a:solidFill>
                  <a:srgbClr val="000000"/>
                </a:solidFill>
                <a:effectLst/>
              </a:rPr>
              <a:t>industry leaders work with top 30 pharmaceutical and top 20 medical device companies</a:t>
            </a:r>
          </a:p>
          <a:p>
            <a:endParaRPr lang="en-US" sz="2800" dirty="0">
              <a:solidFill>
                <a:srgbClr val="000000"/>
              </a:solidFill>
            </a:endParaRPr>
          </a:p>
          <a:p>
            <a:r>
              <a:rPr lang="en-US" sz="4400" dirty="0">
                <a:solidFill>
                  <a:schemeClr val="accent1"/>
                </a:solidFill>
                <a:effectLst/>
              </a:rPr>
              <a:t>#1</a:t>
            </a:r>
          </a:p>
          <a:p>
            <a:r>
              <a:rPr lang="en-US" sz="2800" dirty="0">
                <a:solidFill>
                  <a:srgbClr val="000000"/>
                </a:solidFill>
                <a:effectLst/>
              </a:rPr>
              <a:t>IBM thought leadership rated by Source Global Research for 8 of the last 9 quality ratings</a:t>
            </a:r>
            <a:r>
              <a:rPr lang="en-US" sz="2800" baseline="30000" dirty="0">
                <a:solidFill>
                  <a:srgbClr val="000000"/>
                </a:solidFill>
                <a:effectLst/>
              </a:rPr>
              <a:t>1</a:t>
            </a:r>
          </a:p>
        </p:txBody>
      </p:sp>
      <p:sp>
        <p:nvSpPr>
          <p:cNvPr id="19" name="Text Placeholder 17">
            <a:extLst>
              <a:ext uri="{FF2B5EF4-FFF2-40B4-BE49-F238E27FC236}">
                <a16:creationId xmlns:a16="http://schemas.microsoft.com/office/drawing/2014/main" id="{A369CD60-6499-0200-6F41-AA25A10FA3A0}"/>
              </a:ext>
            </a:extLst>
          </p:cNvPr>
          <p:cNvSpPr txBox="1">
            <a:spLocks/>
          </p:cNvSpPr>
          <p:nvPr/>
        </p:nvSpPr>
        <p:spPr>
          <a:xfrm>
            <a:off x="18873787" y="576072"/>
            <a:ext cx="4951413" cy="1143158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lvl1pPr marL="0" marR="0" indent="0" algn="l" defTabSz="2438400" rtl="0" latinLnBrk="0">
              <a:lnSpc>
                <a:spcPct val="110000"/>
              </a:lnSpc>
              <a:spcBef>
                <a:spcPts val="0"/>
              </a:spcBef>
              <a:spcAft>
                <a:spcPts val="0"/>
              </a:spcAft>
              <a:buClrTx/>
              <a:buSzTx/>
              <a:buFontTx/>
              <a:buNone/>
              <a:tabLst/>
              <a:defRPr sz="3600" b="0" i="0" u="none" strike="noStrike" cap="none" spc="0" baseline="0">
                <a:solidFill>
                  <a:schemeClr val="tx1"/>
                </a:solidFill>
                <a:uFillTx/>
                <a:latin typeface="+mj-lt"/>
                <a:ea typeface="+mj-ea"/>
                <a:cs typeface="+mj-cs"/>
                <a:sym typeface="IBM Plex Sans Light"/>
              </a:defRPr>
            </a:lvl1pPr>
            <a:lvl2pPr marL="444465" marR="0" indent="-446749" algn="l" defTabSz="2438400" rtl="0" latinLnBrk="0">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2pPr>
            <a:lvl3pPr marL="615918" marR="0" indent="-446749" algn="l" defTabSz="2438400" rtl="0" latinLnBrk="0">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3pPr>
            <a:lvl4pPr marL="901671" marR="0" indent="-446749" algn="l" defTabSz="2438400" rtl="0" latinLnBrk="0">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4pPr>
            <a:lvl5pPr marL="1076298" marR="0" indent="-446749" algn="l" defTabSz="2438400" rtl="0" latinLnBrk="0">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5pPr>
            <a:lvl6pPr marL="1843060"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r>
              <a:rPr lang="en-US" sz="4400" dirty="0">
                <a:solidFill>
                  <a:schemeClr val="accent1"/>
                </a:solidFill>
                <a:effectLst/>
              </a:rPr>
              <a:t>3,000+</a:t>
            </a:r>
          </a:p>
          <a:p>
            <a:r>
              <a:rPr lang="en-US" sz="2800" dirty="0">
                <a:solidFill>
                  <a:srgbClr val="000000"/>
                </a:solidFill>
                <a:effectLst/>
              </a:rPr>
              <a:t>researchers cross-pollinate ideas that lead to major breakthroughs</a:t>
            </a:r>
          </a:p>
          <a:p>
            <a:endParaRPr lang="en-US" sz="2800" dirty="0">
              <a:solidFill>
                <a:srgbClr val="000000"/>
              </a:solidFill>
            </a:endParaRPr>
          </a:p>
          <a:p>
            <a:endParaRPr lang="en-US" sz="2800" dirty="0">
              <a:solidFill>
                <a:srgbClr val="000000"/>
              </a:solidFill>
            </a:endParaRPr>
          </a:p>
          <a:p>
            <a:r>
              <a:rPr lang="en-US" sz="4400" dirty="0">
                <a:solidFill>
                  <a:schemeClr val="accent1"/>
                </a:solidFill>
                <a:effectLst/>
              </a:rPr>
              <a:t>2,000+</a:t>
            </a:r>
          </a:p>
          <a:p>
            <a:r>
              <a:rPr lang="en-US" sz="2800" dirty="0">
                <a:solidFill>
                  <a:srgbClr val="000000"/>
                </a:solidFill>
                <a:effectLst/>
              </a:rPr>
              <a:t>consultants, medical practitioners, and clinicians dedicated to serve our clients</a:t>
            </a:r>
          </a:p>
          <a:p>
            <a:endParaRPr lang="en-US" sz="2800" dirty="0">
              <a:solidFill>
                <a:srgbClr val="000000"/>
              </a:solidFill>
              <a:effectLst/>
            </a:endParaRPr>
          </a:p>
          <a:p>
            <a:r>
              <a:rPr lang="en-US" sz="4400" dirty="0">
                <a:solidFill>
                  <a:schemeClr val="accent1"/>
                </a:solidFill>
                <a:effectLst/>
              </a:rPr>
              <a:t>1,000</a:t>
            </a:r>
          </a:p>
          <a:p>
            <a:r>
              <a:rPr lang="en-US" sz="2800" dirty="0">
                <a:solidFill>
                  <a:srgbClr val="000000"/>
                </a:solidFill>
                <a:effectLst/>
              </a:rPr>
              <a:t>clinicians, clinical/data scientists, people with advanced degrees</a:t>
            </a:r>
          </a:p>
          <a:p>
            <a:endParaRPr lang="en-US" sz="2800" dirty="0">
              <a:solidFill>
                <a:srgbClr val="000000"/>
              </a:solidFill>
              <a:effectLst/>
            </a:endParaRPr>
          </a:p>
          <a:p>
            <a:endParaRPr lang="en-US" sz="2800" dirty="0">
              <a:solidFill>
                <a:srgbClr val="000000"/>
              </a:solidFill>
            </a:endParaRPr>
          </a:p>
          <a:p>
            <a:r>
              <a:rPr lang="en-US" sz="4400" dirty="0">
                <a:solidFill>
                  <a:schemeClr val="accent1"/>
                </a:solidFill>
                <a:effectLst/>
              </a:rPr>
              <a:t>6</a:t>
            </a:r>
          </a:p>
          <a:p>
            <a:r>
              <a:rPr lang="en-US" sz="2800" dirty="0">
                <a:solidFill>
                  <a:srgbClr val="000000"/>
                </a:solidFill>
                <a:effectLst/>
              </a:rPr>
              <a:t>Nobel laureates</a:t>
            </a:r>
          </a:p>
        </p:txBody>
      </p:sp>
      <p:sp>
        <p:nvSpPr>
          <p:cNvPr id="4" name="Text Placeholder 3">
            <a:extLst>
              <a:ext uri="{FF2B5EF4-FFF2-40B4-BE49-F238E27FC236}">
                <a16:creationId xmlns:a16="http://schemas.microsoft.com/office/drawing/2014/main" id="{BCC489EC-3915-6C21-1532-6E8A96860F36}"/>
              </a:ext>
            </a:extLst>
          </p:cNvPr>
          <p:cNvSpPr txBox="1">
            <a:spLocks/>
          </p:cNvSpPr>
          <p:nvPr/>
        </p:nvSpPr>
        <p:spPr>
          <a:xfrm>
            <a:off x="12763500" y="12042648"/>
            <a:ext cx="4951413" cy="11430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b"/>
          <a:lstStyle>
            <a:lvl1pPr marL="0" marR="0" indent="0" algn="l" defTabSz="2438400" rtl="0" latinLnBrk="0">
              <a:lnSpc>
                <a:spcPct val="100000"/>
              </a:lnSpc>
              <a:spcBef>
                <a:spcPts val="0"/>
              </a:spcBef>
              <a:spcAft>
                <a:spcPts val="0"/>
              </a:spcAft>
              <a:buClrTx/>
              <a:buSzTx/>
              <a:buFontTx/>
              <a:buNone/>
              <a:tabLst/>
              <a:defRPr sz="4400" b="0" i="0" u="none" strike="noStrike" cap="none" spc="0" baseline="0">
                <a:solidFill>
                  <a:schemeClr val="tx1"/>
                </a:solidFill>
                <a:uFillTx/>
                <a:latin typeface="+mj-lt"/>
                <a:ea typeface="+mj-ea"/>
                <a:cs typeface="+mj-cs"/>
                <a:sym typeface="IBM Plex Sans Light"/>
              </a:defRPr>
            </a:lvl1pPr>
            <a:lvl2pPr marL="444465" marR="0" indent="-446749" algn="l" defTabSz="2438400" rtl="0" latinLnBrk="0">
              <a:lnSpc>
                <a:spcPct val="100000"/>
              </a:lnSpc>
              <a:spcBef>
                <a:spcPts val="0"/>
              </a:spcBef>
              <a:spcAft>
                <a:spcPts val="0"/>
              </a:spcAft>
              <a:buClrTx/>
              <a:buSzPct val="100000"/>
              <a:buFontTx/>
              <a:buChar char="–"/>
              <a:tabLst/>
              <a:defRPr sz="4400" b="0" i="0" u="none" strike="noStrike" cap="none" spc="0" baseline="0">
                <a:solidFill>
                  <a:schemeClr val="tx1"/>
                </a:solidFill>
                <a:uFillTx/>
                <a:latin typeface="+mj-lt"/>
                <a:ea typeface="+mj-ea"/>
                <a:cs typeface="+mj-cs"/>
                <a:sym typeface="IBM Plex Sans Light"/>
              </a:defRPr>
            </a:lvl2pPr>
            <a:lvl3pPr marL="615918" marR="0" indent="-446749" algn="l" defTabSz="2438400" rtl="0" latinLnBrk="0">
              <a:lnSpc>
                <a:spcPct val="100000"/>
              </a:lnSpc>
              <a:spcBef>
                <a:spcPts val="0"/>
              </a:spcBef>
              <a:spcAft>
                <a:spcPts val="0"/>
              </a:spcAft>
              <a:buClrTx/>
              <a:buSzPct val="100000"/>
              <a:buFontTx/>
              <a:buChar char="•"/>
              <a:tabLst/>
              <a:defRPr sz="4400" b="0" i="0" u="none" strike="noStrike" cap="none" spc="0" baseline="0">
                <a:solidFill>
                  <a:schemeClr val="tx1"/>
                </a:solidFill>
                <a:uFillTx/>
                <a:latin typeface="+mj-lt"/>
                <a:ea typeface="+mj-ea"/>
                <a:cs typeface="+mj-cs"/>
                <a:sym typeface="IBM Plex Sans Light"/>
              </a:defRPr>
            </a:lvl3pPr>
            <a:lvl4pPr marL="901671" marR="0" indent="-446749" algn="l" defTabSz="2438400" rtl="0" latinLnBrk="0">
              <a:lnSpc>
                <a:spcPct val="100000"/>
              </a:lnSpc>
              <a:spcBef>
                <a:spcPts val="0"/>
              </a:spcBef>
              <a:spcAft>
                <a:spcPts val="0"/>
              </a:spcAft>
              <a:buClrTx/>
              <a:buSzPct val="100000"/>
              <a:buFontTx/>
              <a:buChar char="–"/>
              <a:tabLst/>
              <a:defRPr sz="4400" b="0" i="0" u="none" strike="noStrike" cap="none" spc="0" baseline="0">
                <a:solidFill>
                  <a:schemeClr val="tx1"/>
                </a:solidFill>
                <a:uFillTx/>
                <a:latin typeface="+mj-lt"/>
                <a:ea typeface="+mj-ea"/>
                <a:cs typeface="+mj-cs"/>
                <a:sym typeface="IBM Plex Sans Light"/>
              </a:defRPr>
            </a:lvl4pPr>
            <a:lvl5pPr marL="1076298" marR="0" indent="-446749" algn="l" defTabSz="2438400" rtl="0" latinLnBrk="0">
              <a:lnSpc>
                <a:spcPct val="100000"/>
              </a:lnSpc>
              <a:spcBef>
                <a:spcPts val="0"/>
              </a:spcBef>
              <a:spcAft>
                <a:spcPts val="0"/>
              </a:spcAft>
              <a:buClrTx/>
              <a:buSzPct val="100000"/>
              <a:buFontTx/>
              <a:buChar char="»"/>
              <a:tabLst/>
              <a:defRPr sz="4400" b="0" i="0" u="none" strike="noStrike" cap="none" spc="0" baseline="0">
                <a:solidFill>
                  <a:schemeClr val="tx1"/>
                </a:solidFill>
                <a:uFillTx/>
                <a:latin typeface="+mj-lt"/>
                <a:ea typeface="+mj-ea"/>
                <a:cs typeface="+mj-cs"/>
                <a:sym typeface="IBM Plex Sans Light"/>
              </a:defRPr>
            </a:lvl5pPr>
            <a:lvl6pPr marL="1843060"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r>
              <a:rPr lang="en-US" sz="1600" kern="0" dirty="0">
                <a:latin typeface="IBM Plex Sans" panose="020B0503050203000203" pitchFamily="34" charset="0"/>
              </a:rPr>
              <a:t>Source: 1. Lorem source name</a:t>
            </a:r>
          </a:p>
        </p:txBody>
      </p:sp>
      <p:cxnSp>
        <p:nvCxnSpPr>
          <p:cNvPr id="8" name="Straight Connector 7" descr="Vertical column divider">
            <a:extLst>
              <a:ext uri="{FF2B5EF4-FFF2-40B4-BE49-F238E27FC236}">
                <a16:creationId xmlns:a16="http://schemas.microsoft.com/office/drawing/2014/main" id="{065D2FF0-56E2-90C8-E68E-9B464C678A28}"/>
              </a:ext>
            </a:extLst>
          </p:cNvPr>
          <p:cNvCxnSpPr>
            <a:cxnSpLocks/>
          </p:cNvCxnSpPr>
          <p:nvPr/>
        </p:nvCxnSpPr>
        <p:spPr bwMode="auto">
          <a:xfrm>
            <a:off x="12192127" y="570103"/>
            <a:ext cx="0" cy="1162507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9" name="Straight Connector 8" descr="Vertical column divider">
            <a:extLst>
              <a:ext uri="{FF2B5EF4-FFF2-40B4-BE49-F238E27FC236}">
                <a16:creationId xmlns:a16="http://schemas.microsoft.com/office/drawing/2014/main" id="{49A178A7-BD83-F0EF-B330-41DFB7AE5460}"/>
              </a:ext>
            </a:extLst>
          </p:cNvPr>
          <p:cNvCxnSpPr>
            <a:cxnSpLocks/>
          </p:cNvCxnSpPr>
          <p:nvPr/>
        </p:nvCxnSpPr>
        <p:spPr bwMode="auto">
          <a:xfrm>
            <a:off x="18288000" y="570103"/>
            <a:ext cx="0" cy="1162208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0" name="Footer Placeholder 9">
            <a:extLst>
              <a:ext uri="{FF2B5EF4-FFF2-40B4-BE49-F238E27FC236}">
                <a16:creationId xmlns:a16="http://schemas.microsoft.com/office/drawing/2014/main" id="{9B7BAC24-976A-DDCC-D6B1-EAFC570A5425}"/>
              </a:ext>
            </a:extLst>
          </p:cNvPr>
          <p:cNvSpPr>
            <a:spLocks noGrp="1"/>
          </p:cNvSpPr>
          <p:nvPr>
            <p:ph type="ftr" sz="quarter" idx="18"/>
          </p:nvPr>
        </p:nvSpPr>
        <p:spPr/>
        <p:txBody>
          <a:bodyPr/>
          <a:lstStyle/>
          <a:p>
            <a:r>
              <a:rPr lang="en-US" dirty="0"/>
              <a:t>Footer</a:t>
            </a:r>
          </a:p>
        </p:txBody>
      </p:sp>
      <p:sp>
        <p:nvSpPr>
          <p:cNvPr id="11" name="Slide Number Placeholder 10">
            <a:extLst>
              <a:ext uri="{FF2B5EF4-FFF2-40B4-BE49-F238E27FC236}">
                <a16:creationId xmlns:a16="http://schemas.microsoft.com/office/drawing/2014/main" id="{DBBF7E14-C152-49C6-9B79-D4F8342CC27E}"/>
              </a:ext>
            </a:extLst>
          </p:cNvPr>
          <p:cNvSpPr>
            <a:spLocks noGrp="1"/>
          </p:cNvSpPr>
          <p:nvPr>
            <p:ph type="sldNum" sz="quarter" idx="4"/>
          </p:nvPr>
        </p:nvSpPr>
        <p:spPr/>
        <p:txBody>
          <a:bodyPr/>
          <a:lstStyle/>
          <a:p>
            <a:fld id="{86CB4B4D-7CA3-9044-876B-883B54F8677D}" type="slidenum">
              <a:rPr lang="en-US" smtClean="0"/>
              <a:pPr/>
              <a:t>41</a:t>
            </a:fld>
            <a:endParaRPr lang="en-US" dirty="0"/>
          </a:p>
        </p:txBody>
      </p:sp>
    </p:spTree>
    <p:extLst>
      <p:ext uri="{BB962C8B-B14F-4D97-AF65-F5344CB8AC3E}">
        <p14:creationId xmlns:p14="http://schemas.microsoft.com/office/powerpoint/2010/main" val="1008601913"/>
      </p:ext>
    </p:extLst>
  </p:cSld>
  <p:clrMapOvr>
    <a:masterClrMapping/>
  </p:clrMapOvr>
  <p:transition spd="me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descr="Vertical 3/4 slide background in blue 10">
            <a:extLst>
              <a:ext uri="{FF2B5EF4-FFF2-40B4-BE49-F238E27FC236}">
                <a16:creationId xmlns:a16="http://schemas.microsoft.com/office/drawing/2014/main" id="{979D7D03-F029-F4F9-0C87-49175BA2BECB}"/>
              </a:ext>
            </a:extLst>
          </p:cNvPr>
          <p:cNvSpPr/>
          <p:nvPr/>
        </p:nvSpPr>
        <p:spPr bwMode="auto">
          <a:xfrm flipH="1">
            <a:off x="6089649" y="0"/>
            <a:ext cx="18297525" cy="13716000"/>
          </a:xfrm>
          <a:prstGeom prst="rect">
            <a:avLst/>
          </a:prstGeom>
          <a:solidFill>
            <a:srgbClr val="E5F6FF"/>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dirty="0">
              <a:ln>
                <a:noFill/>
              </a:ln>
              <a:solidFill>
                <a:schemeClr val="tx1"/>
              </a:solidFill>
              <a:effectLst/>
              <a:latin typeface="+mn-lt"/>
            </a:endParaRPr>
          </a:p>
        </p:txBody>
      </p:sp>
      <p:sp>
        <p:nvSpPr>
          <p:cNvPr id="3" name="Title 2">
            <a:extLst>
              <a:ext uri="{FF2B5EF4-FFF2-40B4-BE49-F238E27FC236}">
                <a16:creationId xmlns:a16="http://schemas.microsoft.com/office/drawing/2014/main" id="{288CB7BD-9975-784F-2957-374A26198022}"/>
              </a:ext>
            </a:extLst>
          </p:cNvPr>
          <p:cNvSpPr>
            <a:spLocks noGrp="1"/>
          </p:cNvSpPr>
          <p:nvPr>
            <p:ph type="title"/>
          </p:nvPr>
        </p:nvSpPr>
        <p:spPr/>
        <p:txBody>
          <a:bodyPr/>
          <a:lstStyle/>
          <a:p>
            <a:r>
              <a:rPr lang="en-US" sz="2800" dirty="0">
                <a:solidFill>
                  <a:srgbClr val="000000"/>
                </a:solidFill>
                <a:effectLst/>
                <a:latin typeface="IBM Plex Sans Medm" panose="020B0503050203000203" pitchFamily="34" charset="0"/>
              </a:rPr>
              <a:t>Case study</a:t>
            </a:r>
            <a:br>
              <a:rPr lang="en-US" sz="2800" dirty="0">
                <a:solidFill>
                  <a:srgbClr val="000000"/>
                </a:solidFill>
                <a:effectLst/>
              </a:rPr>
            </a:br>
            <a:r>
              <a:rPr lang="en-US" sz="2800" dirty="0">
                <a:solidFill>
                  <a:srgbClr val="000000"/>
                </a:solidFill>
                <a:effectLst/>
              </a:rPr>
              <a:t>Digital transformation</a:t>
            </a:r>
          </a:p>
        </p:txBody>
      </p:sp>
      <p:sp>
        <p:nvSpPr>
          <p:cNvPr id="24" name="Text Placeholder 23">
            <a:extLst>
              <a:ext uri="{FF2B5EF4-FFF2-40B4-BE49-F238E27FC236}">
                <a16:creationId xmlns:a16="http://schemas.microsoft.com/office/drawing/2014/main" id="{924CC0E8-C896-C673-D527-66E6F12DCAA6}"/>
              </a:ext>
            </a:extLst>
          </p:cNvPr>
          <p:cNvSpPr>
            <a:spLocks noGrp="1"/>
          </p:cNvSpPr>
          <p:nvPr>
            <p:ph type="body" sz="quarter" idx="12"/>
          </p:nvPr>
        </p:nvSpPr>
        <p:spPr>
          <a:xfrm>
            <a:off x="6667500" y="3044823"/>
            <a:ext cx="4951413" cy="9150351"/>
          </a:xfrm>
        </p:spPr>
        <p:txBody>
          <a:bodyPr/>
          <a:lstStyle/>
          <a:p>
            <a:pPr marL="0" marR="0" lvl="0" indent="0" algn="l" defTabSz="1829379" rtl="0" eaLnBrk="1" fontAlgn="auto" latinLnBrk="0" hangingPunct="1">
              <a:lnSpc>
                <a:spcPct val="100000"/>
              </a:lnSpc>
              <a:spcBef>
                <a:spcPts val="0"/>
              </a:spcBef>
              <a:spcAft>
                <a:spcPts val="0"/>
              </a:spcAft>
              <a:buClrTx/>
              <a:buSzTx/>
              <a:buFontTx/>
              <a:buNone/>
              <a:tabLst/>
              <a:defRPr/>
            </a:pPr>
            <a:r>
              <a:rPr kumimoji="0" lang="en-US" sz="2800" b="0" i="0" u="none" strike="noStrike" kern="0" cap="none" spc="0" normalizeH="0" baseline="0" noProof="0" dirty="0">
                <a:ln>
                  <a:noFill/>
                </a:ln>
                <a:solidFill>
                  <a:srgbClr val="000000"/>
                </a:solidFill>
                <a:effectLst/>
                <a:uLnTx/>
                <a:uFillTx/>
                <a:latin typeface="IBM Plex Sans Medm" panose="020B0503050203000203" pitchFamily="34" charset="0"/>
                <a:ea typeface="+mn-ea"/>
                <a:cs typeface="+mn-cs"/>
              </a:rPr>
              <a:t>Challenge</a:t>
            </a:r>
          </a:p>
          <a:p>
            <a:pPr marL="0" marR="0" lvl="0" indent="0" algn="l" defTabSz="1829379" rtl="0" eaLnBrk="1" fontAlgn="auto" latinLnBrk="0" hangingPunct="1">
              <a:lnSpc>
                <a:spcPct val="100000"/>
              </a:lnSpc>
              <a:spcBef>
                <a:spcPts val="0"/>
              </a:spcBef>
              <a:spcAft>
                <a:spcPts val="0"/>
              </a:spcAft>
              <a:buClrTx/>
              <a:buSzTx/>
              <a:buFontTx/>
              <a:buNone/>
              <a:tabLst/>
              <a:defRPr/>
            </a:pPr>
            <a:r>
              <a:rPr kumimoji="0" lang="en-US" sz="2800" b="0" i="0" u="none" strike="noStrike" kern="0" cap="none" spc="0" normalizeH="0" baseline="0" noProof="0" dirty="0">
                <a:ln>
                  <a:noFill/>
                </a:ln>
                <a:solidFill>
                  <a:srgbClr val="000000"/>
                </a:solidFill>
                <a:effectLst/>
                <a:uLnTx/>
                <a:uFillTx/>
                <a:latin typeface="IBM Plex Sans Light"/>
                <a:ea typeface="+mn-ea"/>
                <a:cs typeface="+mn-cs"/>
              </a:rPr>
              <a:t>In 2019, Bestseller India experienced significant decline in its top brand, Only, after 11 years of ~50% growth across all of its 4 main brands.</a:t>
            </a:r>
            <a:br>
              <a:rPr kumimoji="0" lang="en-US" sz="2800" b="0" i="0" u="none" strike="noStrike" kern="0" cap="none" spc="0" normalizeH="0" baseline="0" noProof="0" dirty="0">
                <a:ln>
                  <a:noFill/>
                </a:ln>
                <a:solidFill>
                  <a:srgbClr val="000000"/>
                </a:solidFill>
                <a:effectLst/>
                <a:uLnTx/>
                <a:uFillTx/>
                <a:latin typeface="IBM Plex Sans Light"/>
                <a:ea typeface="+mn-ea"/>
                <a:cs typeface="+mn-cs"/>
              </a:rPr>
            </a:br>
            <a:endParaRPr kumimoji="0" lang="en-US" sz="2800" b="0" i="0" u="none" strike="noStrike" kern="0" cap="none" spc="0" normalizeH="0" baseline="0" noProof="0" dirty="0">
              <a:ln>
                <a:noFill/>
              </a:ln>
              <a:solidFill>
                <a:srgbClr val="000000"/>
              </a:solidFill>
              <a:effectLst/>
              <a:uLnTx/>
              <a:uFillTx/>
              <a:latin typeface="IBM Plex Sans Light"/>
              <a:ea typeface="+mn-ea"/>
              <a:cs typeface="+mn-cs"/>
            </a:endParaRPr>
          </a:p>
          <a:p>
            <a:pPr marL="0" marR="0" lvl="0" indent="0" algn="l" defTabSz="1829379" rtl="0" eaLnBrk="1" fontAlgn="auto" latinLnBrk="0" hangingPunct="1">
              <a:lnSpc>
                <a:spcPct val="100000"/>
              </a:lnSpc>
              <a:spcBef>
                <a:spcPts val="0"/>
              </a:spcBef>
              <a:spcAft>
                <a:spcPts val="0"/>
              </a:spcAft>
              <a:buClrTx/>
              <a:buSzTx/>
              <a:buFontTx/>
              <a:buNone/>
              <a:tabLst/>
              <a:defRPr/>
            </a:pPr>
            <a:r>
              <a:rPr kumimoji="0" lang="en-US" sz="2800" b="0" i="0" u="none" strike="noStrike" kern="0" cap="none" spc="0" normalizeH="0" baseline="0" noProof="0" dirty="0">
                <a:ln>
                  <a:noFill/>
                </a:ln>
                <a:solidFill>
                  <a:srgbClr val="000000"/>
                </a:solidFill>
                <a:effectLst/>
                <a:uLnTx/>
                <a:uFillTx/>
                <a:latin typeface="IBM Plex Sans Light"/>
                <a:ea typeface="+mn-ea"/>
                <a:cs typeface="+mn-cs"/>
              </a:rPr>
              <a:t>This presented an opportunity to reinvent how it plans and executes across its entire design, production and supply chain workflow while addressing sustainability concerns.</a:t>
            </a:r>
          </a:p>
        </p:txBody>
      </p:sp>
      <p:sp>
        <p:nvSpPr>
          <p:cNvPr id="28" name="Text Placeholder 27">
            <a:extLst>
              <a:ext uri="{FF2B5EF4-FFF2-40B4-BE49-F238E27FC236}">
                <a16:creationId xmlns:a16="http://schemas.microsoft.com/office/drawing/2014/main" id="{D50B2047-047F-6318-7BAE-0FA6ADF95ECC}"/>
              </a:ext>
            </a:extLst>
          </p:cNvPr>
          <p:cNvSpPr>
            <a:spLocks noGrp="1"/>
          </p:cNvSpPr>
          <p:nvPr>
            <p:ph type="body" sz="quarter" idx="13"/>
          </p:nvPr>
        </p:nvSpPr>
        <p:spPr>
          <a:xfrm>
            <a:off x="12763500" y="3044824"/>
            <a:ext cx="4953000" cy="9150350"/>
          </a:xfrm>
        </p:spPr>
        <p:txBody>
          <a:bodyPr/>
          <a:lstStyle/>
          <a:p>
            <a:pPr marL="0" marR="0" lvl="0" indent="0" algn="l" defTabSz="1829379" rtl="0" eaLnBrk="1" fontAlgn="auto" latinLnBrk="0" hangingPunct="1">
              <a:lnSpc>
                <a:spcPct val="100000"/>
              </a:lnSpc>
              <a:spcBef>
                <a:spcPts val="0"/>
              </a:spcBef>
              <a:spcAft>
                <a:spcPts val="0"/>
              </a:spcAft>
              <a:buClrTx/>
              <a:buSzTx/>
              <a:buFontTx/>
              <a:buNone/>
              <a:tabLst/>
              <a:defRPr/>
            </a:pPr>
            <a:r>
              <a:rPr kumimoji="0" lang="en-US" sz="2800" b="0" i="0" u="none" strike="noStrike" kern="0" cap="none" spc="0" normalizeH="0" baseline="0" noProof="0" dirty="0">
                <a:ln>
                  <a:noFill/>
                </a:ln>
                <a:solidFill>
                  <a:srgbClr val="000000"/>
                </a:solidFill>
                <a:effectLst/>
                <a:uLnTx/>
                <a:uFillTx/>
                <a:latin typeface="IBM Plex Sans Medm" panose="020B0503050203000203" pitchFamily="34" charset="0"/>
                <a:ea typeface="+mn-ea"/>
                <a:cs typeface="+mn-cs"/>
              </a:rPr>
              <a:t>Solution</a:t>
            </a:r>
          </a:p>
          <a:p>
            <a:pPr marL="0" marR="0" lvl="0" indent="0" algn="l" defTabSz="1829379" rtl="0" eaLnBrk="1" fontAlgn="auto" latinLnBrk="0" hangingPunct="1">
              <a:lnSpc>
                <a:spcPct val="100000"/>
              </a:lnSpc>
              <a:spcBef>
                <a:spcPts val="0"/>
              </a:spcBef>
              <a:spcAft>
                <a:spcPts val="0"/>
              </a:spcAft>
              <a:buClrTx/>
              <a:buSzTx/>
              <a:buFontTx/>
              <a:buNone/>
              <a:tabLst/>
              <a:defRPr/>
            </a:pPr>
            <a:r>
              <a:rPr kumimoji="0" lang="en-US" sz="2800" b="0" i="0" u="none" strike="noStrike" kern="0" cap="none" spc="0" normalizeH="0" baseline="0" noProof="0" dirty="0">
                <a:ln>
                  <a:noFill/>
                </a:ln>
                <a:solidFill>
                  <a:srgbClr val="000000"/>
                </a:solidFill>
                <a:effectLst/>
                <a:uLnTx/>
                <a:uFillTx/>
                <a:latin typeface="IBM Plex Sans Light"/>
                <a:ea typeface="+mn-ea"/>
                <a:cs typeface="+mn-cs"/>
              </a:rPr>
              <a:t>IBM designed and launched Fabric.ai, the first AI-powered platform for the Indian </a:t>
            </a:r>
            <a:br>
              <a:rPr kumimoji="0" lang="en-US" sz="2800" b="0" i="0" u="none" strike="noStrike" kern="0" cap="none" spc="0" normalizeH="0" baseline="0" noProof="0" dirty="0">
                <a:ln>
                  <a:noFill/>
                </a:ln>
                <a:solidFill>
                  <a:srgbClr val="000000"/>
                </a:solidFill>
                <a:effectLst/>
                <a:uLnTx/>
                <a:uFillTx/>
                <a:latin typeface="IBM Plex Sans Light"/>
                <a:ea typeface="+mn-ea"/>
                <a:cs typeface="+mn-cs"/>
              </a:rPr>
            </a:br>
            <a:r>
              <a:rPr kumimoji="0" lang="en-US" sz="2800" b="0" i="0" u="none" strike="noStrike" kern="0" cap="none" spc="0" normalizeH="0" baseline="0" noProof="0" dirty="0">
                <a:ln>
                  <a:noFill/>
                </a:ln>
                <a:solidFill>
                  <a:srgbClr val="000000"/>
                </a:solidFill>
                <a:effectLst/>
                <a:uLnTx/>
                <a:uFillTx/>
                <a:latin typeface="IBM Plex Sans Light"/>
                <a:ea typeface="+mn-ea"/>
                <a:cs typeface="+mn-cs"/>
              </a:rPr>
              <a:t>fashion industry.</a:t>
            </a:r>
            <a:br>
              <a:rPr kumimoji="0" lang="en-US" sz="2800" b="0" i="0" u="none" strike="noStrike" kern="0" cap="none" spc="0" normalizeH="0" baseline="0" noProof="0" dirty="0">
                <a:ln>
                  <a:noFill/>
                </a:ln>
                <a:solidFill>
                  <a:srgbClr val="000000"/>
                </a:solidFill>
                <a:effectLst/>
                <a:uLnTx/>
                <a:uFillTx/>
                <a:latin typeface="IBM Plex Sans Light"/>
                <a:ea typeface="+mn-ea"/>
                <a:cs typeface="+mn-cs"/>
              </a:rPr>
            </a:br>
            <a:endParaRPr kumimoji="0" lang="en-US" sz="2800" b="0" i="0" u="none" strike="noStrike" kern="0" cap="none" spc="0" normalizeH="0" baseline="0" noProof="0" dirty="0">
              <a:ln>
                <a:noFill/>
              </a:ln>
              <a:solidFill>
                <a:srgbClr val="000000"/>
              </a:solidFill>
              <a:effectLst/>
              <a:uLnTx/>
              <a:uFillTx/>
              <a:latin typeface="IBM Plex Sans Light"/>
              <a:ea typeface="+mn-ea"/>
              <a:cs typeface="+mn-cs"/>
            </a:endParaRPr>
          </a:p>
          <a:p>
            <a:pPr marL="0" marR="0" lvl="0" indent="0" algn="l" defTabSz="1829379" rtl="0" eaLnBrk="1" fontAlgn="auto" latinLnBrk="0" hangingPunct="1">
              <a:lnSpc>
                <a:spcPct val="100000"/>
              </a:lnSpc>
              <a:spcBef>
                <a:spcPts val="0"/>
              </a:spcBef>
              <a:spcAft>
                <a:spcPts val="0"/>
              </a:spcAft>
              <a:buClrTx/>
              <a:buSzTx/>
              <a:buFontTx/>
              <a:buNone/>
              <a:tabLst/>
              <a:defRPr/>
            </a:pPr>
            <a:r>
              <a:rPr kumimoji="0" lang="en-US" sz="2800" b="0" i="0" u="none" strike="noStrike" kern="0" cap="none" spc="0" normalizeH="0" baseline="0" noProof="0" dirty="0">
                <a:ln>
                  <a:noFill/>
                </a:ln>
                <a:solidFill>
                  <a:srgbClr val="000000"/>
                </a:solidFill>
                <a:effectLst/>
                <a:uLnTx/>
                <a:uFillTx/>
                <a:latin typeface="IBM Plex Sans Light"/>
                <a:ea typeface="+mn-ea"/>
                <a:cs typeface="+mn-cs"/>
              </a:rPr>
              <a:t>The platform uses IBM </a:t>
            </a:r>
            <a:r>
              <a:rPr kumimoji="0" lang="en-US" sz="2800" b="0" i="0" u="none" strike="noStrike" kern="0" cap="none" spc="0" normalizeH="0" baseline="0" noProof="0" dirty="0" err="1">
                <a:ln>
                  <a:noFill/>
                </a:ln>
                <a:solidFill>
                  <a:srgbClr val="000000"/>
                </a:solidFill>
                <a:effectLst/>
                <a:uLnTx/>
                <a:uFillTx/>
                <a:latin typeface="IBM Plex Sans Light"/>
                <a:ea typeface="+mn-ea"/>
                <a:cs typeface="+mn-cs"/>
              </a:rPr>
              <a:t>watsonx</a:t>
            </a:r>
            <a:r>
              <a:rPr kumimoji="0" lang="en-US" sz="2800" b="0" i="0" u="none" strike="noStrike" kern="0" cap="none" spc="0" normalizeH="0" baseline="0" noProof="0" dirty="0">
                <a:ln>
                  <a:noFill/>
                </a:ln>
                <a:solidFill>
                  <a:srgbClr val="000000"/>
                </a:solidFill>
                <a:effectLst/>
                <a:uLnTx/>
                <a:uFillTx/>
                <a:latin typeface="IBM Plex Sans Light"/>
                <a:ea typeface="+mn-ea"/>
                <a:cs typeface="+mn-cs"/>
              </a:rPr>
              <a:t> AI tools, automation and process orchestration to predict which designs to manufacture and the right quantities for each location </a:t>
            </a:r>
            <a:br>
              <a:rPr kumimoji="0" lang="en-US" sz="2800" b="0" i="0" u="none" strike="noStrike" kern="0" cap="none" spc="0" normalizeH="0" baseline="0" noProof="0" dirty="0">
                <a:ln>
                  <a:noFill/>
                </a:ln>
                <a:solidFill>
                  <a:srgbClr val="000000"/>
                </a:solidFill>
                <a:effectLst/>
                <a:uLnTx/>
                <a:uFillTx/>
                <a:latin typeface="IBM Plex Sans Light"/>
                <a:ea typeface="+mn-ea"/>
                <a:cs typeface="+mn-cs"/>
              </a:rPr>
            </a:br>
            <a:r>
              <a:rPr kumimoji="0" lang="en-US" sz="2800" b="0" i="0" u="none" strike="noStrike" kern="0" cap="none" spc="0" normalizeH="0" baseline="0" noProof="0" dirty="0">
                <a:ln>
                  <a:noFill/>
                </a:ln>
                <a:solidFill>
                  <a:srgbClr val="000000"/>
                </a:solidFill>
                <a:effectLst/>
                <a:uLnTx/>
                <a:uFillTx/>
                <a:latin typeface="IBM Plex Sans Light"/>
                <a:ea typeface="+mn-ea"/>
                <a:cs typeface="+mn-cs"/>
              </a:rPr>
              <a:t>to improve efficiency of the supply chain.</a:t>
            </a:r>
          </a:p>
        </p:txBody>
      </p:sp>
      <p:sp>
        <p:nvSpPr>
          <p:cNvPr id="29" name="Text Placeholder 28">
            <a:extLst>
              <a:ext uri="{FF2B5EF4-FFF2-40B4-BE49-F238E27FC236}">
                <a16:creationId xmlns:a16="http://schemas.microsoft.com/office/drawing/2014/main" id="{25CC4B7C-8480-47A5-F481-3BE6B1FE7D52}"/>
              </a:ext>
            </a:extLst>
          </p:cNvPr>
          <p:cNvSpPr>
            <a:spLocks noGrp="1"/>
          </p:cNvSpPr>
          <p:nvPr>
            <p:ph type="body" sz="quarter" idx="14"/>
          </p:nvPr>
        </p:nvSpPr>
        <p:spPr>
          <a:xfrm>
            <a:off x="18859500" y="3044824"/>
            <a:ext cx="4953000" cy="9150350"/>
          </a:xfrm>
        </p:spPr>
        <p:txBody>
          <a:bodyPr/>
          <a:lstStyle/>
          <a:p>
            <a:pPr marL="0" marR="0" lvl="0" indent="0" algn="l" defTabSz="1829379" rtl="0" eaLnBrk="1" fontAlgn="auto" latinLnBrk="0" hangingPunct="1">
              <a:lnSpc>
                <a:spcPct val="100000"/>
              </a:lnSpc>
              <a:spcBef>
                <a:spcPts val="0"/>
              </a:spcBef>
              <a:spcAft>
                <a:spcPts val="0"/>
              </a:spcAft>
              <a:buClrTx/>
              <a:buSzTx/>
              <a:buFontTx/>
              <a:buNone/>
              <a:tabLst/>
              <a:defRPr/>
            </a:pPr>
            <a:r>
              <a:rPr kumimoji="0" lang="en-US" sz="2800" b="0" i="0" u="none" strike="noStrike" kern="0" cap="none" spc="0" normalizeH="0" baseline="0" noProof="0" dirty="0">
                <a:ln>
                  <a:noFill/>
                </a:ln>
                <a:solidFill>
                  <a:srgbClr val="000000"/>
                </a:solidFill>
                <a:effectLst/>
                <a:uLnTx/>
                <a:uFillTx/>
                <a:latin typeface="IBM Plex Sans Medm" panose="020B0503050203000203" pitchFamily="34" charset="0"/>
                <a:ea typeface="+mn-ea"/>
                <a:cs typeface="+mn-cs"/>
              </a:rPr>
              <a:t>Outcome</a:t>
            </a:r>
          </a:p>
          <a:p>
            <a:pPr marL="0" marR="0" lvl="0" indent="0" algn="l" defTabSz="1829379" rtl="0" eaLnBrk="1" fontAlgn="auto" latinLnBrk="0" hangingPunct="1">
              <a:lnSpc>
                <a:spcPct val="100000"/>
              </a:lnSpc>
              <a:spcBef>
                <a:spcPts val="0"/>
              </a:spcBef>
              <a:spcAft>
                <a:spcPts val="0"/>
              </a:spcAft>
              <a:buClrTx/>
              <a:buSzTx/>
              <a:buFontTx/>
              <a:buNone/>
              <a:tabLst/>
              <a:defRPr/>
            </a:pPr>
            <a:r>
              <a:rPr kumimoji="0" lang="en-US" sz="2800" b="0" i="0" u="none" strike="noStrike" kern="0" cap="none" spc="0" normalizeH="0" baseline="0" noProof="0" dirty="0">
                <a:ln>
                  <a:noFill/>
                </a:ln>
                <a:solidFill>
                  <a:srgbClr val="000000"/>
                </a:solidFill>
                <a:effectLst/>
                <a:uLnTx/>
                <a:uFillTx/>
                <a:latin typeface="IBM Plex Sans Light" panose="020B0403050203000203" pitchFamily="34" charset="0"/>
                <a:ea typeface="+mn-ea"/>
                <a:cs typeface="+mn-cs"/>
              </a:rPr>
              <a:t>Bestseller India now has </a:t>
            </a:r>
            <a:br>
              <a:rPr kumimoji="0" lang="en-US" sz="2800" b="0" i="0" u="none" strike="noStrike" kern="0" cap="none" spc="0" normalizeH="0" baseline="0" noProof="0" dirty="0">
                <a:ln>
                  <a:noFill/>
                </a:ln>
                <a:solidFill>
                  <a:srgbClr val="000000"/>
                </a:solidFill>
                <a:effectLst/>
                <a:uLnTx/>
                <a:uFillTx/>
                <a:latin typeface="IBM Plex Sans Light" panose="020B0403050203000203" pitchFamily="34" charset="0"/>
                <a:ea typeface="+mn-ea"/>
                <a:cs typeface="+mn-cs"/>
              </a:rPr>
            </a:br>
            <a:r>
              <a:rPr kumimoji="0" lang="en-US" sz="2800" b="0" i="0" u="none" strike="noStrike" kern="0" cap="none" spc="0" normalizeH="0" baseline="0" noProof="0" dirty="0">
                <a:ln>
                  <a:noFill/>
                </a:ln>
                <a:solidFill>
                  <a:srgbClr val="000000"/>
                </a:solidFill>
                <a:effectLst/>
                <a:uLnTx/>
                <a:uFillTx/>
                <a:latin typeface="IBM Plex Sans Light" panose="020B0403050203000203" pitchFamily="34" charset="0"/>
                <a:ea typeface="+mn-ea"/>
                <a:cs typeface="+mn-cs"/>
              </a:rPr>
              <a:t>access to data-driven insights </a:t>
            </a:r>
            <a:br>
              <a:rPr kumimoji="0" lang="en-US" sz="2800" b="0" i="0" u="none" strike="noStrike" kern="0" cap="none" spc="0" normalizeH="0" baseline="0" noProof="0" dirty="0">
                <a:ln>
                  <a:noFill/>
                </a:ln>
                <a:solidFill>
                  <a:srgbClr val="000000"/>
                </a:solidFill>
                <a:effectLst/>
                <a:uLnTx/>
                <a:uFillTx/>
                <a:latin typeface="IBM Plex Sans Light" panose="020B0403050203000203" pitchFamily="34" charset="0"/>
                <a:ea typeface="+mn-ea"/>
                <a:cs typeface="+mn-cs"/>
              </a:rPr>
            </a:br>
            <a:r>
              <a:rPr kumimoji="0" lang="en-US" sz="2800" b="0" i="0" u="none" strike="noStrike" kern="0" cap="none" spc="0" normalizeH="0" baseline="0" noProof="0" dirty="0">
                <a:ln>
                  <a:noFill/>
                </a:ln>
                <a:solidFill>
                  <a:srgbClr val="000000"/>
                </a:solidFill>
                <a:effectLst/>
                <a:uLnTx/>
                <a:uFillTx/>
                <a:latin typeface="IBM Plex Sans Light" panose="020B0403050203000203" pitchFamily="34" charset="0"/>
                <a:ea typeface="+mn-ea"/>
                <a:cs typeface="+mn-cs"/>
              </a:rPr>
              <a:t>to make sustainable design and production decisions.</a:t>
            </a:r>
          </a:p>
          <a:p>
            <a:pPr marL="0" marR="0" lvl="0" indent="0" algn="l" defTabSz="1829379" rtl="0" eaLnBrk="1" fontAlgn="auto" latinLnBrk="0" hangingPunct="1">
              <a:lnSpc>
                <a:spcPct val="100000"/>
              </a:lnSpc>
              <a:spcBef>
                <a:spcPts val="0"/>
              </a:spcBef>
              <a:spcAft>
                <a:spcPts val="0"/>
              </a:spcAft>
              <a:buClrTx/>
              <a:buSzTx/>
              <a:buFontTx/>
              <a:buNone/>
              <a:tabLst/>
              <a:defRPr/>
            </a:pPr>
            <a:br>
              <a:rPr kumimoji="0" lang="en-US" sz="2800" b="0" i="0" u="none" strike="noStrike" kern="0" cap="none" spc="0" normalizeH="0" baseline="0" noProof="0" dirty="0">
                <a:ln>
                  <a:noFill/>
                </a:ln>
                <a:solidFill>
                  <a:srgbClr val="000000"/>
                </a:solidFill>
                <a:effectLst/>
                <a:uLnTx/>
                <a:uFillTx/>
                <a:latin typeface="IBM Plex Sans Light" panose="020B0403050203000203" pitchFamily="34" charset="0"/>
                <a:ea typeface="+mn-ea"/>
                <a:cs typeface="+mn-cs"/>
              </a:rPr>
            </a:br>
            <a:endParaRPr kumimoji="0" lang="en-US" sz="2800" b="0" i="0" u="none" strike="noStrike" kern="0" cap="none" spc="0" normalizeH="0" baseline="0" noProof="0" dirty="0">
              <a:ln>
                <a:noFill/>
              </a:ln>
              <a:solidFill>
                <a:srgbClr val="000000"/>
              </a:solidFill>
              <a:effectLst/>
              <a:uLnTx/>
              <a:uFillTx/>
              <a:latin typeface="IBM Plex Sans Light" panose="020B0403050203000203" pitchFamily="34" charset="0"/>
              <a:ea typeface="+mn-ea"/>
              <a:cs typeface="+mn-cs"/>
            </a:endParaRPr>
          </a:p>
          <a:p>
            <a:pPr marL="256032" marR="0" lvl="0" indent="-256032" algn="l" defTabSz="1829379" rtl="0" eaLnBrk="1" fontAlgn="auto" latinLnBrk="0" hangingPunct="1">
              <a:lnSpc>
                <a:spcPct val="100000"/>
              </a:lnSpc>
              <a:spcBef>
                <a:spcPts val="0"/>
              </a:spcBef>
              <a:spcAft>
                <a:spcPts val="0"/>
              </a:spcAft>
              <a:buClrTx/>
              <a:buSzTx/>
              <a:buFont typeface="IBM Plex Sans Light"/>
              <a:buChar char="−"/>
              <a:tabLst/>
              <a:defRPr/>
            </a:pPr>
            <a:r>
              <a:rPr kumimoji="0" lang="en-US" sz="2800" b="0" i="0" u="none" strike="noStrike" kern="0" cap="none" spc="0" normalizeH="0" baseline="0" noProof="0" dirty="0">
                <a:ln>
                  <a:noFill/>
                </a:ln>
                <a:solidFill>
                  <a:srgbClr val="000000"/>
                </a:solidFill>
                <a:effectLst/>
                <a:uLnTx/>
                <a:uFillTx/>
                <a:latin typeface="IBM Plex Sans Light" panose="020B0403050203000203" pitchFamily="34" charset="0"/>
                <a:ea typeface="+mn-ea"/>
                <a:cs typeface="+mn-cs"/>
              </a:rPr>
              <a:t>4% revenue uplift</a:t>
            </a:r>
          </a:p>
          <a:p>
            <a:pPr marL="256032" marR="0" lvl="0" indent="-256032" algn="l" defTabSz="1829379" rtl="0" eaLnBrk="1" fontAlgn="auto" latinLnBrk="0" hangingPunct="1">
              <a:lnSpc>
                <a:spcPct val="100000"/>
              </a:lnSpc>
              <a:spcBef>
                <a:spcPts val="0"/>
              </a:spcBef>
              <a:spcAft>
                <a:spcPts val="0"/>
              </a:spcAft>
              <a:buClrTx/>
              <a:buSzTx/>
              <a:buFont typeface="IBM Plex Sans Light"/>
              <a:buChar char="−"/>
              <a:tabLst/>
              <a:defRPr/>
            </a:pPr>
            <a:r>
              <a:rPr kumimoji="0" lang="en-US" sz="2800" b="0" i="0" u="none" strike="noStrike" kern="0" cap="none" spc="0" normalizeH="0" baseline="0" noProof="0" dirty="0">
                <a:ln>
                  <a:noFill/>
                </a:ln>
                <a:solidFill>
                  <a:srgbClr val="000000"/>
                </a:solidFill>
                <a:effectLst/>
                <a:uLnTx/>
                <a:uFillTx/>
                <a:latin typeface="IBM Plex Sans Light" panose="020B0403050203000203" pitchFamily="34" charset="0"/>
                <a:ea typeface="+mn-ea"/>
                <a:cs typeface="+mn-cs"/>
              </a:rPr>
              <a:t>15% decrease in supply chain cost</a:t>
            </a:r>
          </a:p>
          <a:p>
            <a:pPr marL="256032" marR="0" lvl="0" indent="-256032" algn="l" defTabSz="1829379" rtl="0" eaLnBrk="1" fontAlgn="auto" latinLnBrk="0" hangingPunct="1">
              <a:lnSpc>
                <a:spcPct val="100000"/>
              </a:lnSpc>
              <a:spcBef>
                <a:spcPts val="0"/>
              </a:spcBef>
              <a:spcAft>
                <a:spcPts val="0"/>
              </a:spcAft>
              <a:buClrTx/>
              <a:buSzTx/>
              <a:buFont typeface="IBM Plex Sans Light"/>
              <a:buChar char="−"/>
              <a:tabLst/>
              <a:defRPr/>
            </a:pPr>
            <a:r>
              <a:rPr kumimoji="0" lang="en-US" sz="2800" b="0" i="0" u="none" strike="noStrike" kern="0" cap="none" spc="0" normalizeH="0" baseline="0" noProof="0" dirty="0">
                <a:ln>
                  <a:noFill/>
                </a:ln>
                <a:solidFill>
                  <a:srgbClr val="000000"/>
                </a:solidFill>
                <a:effectLst/>
                <a:uLnTx/>
                <a:uFillTx/>
                <a:latin typeface="IBM Plex Sans Light" panose="020B0403050203000203" pitchFamily="34" charset="0"/>
                <a:ea typeface="+mn-ea"/>
                <a:cs typeface="+mn-cs"/>
              </a:rPr>
              <a:t>5% decrease in unsold inventory</a:t>
            </a:r>
          </a:p>
          <a:p>
            <a:pPr marL="256032" marR="0" lvl="0" indent="-256032" algn="l" defTabSz="1829379" rtl="0" eaLnBrk="1" fontAlgn="auto" latinLnBrk="0" hangingPunct="1">
              <a:lnSpc>
                <a:spcPct val="100000"/>
              </a:lnSpc>
              <a:spcBef>
                <a:spcPts val="0"/>
              </a:spcBef>
              <a:spcAft>
                <a:spcPts val="0"/>
              </a:spcAft>
              <a:buClrTx/>
              <a:buSzTx/>
              <a:buFont typeface="IBM Plex Sans Light"/>
              <a:buChar char="−"/>
              <a:tabLst/>
              <a:defRPr/>
            </a:pPr>
            <a:r>
              <a:rPr kumimoji="0" lang="en-US" sz="2800" b="0" i="0" u="none" strike="noStrike" kern="0" cap="none" spc="0" normalizeH="0" baseline="0" noProof="0" dirty="0">
                <a:ln>
                  <a:noFill/>
                </a:ln>
                <a:solidFill>
                  <a:srgbClr val="000000"/>
                </a:solidFill>
                <a:effectLst/>
                <a:uLnTx/>
                <a:uFillTx/>
                <a:latin typeface="IBM Plex Sans Light" panose="020B0403050203000203" pitchFamily="34" charset="0"/>
                <a:ea typeface="+mn-ea"/>
                <a:cs typeface="+mn-cs"/>
              </a:rPr>
              <a:t>New ways of working empower talent to work smarter with AI-driven decision-making.</a:t>
            </a:r>
          </a:p>
        </p:txBody>
      </p:sp>
      <p:sp>
        <p:nvSpPr>
          <p:cNvPr id="23" name="Text Placeholder 22">
            <a:extLst>
              <a:ext uri="{FF2B5EF4-FFF2-40B4-BE49-F238E27FC236}">
                <a16:creationId xmlns:a16="http://schemas.microsoft.com/office/drawing/2014/main" id="{CF457981-5BD0-6DD6-3E20-2BAE4BE1D281}"/>
              </a:ext>
            </a:extLst>
          </p:cNvPr>
          <p:cNvSpPr>
            <a:spLocks noGrp="1"/>
          </p:cNvSpPr>
          <p:nvPr>
            <p:ph type="body" sz="quarter" idx="11"/>
          </p:nvPr>
        </p:nvSpPr>
        <p:spPr/>
        <p:txBody>
          <a:bodyPr/>
          <a:lstStyle/>
          <a:p>
            <a:r>
              <a:rPr lang="en-US" dirty="0"/>
              <a:t>Source or label</a:t>
            </a:r>
          </a:p>
        </p:txBody>
      </p:sp>
      <p:sp>
        <p:nvSpPr>
          <p:cNvPr id="12" name="Footer Placeholder 11">
            <a:extLst>
              <a:ext uri="{FF2B5EF4-FFF2-40B4-BE49-F238E27FC236}">
                <a16:creationId xmlns:a16="http://schemas.microsoft.com/office/drawing/2014/main" id="{B7D27534-880F-1A62-C0B9-FFAE56E1C60C}"/>
              </a:ext>
            </a:extLst>
          </p:cNvPr>
          <p:cNvSpPr>
            <a:spLocks noGrp="1"/>
          </p:cNvSpPr>
          <p:nvPr>
            <p:ph type="ftr" sz="quarter" idx="18"/>
          </p:nvPr>
        </p:nvSpPr>
        <p:spPr/>
        <p:txBody>
          <a:bodyPr/>
          <a:lstStyle/>
          <a:p>
            <a:r>
              <a:rPr lang="en-US" dirty="0"/>
              <a:t>Footer</a:t>
            </a:r>
          </a:p>
        </p:txBody>
      </p:sp>
      <p:sp>
        <p:nvSpPr>
          <p:cNvPr id="19" name="Slide Number Placeholder 18">
            <a:extLst>
              <a:ext uri="{FF2B5EF4-FFF2-40B4-BE49-F238E27FC236}">
                <a16:creationId xmlns:a16="http://schemas.microsoft.com/office/drawing/2014/main" id="{4913498B-4058-B57C-7A99-E52914BB744E}"/>
              </a:ext>
            </a:extLst>
          </p:cNvPr>
          <p:cNvSpPr>
            <a:spLocks noGrp="1"/>
          </p:cNvSpPr>
          <p:nvPr>
            <p:ph type="sldNum" sz="quarter" idx="4"/>
          </p:nvPr>
        </p:nvSpPr>
        <p:spPr/>
        <p:txBody>
          <a:bodyPr/>
          <a:lstStyle/>
          <a:p>
            <a:fld id="{86CB4B4D-7CA3-9044-876B-883B54F8677D}" type="slidenum">
              <a:rPr lang="en-US" smtClean="0"/>
              <a:pPr/>
              <a:t>42</a:t>
            </a:fld>
            <a:endParaRPr lang="en-US" dirty="0"/>
          </a:p>
        </p:txBody>
      </p:sp>
      <p:sp>
        <p:nvSpPr>
          <p:cNvPr id="17" name="Text Placeholder 4">
            <a:extLst>
              <a:ext uri="{FF2B5EF4-FFF2-40B4-BE49-F238E27FC236}">
                <a16:creationId xmlns:a16="http://schemas.microsoft.com/office/drawing/2014/main" id="{E0199E90-554F-12F3-14FA-4E4203AC070C}"/>
              </a:ext>
            </a:extLst>
          </p:cNvPr>
          <p:cNvSpPr txBox="1">
            <a:spLocks/>
          </p:cNvSpPr>
          <p:nvPr/>
        </p:nvSpPr>
        <p:spPr>
          <a:xfrm>
            <a:off x="574675" y="3044824"/>
            <a:ext cx="4951413" cy="915035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lvl1pPr marL="0" marR="0" indent="0" algn="l" defTabSz="2438400" rtl="0" latinLnBrk="0">
              <a:lnSpc>
                <a:spcPct val="110000"/>
              </a:lnSpc>
              <a:spcBef>
                <a:spcPts val="0"/>
              </a:spcBef>
              <a:spcAft>
                <a:spcPts val="0"/>
              </a:spcAft>
              <a:buClrTx/>
              <a:buSzTx/>
              <a:buFontTx/>
              <a:buNone/>
              <a:tabLst/>
              <a:defRPr sz="3600" b="0" i="0" u="none" strike="noStrike" cap="none" spc="0" baseline="0">
                <a:solidFill>
                  <a:schemeClr val="tx1"/>
                </a:solidFill>
                <a:uFillTx/>
                <a:latin typeface="+mj-lt"/>
                <a:ea typeface="+mj-ea"/>
                <a:cs typeface="+mj-cs"/>
                <a:sym typeface="IBM Plex Sans Light"/>
              </a:defRPr>
            </a:lvl1pPr>
            <a:lvl2pPr marL="444465" marR="0" indent="-446749" algn="l" defTabSz="2438400" rtl="0" latinLnBrk="0">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2pPr>
            <a:lvl3pPr marL="615918" marR="0" indent="-446749" algn="l" defTabSz="2438400" rtl="0" latinLnBrk="0">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3pPr>
            <a:lvl4pPr marL="901671" marR="0" indent="-446749" algn="l" defTabSz="2438400" rtl="0" latinLnBrk="0">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4pPr>
            <a:lvl5pPr marL="1076298" marR="0" indent="-446749" algn="l" defTabSz="2438400" rtl="0" latinLnBrk="0">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5pPr>
            <a:lvl6pPr marL="1843060"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r>
              <a:rPr lang="en-US" sz="4400" dirty="0">
                <a:solidFill>
                  <a:srgbClr val="000000"/>
                </a:solidFill>
                <a:effectLst/>
              </a:rPr>
              <a:t>Revolutionizing retail in India, </a:t>
            </a:r>
            <a:r>
              <a:rPr lang="en-US" sz="4400" dirty="0">
                <a:solidFill>
                  <a:schemeClr val="accent1"/>
                </a:solidFill>
                <a:effectLst/>
              </a:rPr>
              <a:t>design → store</a:t>
            </a:r>
          </a:p>
        </p:txBody>
      </p:sp>
      <p:cxnSp>
        <p:nvCxnSpPr>
          <p:cNvPr id="13" name="Straight Connector 12" descr="Vertical column divider">
            <a:extLst>
              <a:ext uri="{FF2B5EF4-FFF2-40B4-BE49-F238E27FC236}">
                <a16:creationId xmlns:a16="http://schemas.microsoft.com/office/drawing/2014/main" id="{6820AE22-2E49-6374-ED60-33847258BFFC}"/>
              </a:ext>
            </a:extLst>
          </p:cNvPr>
          <p:cNvCxnSpPr>
            <a:cxnSpLocks/>
          </p:cNvCxnSpPr>
          <p:nvPr/>
        </p:nvCxnSpPr>
        <p:spPr bwMode="auto">
          <a:xfrm>
            <a:off x="12192127" y="570103"/>
            <a:ext cx="0" cy="1162507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8" name="Straight Connector 17" descr="Vertical column divider">
            <a:extLst>
              <a:ext uri="{FF2B5EF4-FFF2-40B4-BE49-F238E27FC236}">
                <a16:creationId xmlns:a16="http://schemas.microsoft.com/office/drawing/2014/main" id="{F62C5537-3332-0EE7-F3D3-AA8B1AA68B27}"/>
              </a:ext>
            </a:extLst>
          </p:cNvPr>
          <p:cNvCxnSpPr>
            <a:cxnSpLocks/>
          </p:cNvCxnSpPr>
          <p:nvPr/>
        </p:nvCxnSpPr>
        <p:spPr bwMode="auto">
          <a:xfrm>
            <a:off x="18288000" y="570103"/>
            <a:ext cx="0" cy="1162208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pic>
        <p:nvPicPr>
          <p:cNvPr id="6" name="Picture 5" descr="Pictogram of check mark in circle with anchor points in blue 60">
            <a:extLst>
              <a:ext uri="{FF2B5EF4-FFF2-40B4-BE49-F238E27FC236}">
                <a16:creationId xmlns:a16="http://schemas.microsoft.com/office/drawing/2014/main" id="{366ACAAC-E749-D42F-6FFD-88EDFDD781DC}"/>
              </a:ext>
            </a:extLst>
          </p:cNvPr>
          <p:cNvPicPr>
            <a:picLocks noChangeAspect="1"/>
          </p:cNvPicPr>
          <p:nvPr/>
        </p:nvPicPr>
        <p:blipFill>
          <a:blip r:embed="rId2"/>
          <a:stretch>
            <a:fillRect/>
          </a:stretch>
        </p:blipFill>
        <p:spPr>
          <a:xfrm>
            <a:off x="6682248" y="594852"/>
            <a:ext cx="1066800" cy="1066800"/>
          </a:xfrm>
          <a:prstGeom prst="rect">
            <a:avLst/>
          </a:prstGeom>
        </p:spPr>
      </p:pic>
      <p:pic>
        <p:nvPicPr>
          <p:cNvPr id="7" name="Picture 6" descr="Pictogram showing magnifying glass with anchor points in circle in blue 60">
            <a:extLst>
              <a:ext uri="{FF2B5EF4-FFF2-40B4-BE49-F238E27FC236}">
                <a16:creationId xmlns:a16="http://schemas.microsoft.com/office/drawing/2014/main" id="{8CD612D2-813E-25B0-211E-E5DA707911D7}"/>
              </a:ext>
            </a:extLst>
          </p:cNvPr>
          <p:cNvPicPr>
            <a:picLocks noChangeAspect="1"/>
          </p:cNvPicPr>
          <p:nvPr/>
        </p:nvPicPr>
        <p:blipFill>
          <a:blip r:embed="rId3"/>
          <a:srcRect/>
          <a:stretch/>
        </p:blipFill>
        <p:spPr>
          <a:xfrm>
            <a:off x="12771231" y="594852"/>
            <a:ext cx="1066800" cy="1066800"/>
          </a:xfrm>
          <a:prstGeom prst="rect">
            <a:avLst/>
          </a:prstGeom>
        </p:spPr>
      </p:pic>
      <p:pic>
        <p:nvPicPr>
          <p:cNvPr id="9" name="Picture 8" descr="Pictogram showing straight and curved lines intersected with circular anchor points and open arrow in blue 60">
            <a:extLst>
              <a:ext uri="{FF2B5EF4-FFF2-40B4-BE49-F238E27FC236}">
                <a16:creationId xmlns:a16="http://schemas.microsoft.com/office/drawing/2014/main" id="{546961AE-F54D-BFA8-8D6A-65E60FA54E97}"/>
              </a:ext>
            </a:extLst>
          </p:cNvPr>
          <p:cNvPicPr>
            <a:picLocks noChangeAspect="1"/>
          </p:cNvPicPr>
          <p:nvPr/>
        </p:nvPicPr>
        <p:blipFill>
          <a:blip r:embed="rId4"/>
          <a:srcRect/>
          <a:stretch/>
        </p:blipFill>
        <p:spPr>
          <a:xfrm>
            <a:off x="18899188" y="594852"/>
            <a:ext cx="1066800" cy="1066800"/>
          </a:xfrm>
          <a:prstGeom prst="rect">
            <a:avLst/>
          </a:prstGeom>
        </p:spPr>
      </p:pic>
    </p:spTree>
    <p:extLst>
      <p:ext uri="{BB962C8B-B14F-4D97-AF65-F5344CB8AC3E}">
        <p14:creationId xmlns:p14="http://schemas.microsoft.com/office/powerpoint/2010/main" val="285415802"/>
      </p:ext>
    </p:extLst>
  </p:cSld>
  <p:clrMapOvr>
    <a:masterClrMapping/>
  </p:clrMapOvr>
  <p:transition spd="me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7876DB9-AFB9-228C-497E-46F1A6666448}"/>
              </a:ext>
            </a:extLst>
          </p:cNvPr>
          <p:cNvSpPr>
            <a:spLocks noGrp="1"/>
          </p:cNvSpPr>
          <p:nvPr>
            <p:ph type="title"/>
          </p:nvPr>
        </p:nvSpPr>
        <p:spPr/>
        <p:txBody>
          <a:bodyPr/>
          <a:lstStyle/>
          <a:p>
            <a:r>
              <a:rPr lang="en-US" dirty="0">
                <a:solidFill>
                  <a:srgbClr val="000000"/>
                </a:solidFill>
                <a:effectLst/>
              </a:rPr>
              <a:t>C&amp;CS corporate </a:t>
            </a:r>
            <a:br>
              <a:rPr lang="en-US" dirty="0">
                <a:solidFill>
                  <a:srgbClr val="000000"/>
                </a:solidFill>
                <a:effectLst/>
              </a:rPr>
            </a:br>
            <a:r>
              <a:rPr lang="en-US" dirty="0">
                <a:solidFill>
                  <a:srgbClr val="000000"/>
                </a:solidFill>
                <a:effectLst/>
              </a:rPr>
              <a:t>directive </a:t>
            </a:r>
            <a:r>
              <a:rPr lang="en-US" dirty="0">
                <a:solidFill>
                  <a:srgbClr val="000000"/>
                </a:solidFill>
              </a:rPr>
              <a:t>d</a:t>
            </a:r>
            <a:r>
              <a:rPr lang="en-US" dirty="0">
                <a:solidFill>
                  <a:srgbClr val="000000"/>
                </a:solidFill>
                <a:effectLst/>
              </a:rPr>
              <a:t>eviations</a:t>
            </a:r>
          </a:p>
        </p:txBody>
      </p:sp>
      <p:sp>
        <p:nvSpPr>
          <p:cNvPr id="2" name="Text Placeholder 1">
            <a:extLst>
              <a:ext uri="{FF2B5EF4-FFF2-40B4-BE49-F238E27FC236}">
                <a16:creationId xmlns:a16="http://schemas.microsoft.com/office/drawing/2014/main" id="{8AE1E100-97B0-8B21-5668-D011D6ED4032}"/>
              </a:ext>
            </a:extLst>
          </p:cNvPr>
          <p:cNvSpPr>
            <a:spLocks noGrp="1"/>
          </p:cNvSpPr>
          <p:nvPr>
            <p:ph type="body" sz="quarter" idx="11"/>
          </p:nvPr>
        </p:nvSpPr>
        <p:spPr>
          <a:xfrm>
            <a:off x="582422" y="4572406"/>
            <a:ext cx="4956175" cy="7622770"/>
          </a:xfrm>
        </p:spPr>
        <p:txBody>
          <a:bodyPr/>
          <a:lstStyle/>
          <a:p>
            <a:pPr marL="0" marR="0" lvl="0" indent="0" algn="l" defTabSz="1829379" rtl="0" eaLnBrk="1" fontAlgn="auto" latinLnBrk="0" hangingPunct="1">
              <a:lnSpc>
                <a:spcPct val="100000"/>
              </a:lnSpc>
              <a:spcBef>
                <a:spcPts val="0"/>
              </a:spcBef>
              <a:spcAft>
                <a:spcPts val="0"/>
              </a:spcAft>
              <a:buClrTx/>
              <a:buSzTx/>
              <a:buFontTx/>
              <a:buNone/>
              <a:tabLst/>
              <a:defRPr/>
            </a:pPr>
            <a:r>
              <a:rPr kumimoji="0" lang="en-US" b="1" i="0" u="none" strike="noStrike" kern="0" cap="none" spc="0" normalizeH="0" baseline="0" noProof="0" dirty="0">
                <a:ln>
                  <a:noFill/>
                </a:ln>
                <a:solidFill>
                  <a:srgbClr val="000000"/>
                </a:solidFill>
                <a:effectLst/>
                <a:uLnTx/>
                <a:uFillTx/>
                <a:latin typeface="IBM Plex Sans SmBld" panose="020B0503050203000203" pitchFamily="34" charset="0"/>
                <a:ea typeface="+mn-ea"/>
                <a:cs typeface="+mn-cs"/>
              </a:rPr>
              <a:t>IBM Automation</a:t>
            </a:r>
          </a:p>
          <a:p>
            <a:pPr marL="0" marR="0" lvl="0" indent="0" algn="l" defTabSz="1829379" rtl="0" eaLnBrk="1" fontAlgn="auto" latinLnBrk="0" hangingPunct="1">
              <a:lnSpc>
                <a:spcPct val="100000"/>
              </a:lnSpc>
              <a:spcBef>
                <a:spcPts val="0"/>
              </a:spcBef>
              <a:spcAft>
                <a:spcPts val="0"/>
              </a:spcAft>
              <a:buClrTx/>
              <a:buSzTx/>
              <a:buFontTx/>
              <a:buNone/>
              <a:tabLst/>
              <a:defRPr/>
            </a:pPr>
            <a:r>
              <a:rPr kumimoji="0" lang="en-US" u="none" strike="noStrike" kern="0" cap="none" spc="0" normalizeH="0" baseline="0" noProof="0" dirty="0">
                <a:ln>
                  <a:noFill/>
                </a:ln>
                <a:solidFill>
                  <a:srgbClr val="000000"/>
                </a:solidFill>
                <a:effectLst/>
                <a:uLnTx/>
                <a:uFillTx/>
                <a:ea typeface="+mn-ea"/>
                <a:cs typeface="+mn-cs"/>
              </a:rPr>
              <a:t>Still on target for March 2027 completion </a:t>
            </a:r>
            <a:br>
              <a:rPr kumimoji="0" lang="en-US" u="none" strike="noStrike" kern="0" cap="none" spc="0" normalizeH="0" baseline="0" noProof="0" dirty="0">
                <a:ln>
                  <a:noFill/>
                </a:ln>
                <a:solidFill>
                  <a:srgbClr val="000000"/>
                </a:solidFill>
                <a:effectLst/>
                <a:uLnTx/>
                <a:uFillTx/>
                <a:ea typeface="+mn-ea"/>
                <a:cs typeface="+mn-cs"/>
              </a:rPr>
            </a:br>
            <a:endParaRPr kumimoji="0" lang="en-US" u="none" strike="noStrike" kern="0" cap="none" spc="0" normalizeH="0" baseline="0" noProof="0" dirty="0">
              <a:ln>
                <a:noFill/>
              </a:ln>
              <a:solidFill>
                <a:srgbClr val="000000"/>
              </a:solidFill>
              <a:effectLst/>
              <a:uLnTx/>
              <a:uFillTx/>
              <a:ea typeface="+mn-ea"/>
              <a:cs typeface="+mn-cs"/>
            </a:endParaRPr>
          </a:p>
          <a:p>
            <a:pPr marL="347472" marR="0" lvl="0" indent="-347472" algn="l" defTabSz="1829379" rtl="0" eaLnBrk="1" fontAlgn="auto" latinLnBrk="0" hangingPunct="1">
              <a:lnSpc>
                <a:spcPct val="100000"/>
              </a:lnSpc>
              <a:spcBef>
                <a:spcPts val="0"/>
              </a:spcBef>
              <a:spcAft>
                <a:spcPts val="0"/>
              </a:spcAft>
              <a:buClrTx/>
              <a:buSzTx/>
              <a:buFont typeface="+mj-lt"/>
              <a:buAutoNum type="arabicPeriod"/>
              <a:tabLst/>
              <a:defRPr/>
            </a:pPr>
            <a:r>
              <a:rPr kumimoji="0" lang="en-US" u="none" strike="noStrike" kern="0" cap="none" spc="0" normalizeH="0" baseline="0" noProof="0" dirty="0">
                <a:ln>
                  <a:noFill/>
                </a:ln>
                <a:solidFill>
                  <a:srgbClr val="000000"/>
                </a:solidFill>
                <a:effectLst/>
                <a:uLnTx/>
                <a:uFillTx/>
                <a:ea typeface="+mn-ea"/>
                <a:cs typeface="+mn-cs"/>
              </a:rPr>
              <a:t>The migration of the source code to IBM-approved repositories</a:t>
            </a:r>
          </a:p>
          <a:p>
            <a:pPr marL="347472" marR="0" lvl="0" indent="-347472" algn="l" defTabSz="1829379" rtl="0" eaLnBrk="1" fontAlgn="auto" latinLnBrk="0" hangingPunct="1">
              <a:lnSpc>
                <a:spcPct val="100000"/>
              </a:lnSpc>
              <a:spcBef>
                <a:spcPts val="0"/>
              </a:spcBef>
              <a:spcAft>
                <a:spcPts val="0"/>
              </a:spcAft>
              <a:buClrTx/>
              <a:buSzTx/>
              <a:buFont typeface="+mj-lt"/>
              <a:buAutoNum type="arabicPeriod"/>
              <a:tabLst/>
              <a:defRPr/>
            </a:pPr>
            <a:r>
              <a:rPr kumimoji="0" lang="en-US" u="none" strike="noStrike" kern="0" cap="none" spc="0" normalizeH="0" baseline="0" noProof="0" dirty="0">
                <a:ln>
                  <a:noFill/>
                </a:ln>
                <a:solidFill>
                  <a:srgbClr val="000000"/>
                </a:solidFill>
                <a:effectLst/>
                <a:uLnTx/>
                <a:uFillTx/>
                <a:ea typeface="+mn-ea"/>
                <a:cs typeface="+mn-cs"/>
              </a:rPr>
              <a:t>The deployment of a secure network infrastructure </a:t>
            </a:r>
          </a:p>
          <a:p>
            <a:pPr marL="347472" marR="0" lvl="0" indent="-347472" algn="l" defTabSz="1829379" rtl="0" eaLnBrk="1" fontAlgn="auto" latinLnBrk="0" hangingPunct="1">
              <a:lnSpc>
                <a:spcPct val="100000"/>
              </a:lnSpc>
              <a:spcBef>
                <a:spcPts val="0"/>
              </a:spcBef>
              <a:spcAft>
                <a:spcPts val="0"/>
              </a:spcAft>
              <a:buClrTx/>
              <a:buSzTx/>
              <a:buFont typeface="+mj-lt"/>
              <a:buAutoNum type="arabicPeriod"/>
              <a:tabLst/>
              <a:defRPr/>
            </a:pPr>
            <a:r>
              <a:rPr kumimoji="0" lang="en-US" u="none" strike="noStrike" kern="0" cap="none" spc="0" normalizeH="0" baseline="0" noProof="0" dirty="0">
                <a:ln>
                  <a:noFill/>
                </a:ln>
                <a:solidFill>
                  <a:srgbClr val="000000"/>
                </a:solidFill>
                <a:effectLst/>
                <a:uLnTx/>
                <a:uFillTx/>
                <a:ea typeface="+mn-ea"/>
                <a:cs typeface="+mn-cs"/>
              </a:rPr>
              <a:t>Compliance with data privacy standards for our HR management application </a:t>
            </a:r>
          </a:p>
          <a:p>
            <a:pPr marL="347472" marR="0" lvl="0" indent="-347472" algn="l" defTabSz="1829379" rtl="0" eaLnBrk="1" fontAlgn="auto" latinLnBrk="0" hangingPunct="1">
              <a:lnSpc>
                <a:spcPct val="100000"/>
              </a:lnSpc>
              <a:spcBef>
                <a:spcPts val="0"/>
              </a:spcBef>
              <a:spcAft>
                <a:spcPts val="0"/>
              </a:spcAft>
              <a:buClrTx/>
              <a:buSzTx/>
              <a:buFont typeface="+mj-lt"/>
              <a:buAutoNum type="arabicPeriod"/>
              <a:tabLst/>
              <a:defRPr/>
            </a:pPr>
            <a:r>
              <a:rPr kumimoji="0" lang="en-US" u="none" strike="noStrike" kern="0" cap="none" spc="0" normalizeH="0" baseline="0" noProof="0" dirty="0">
                <a:ln>
                  <a:noFill/>
                </a:ln>
                <a:solidFill>
                  <a:srgbClr val="000000"/>
                </a:solidFill>
                <a:effectLst/>
                <a:uLnTx/>
                <a:uFillTx/>
                <a:ea typeface="+mn-ea"/>
                <a:cs typeface="+mn-cs"/>
              </a:rPr>
              <a:t>Stronger site physical security controls</a:t>
            </a:r>
          </a:p>
        </p:txBody>
      </p:sp>
      <p:sp>
        <p:nvSpPr>
          <p:cNvPr id="4" name="Text Placeholder 3">
            <a:extLst>
              <a:ext uri="{FF2B5EF4-FFF2-40B4-BE49-F238E27FC236}">
                <a16:creationId xmlns:a16="http://schemas.microsoft.com/office/drawing/2014/main" id="{BFA1114D-1B6D-5DDF-924A-4CCE8E0277BA}"/>
              </a:ext>
            </a:extLst>
          </p:cNvPr>
          <p:cNvSpPr>
            <a:spLocks noGrp="1"/>
          </p:cNvSpPr>
          <p:nvPr>
            <p:ph type="body" sz="quarter" idx="12"/>
          </p:nvPr>
        </p:nvSpPr>
        <p:spPr>
          <a:xfrm>
            <a:off x="6670675" y="4572406"/>
            <a:ext cx="4951413" cy="7622770"/>
          </a:xfrm>
        </p:spPr>
        <p:txBody>
          <a:bodyPr/>
          <a:lstStyle/>
          <a:p>
            <a:pPr marL="0" marR="0" lvl="0" indent="0" algn="l" defTabSz="1829379"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srgbClr val="000000"/>
                </a:solidFill>
                <a:effectLst/>
                <a:uLnTx/>
                <a:uFillTx/>
                <a:latin typeface="IBM Plex Sans SmBld" panose="020B0503050203000203" pitchFamily="34" charset="0"/>
                <a:ea typeface="+mn-ea"/>
                <a:cs typeface="+mn-cs"/>
              </a:rPr>
              <a:t>AI applications</a:t>
            </a:r>
          </a:p>
          <a:p>
            <a:pPr marL="347472" marR="0" lvl="0" indent="-347472" algn="l" defTabSz="1829379" rtl="0" eaLnBrk="1" fontAlgn="auto" latinLnBrk="0" hangingPunct="1">
              <a:lnSpc>
                <a:spcPct val="100000"/>
              </a:lnSpc>
              <a:spcBef>
                <a:spcPts val="0"/>
              </a:spcBef>
              <a:spcAft>
                <a:spcPts val="0"/>
              </a:spcAft>
              <a:buClrTx/>
              <a:buSzTx/>
              <a:buFont typeface="+mj-lt"/>
              <a:buAutoNum type="arabicPeriod"/>
              <a:tabLst/>
              <a:defRPr/>
            </a:pPr>
            <a:r>
              <a:rPr kumimoji="0" lang="en-US" b="0" i="0" u="none" strike="noStrike" kern="1200" cap="none" spc="0" normalizeH="0" baseline="0" noProof="0" dirty="0">
                <a:ln>
                  <a:noFill/>
                </a:ln>
                <a:solidFill>
                  <a:srgbClr val="000000"/>
                </a:solidFill>
                <a:effectLst/>
                <a:uLnTx/>
                <a:uFillTx/>
                <a:latin typeface="IBM Plex Sans" panose="020B0503050203000203" pitchFamily="34" charset="0"/>
                <a:ea typeface="+mn-ea"/>
                <a:cs typeface="+mn-cs"/>
              </a:rPr>
              <a:t>P2PaaS (4x)—Weak encryption on SoftLayer Bare Metal servers; public cloud still working on issue via ticket CS2059135 with no resolution timeframe; extension will occur</a:t>
            </a:r>
          </a:p>
          <a:p>
            <a:pPr marL="347472" marR="0" lvl="0" indent="-347472" algn="l" defTabSz="1829379" rtl="0" eaLnBrk="1" fontAlgn="auto" latinLnBrk="0" hangingPunct="1">
              <a:lnSpc>
                <a:spcPct val="100000"/>
              </a:lnSpc>
              <a:spcBef>
                <a:spcPts val="0"/>
              </a:spcBef>
              <a:spcAft>
                <a:spcPts val="0"/>
              </a:spcAft>
              <a:buClrTx/>
              <a:buSzTx/>
              <a:buFont typeface="+mj-lt"/>
              <a:buAutoNum type="arabicPeriod"/>
              <a:tabLst/>
              <a:defRPr/>
            </a:pPr>
            <a:r>
              <a:rPr kumimoji="0" lang="en-US" b="0" i="0" u="none" strike="noStrike" kern="1200" cap="none" spc="0" normalizeH="0" baseline="0" noProof="0" dirty="0">
                <a:ln>
                  <a:noFill/>
                </a:ln>
                <a:solidFill>
                  <a:srgbClr val="000000"/>
                </a:solidFill>
                <a:effectLst/>
                <a:uLnTx/>
                <a:uFillTx/>
                <a:latin typeface="IBM Plex Sans" panose="020B0503050203000203" pitchFamily="34" charset="0"/>
                <a:ea typeface="+mn-ea"/>
                <a:cs typeface="+mn-cs"/>
              </a:rPr>
              <a:t>Emptoris (3x)—Patching not meeting FBA required timelines; decommissioning environment in effect as there are only five customers left; expect to have only one customer left </a:t>
            </a:r>
            <a:br>
              <a:rPr kumimoji="0" lang="en-US" b="0" i="0" u="none" strike="noStrike" kern="1200" cap="none" spc="0" normalizeH="0" baseline="0" noProof="0" dirty="0">
                <a:ln>
                  <a:noFill/>
                </a:ln>
                <a:solidFill>
                  <a:srgbClr val="000000"/>
                </a:solidFill>
                <a:effectLst/>
                <a:uLnTx/>
                <a:uFillTx/>
                <a:latin typeface="IBM Plex Sans" panose="020B0503050203000203" pitchFamily="34" charset="0"/>
                <a:ea typeface="+mn-ea"/>
                <a:cs typeface="+mn-cs"/>
              </a:rPr>
            </a:br>
            <a:r>
              <a:rPr kumimoji="0" lang="en-US" b="0" i="0" u="none" strike="noStrike" kern="1200" cap="none" spc="0" normalizeH="0" baseline="0" noProof="0" dirty="0">
                <a:ln>
                  <a:noFill/>
                </a:ln>
                <a:solidFill>
                  <a:srgbClr val="000000"/>
                </a:solidFill>
                <a:effectLst/>
                <a:uLnTx/>
                <a:uFillTx/>
                <a:latin typeface="IBM Plex Sans" panose="020B0503050203000203" pitchFamily="34" charset="0"/>
                <a:ea typeface="+mn-ea"/>
                <a:cs typeface="+mn-cs"/>
              </a:rPr>
              <a:t>in January 2023</a:t>
            </a:r>
          </a:p>
          <a:p>
            <a:pPr marL="0" marR="0" lvl="0" indent="0" algn="l" defTabSz="1829379"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dirty="0">
              <a:ln>
                <a:noFill/>
              </a:ln>
              <a:solidFill>
                <a:srgbClr val="000000"/>
              </a:solidFill>
              <a:effectLst/>
              <a:uLnTx/>
              <a:uFillTx/>
              <a:latin typeface="IBM Plex Sans" panose="020B0503050203000203" pitchFamily="34" charset="0"/>
              <a:ea typeface="+mn-ea"/>
              <a:cs typeface="+mn-cs"/>
            </a:endParaRPr>
          </a:p>
          <a:p>
            <a:pPr marL="0" marR="0" lvl="0" indent="0" algn="l" defTabSz="1829379"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srgbClr val="000000"/>
                </a:solidFill>
                <a:effectLst/>
                <a:uLnTx/>
                <a:uFillTx/>
                <a:latin typeface="IBM Plex Sans SmBld" panose="020B0503050203000203" pitchFamily="34" charset="0"/>
                <a:ea typeface="+mn-ea"/>
                <a:cs typeface="+mn-cs"/>
              </a:rPr>
              <a:t>Security</a:t>
            </a:r>
          </a:p>
          <a:p>
            <a:pPr marL="347472" marR="0" lvl="0" indent="-347472" algn="l" defTabSz="1829379" rtl="0" eaLnBrk="1" fontAlgn="auto" latinLnBrk="0" hangingPunct="1">
              <a:lnSpc>
                <a:spcPct val="100000"/>
              </a:lnSpc>
              <a:spcBef>
                <a:spcPts val="0"/>
              </a:spcBef>
              <a:spcAft>
                <a:spcPts val="0"/>
              </a:spcAft>
              <a:buClrTx/>
              <a:buSzTx/>
              <a:buFont typeface="+mj-lt"/>
              <a:buAutoNum type="arabicPeriod"/>
              <a:tabLst/>
              <a:defRPr/>
            </a:pPr>
            <a:r>
              <a:rPr kumimoji="0" lang="en-US" b="0" i="0" u="none" strike="noStrike" kern="1200" cap="none" spc="0" normalizeH="0" baseline="0" noProof="0" dirty="0">
                <a:ln>
                  <a:noFill/>
                </a:ln>
                <a:solidFill>
                  <a:srgbClr val="000000"/>
                </a:solidFill>
                <a:effectLst/>
                <a:uLnTx/>
                <a:uFillTx/>
                <a:latin typeface="IBM Plex Sans" panose="020B0503050203000203" pitchFamily="34" charset="0"/>
                <a:ea typeface="+mn-ea"/>
                <a:cs typeface="+mn-cs"/>
              </a:rPr>
              <a:t>Trusteer (3x)—Migration of all applications and products to secret vaults delayed to due resource limitations: target February 2027</a:t>
            </a:r>
          </a:p>
        </p:txBody>
      </p:sp>
      <p:sp>
        <p:nvSpPr>
          <p:cNvPr id="5" name="Text Placeholder 4">
            <a:extLst>
              <a:ext uri="{FF2B5EF4-FFF2-40B4-BE49-F238E27FC236}">
                <a16:creationId xmlns:a16="http://schemas.microsoft.com/office/drawing/2014/main" id="{9391FE8B-E301-50A3-7946-FDB5219C8F3B}"/>
              </a:ext>
            </a:extLst>
          </p:cNvPr>
          <p:cNvSpPr>
            <a:spLocks noGrp="1"/>
          </p:cNvSpPr>
          <p:nvPr>
            <p:ph type="body" sz="quarter" idx="13"/>
          </p:nvPr>
        </p:nvSpPr>
        <p:spPr>
          <a:xfrm>
            <a:off x="12766675" y="4572406"/>
            <a:ext cx="4953000" cy="7622770"/>
          </a:xfrm>
        </p:spPr>
        <p:txBody>
          <a:bodyPr/>
          <a:lstStyle/>
          <a:p>
            <a:pPr marL="0" marR="0" lvl="0" indent="0" algn="l" defTabSz="1829379"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srgbClr val="000000"/>
                </a:solidFill>
                <a:effectLst/>
                <a:uLnTx/>
                <a:uFillTx/>
                <a:latin typeface="IBM Plex Sans SmBld" panose="020B0503050203000203" pitchFamily="34" charset="0"/>
                <a:ea typeface="+mn-ea"/>
                <a:cs typeface="+mn-cs"/>
              </a:rPr>
              <a:t>AI applications</a:t>
            </a:r>
          </a:p>
          <a:p>
            <a:pPr marL="347472" marR="0" lvl="0" indent="-347472" algn="l" defTabSz="1829379" rtl="0" eaLnBrk="1" fontAlgn="auto" latinLnBrk="0" hangingPunct="1">
              <a:lnSpc>
                <a:spcPct val="100000"/>
              </a:lnSpc>
              <a:spcBef>
                <a:spcPts val="0"/>
              </a:spcBef>
              <a:spcAft>
                <a:spcPts val="0"/>
              </a:spcAft>
              <a:buClrTx/>
              <a:buSzTx/>
              <a:buFont typeface="+mj-lt"/>
              <a:buAutoNum type="arabicPeriod"/>
              <a:tabLst/>
              <a:defRPr/>
            </a:pPr>
            <a:r>
              <a:rPr kumimoji="0" lang="en-US" b="0" i="0" u="none" strike="noStrike" kern="1200" cap="none" spc="0" normalizeH="0" baseline="0" noProof="0" dirty="0">
                <a:ln>
                  <a:noFill/>
                </a:ln>
                <a:solidFill>
                  <a:srgbClr val="000000"/>
                </a:solidFill>
                <a:effectLst/>
                <a:uLnTx/>
                <a:uFillTx/>
                <a:latin typeface="IBM Plex Sans" panose="020B0503050203000203" pitchFamily="34" charset="0"/>
                <a:ea typeface="+mn-ea"/>
                <a:cs typeface="+mn-cs"/>
              </a:rPr>
              <a:t>ClearObject—Required removal of </a:t>
            </a:r>
            <a:br>
              <a:rPr kumimoji="0" lang="en-US" b="0" i="0" u="none" strike="noStrike" kern="1200" cap="none" spc="0" normalizeH="0" baseline="0" noProof="0" dirty="0">
                <a:ln>
                  <a:noFill/>
                </a:ln>
                <a:solidFill>
                  <a:srgbClr val="000000"/>
                </a:solidFill>
                <a:effectLst/>
                <a:uLnTx/>
                <a:uFillTx/>
                <a:latin typeface="IBM Plex Sans" panose="020B0503050203000203" pitchFamily="34" charset="0"/>
                <a:ea typeface="+mn-ea"/>
                <a:cs typeface="+mn-cs"/>
              </a:rPr>
            </a:br>
            <a:r>
              <a:rPr kumimoji="0" lang="en-US" b="0" i="0" u="none" strike="noStrike" kern="1200" cap="none" spc="0" normalizeH="0" baseline="0" noProof="0" dirty="0">
                <a:ln>
                  <a:noFill/>
                </a:ln>
                <a:solidFill>
                  <a:srgbClr val="000000"/>
                </a:solidFill>
                <a:effectLst/>
                <a:uLnTx/>
                <a:uFillTx/>
                <a:latin typeface="IBM Plex Sans" panose="020B0503050203000203" pitchFamily="34" charset="0"/>
                <a:ea typeface="+mn-ea"/>
                <a:cs typeface="+mn-cs"/>
              </a:rPr>
              <a:t>Ivanti Connect Secure VPN per IBM </a:t>
            </a:r>
            <a:br>
              <a:rPr kumimoji="0" lang="en-US" b="0" i="0" u="none" strike="noStrike" kern="1200" cap="none" spc="0" normalizeH="0" baseline="0" noProof="0" dirty="0">
                <a:ln>
                  <a:noFill/>
                </a:ln>
                <a:solidFill>
                  <a:srgbClr val="000000"/>
                </a:solidFill>
                <a:effectLst/>
                <a:uLnTx/>
                <a:uFillTx/>
                <a:latin typeface="IBM Plex Sans" panose="020B0503050203000203" pitchFamily="34" charset="0"/>
                <a:ea typeface="+mn-ea"/>
                <a:cs typeface="+mn-cs"/>
              </a:rPr>
            </a:br>
            <a:r>
              <a:rPr kumimoji="0" lang="en-US" b="0" i="0" u="none" strike="noStrike" kern="1200" cap="none" spc="0" normalizeH="0" baseline="0" noProof="0" dirty="0">
                <a:ln>
                  <a:noFill/>
                </a:ln>
                <a:solidFill>
                  <a:srgbClr val="000000"/>
                </a:solidFill>
                <a:effectLst/>
                <a:uLnTx/>
                <a:uFillTx/>
                <a:latin typeface="IBM Plex Sans" panose="020B0503050203000203" pitchFamily="34" charset="0"/>
                <a:ea typeface="+mn-ea"/>
                <a:cs typeface="+mn-cs"/>
              </a:rPr>
              <a:t>CISO mandate; migrating to IBM Cloud native VPC. </a:t>
            </a:r>
            <a:br>
              <a:rPr kumimoji="0" lang="en-US" b="0" i="0" u="none" strike="noStrike" kern="1200" cap="none" spc="0" normalizeH="0" baseline="0" noProof="0" dirty="0">
                <a:ln>
                  <a:noFill/>
                </a:ln>
                <a:solidFill>
                  <a:srgbClr val="000000"/>
                </a:solidFill>
                <a:effectLst/>
                <a:uLnTx/>
                <a:uFillTx/>
                <a:latin typeface="IBM Plex Sans" panose="020B0503050203000203" pitchFamily="34" charset="0"/>
                <a:ea typeface="+mn-ea"/>
                <a:cs typeface="+mn-cs"/>
              </a:rPr>
            </a:br>
            <a:endParaRPr kumimoji="0" lang="en-US" b="0" i="0" u="none" strike="noStrike" kern="1200" cap="none" spc="0" normalizeH="0" baseline="0" noProof="0" dirty="0">
              <a:ln>
                <a:noFill/>
              </a:ln>
              <a:solidFill>
                <a:srgbClr val="000000"/>
              </a:solidFill>
              <a:effectLst/>
              <a:uLnTx/>
              <a:uFillTx/>
              <a:latin typeface="IBM Plex Sans" panose="020B0503050203000203" pitchFamily="34" charset="0"/>
              <a:ea typeface="+mn-ea"/>
              <a:cs typeface="+mn-cs"/>
            </a:endParaRPr>
          </a:p>
          <a:p>
            <a:pPr marL="0" marR="0" lvl="0" indent="0" algn="l" defTabSz="1829379"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srgbClr val="000000"/>
                </a:solidFill>
                <a:effectLst/>
                <a:uLnTx/>
                <a:uFillTx/>
                <a:latin typeface="IBM Plex Sans SmBld" panose="020B0503050203000203" pitchFamily="34" charset="0"/>
                <a:ea typeface="+mn-ea"/>
                <a:cs typeface="+mn-cs"/>
              </a:rPr>
              <a:t>Data &amp; AI</a:t>
            </a:r>
          </a:p>
          <a:p>
            <a:pPr marL="347472" marR="0" lvl="0" indent="-347472" algn="l" defTabSz="1829379" rtl="0" eaLnBrk="1" fontAlgn="auto" latinLnBrk="0" hangingPunct="1">
              <a:lnSpc>
                <a:spcPct val="100000"/>
              </a:lnSpc>
              <a:spcBef>
                <a:spcPts val="0"/>
              </a:spcBef>
              <a:spcAft>
                <a:spcPts val="0"/>
              </a:spcAft>
              <a:buClrTx/>
              <a:buSzTx/>
              <a:buFont typeface="+mj-lt"/>
              <a:buAutoNum type="arabicPeriod"/>
              <a:tabLst/>
              <a:defRPr/>
            </a:pPr>
            <a:r>
              <a:rPr kumimoji="0" lang="en-US" b="0" i="0" u="none" strike="noStrike" kern="1200" cap="none" spc="0" normalizeH="0" baseline="0" noProof="0" dirty="0">
                <a:ln>
                  <a:noFill/>
                </a:ln>
                <a:solidFill>
                  <a:srgbClr val="000000"/>
                </a:solidFill>
                <a:effectLst/>
                <a:uLnTx/>
                <a:uFillTx/>
                <a:latin typeface="IBM Plex Sans" panose="020B0503050203000203" pitchFamily="34" charset="0"/>
                <a:ea typeface="+mn-ea"/>
                <a:cs typeface="+mn-cs"/>
              </a:rPr>
              <a:t>DB2WoC—Migration from seeded SHA-1 </a:t>
            </a:r>
            <a:br>
              <a:rPr kumimoji="0" lang="en-US" b="0" i="0" u="none" strike="noStrike" kern="1200" cap="none" spc="0" normalizeH="0" baseline="0" noProof="0" dirty="0">
                <a:ln>
                  <a:noFill/>
                </a:ln>
                <a:solidFill>
                  <a:srgbClr val="000000"/>
                </a:solidFill>
                <a:effectLst/>
                <a:uLnTx/>
                <a:uFillTx/>
                <a:latin typeface="IBM Plex Sans" panose="020B0503050203000203" pitchFamily="34" charset="0"/>
                <a:ea typeface="+mn-ea"/>
                <a:cs typeface="+mn-cs"/>
              </a:rPr>
            </a:br>
            <a:r>
              <a:rPr kumimoji="0" lang="en-US" b="0" i="0" u="none" strike="noStrike" kern="1200" cap="none" spc="0" normalizeH="0" baseline="0" noProof="0" dirty="0">
                <a:ln>
                  <a:noFill/>
                </a:ln>
                <a:solidFill>
                  <a:srgbClr val="000000"/>
                </a:solidFill>
                <a:effectLst/>
                <a:uLnTx/>
                <a:uFillTx/>
                <a:latin typeface="IBM Plex Sans" panose="020B0503050203000203" pitchFamily="34" charset="0"/>
                <a:ea typeface="+mn-ea"/>
                <a:cs typeface="+mn-cs"/>
              </a:rPr>
              <a:t>to more secure SHA-2 or SHA-3</a:t>
            </a:r>
          </a:p>
          <a:p>
            <a:pPr marL="347472" marR="0" lvl="0" indent="-347472" algn="l" defTabSz="1829379" rtl="0" eaLnBrk="1" fontAlgn="auto" latinLnBrk="0" hangingPunct="1">
              <a:lnSpc>
                <a:spcPct val="100000"/>
              </a:lnSpc>
              <a:spcBef>
                <a:spcPts val="0"/>
              </a:spcBef>
              <a:spcAft>
                <a:spcPts val="0"/>
              </a:spcAft>
              <a:buClrTx/>
              <a:buSzTx/>
              <a:buFont typeface="+mj-lt"/>
              <a:buAutoNum type="arabicPeriod"/>
              <a:tabLst/>
              <a:defRPr/>
            </a:pPr>
            <a:r>
              <a:rPr kumimoji="0" lang="en-US" b="0" i="0" u="none" strike="noStrike" kern="1200" cap="none" spc="0" normalizeH="0" baseline="0" noProof="0" dirty="0">
                <a:ln>
                  <a:noFill/>
                </a:ln>
                <a:solidFill>
                  <a:srgbClr val="000000"/>
                </a:solidFill>
                <a:effectLst/>
                <a:uLnTx/>
                <a:uFillTx/>
                <a:latin typeface="IBM Plex Sans" panose="020B0503050203000203" pitchFamily="34" charset="0"/>
                <a:ea typeface="+mn-ea"/>
                <a:cs typeface="+mn-cs"/>
              </a:rPr>
              <a:t>encryption algorithm </a:t>
            </a:r>
            <a:br>
              <a:rPr kumimoji="0" lang="en-US" b="0" i="0" u="none" strike="noStrike" kern="1200" cap="none" spc="0" normalizeH="0" baseline="0" noProof="0" dirty="0">
                <a:ln>
                  <a:noFill/>
                </a:ln>
                <a:solidFill>
                  <a:srgbClr val="000000"/>
                </a:solidFill>
                <a:effectLst/>
                <a:uLnTx/>
                <a:uFillTx/>
                <a:latin typeface="IBM Plex Sans" panose="020B0503050203000203" pitchFamily="34" charset="0"/>
                <a:ea typeface="+mn-ea"/>
                <a:cs typeface="+mn-cs"/>
              </a:rPr>
            </a:br>
            <a:r>
              <a:rPr kumimoji="0" lang="en-US" b="0" i="0" u="none" strike="noStrike" kern="1200" cap="none" spc="0" normalizeH="0" baseline="0" noProof="0" dirty="0">
                <a:ln>
                  <a:noFill/>
                </a:ln>
                <a:solidFill>
                  <a:srgbClr val="000000"/>
                </a:solidFill>
                <a:effectLst/>
                <a:uLnTx/>
                <a:uFillTx/>
                <a:latin typeface="IBM Plex Sans" panose="020B0503050203000203" pitchFamily="34" charset="0"/>
                <a:ea typeface="+mn-ea"/>
                <a:cs typeface="+mn-cs"/>
              </a:rPr>
              <a:t>is needed for storing passwords; (2) Actiance (Smarsh): FBA-FSRA Agreement Completion for supplier</a:t>
            </a:r>
            <a:br>
              <a:rPr kumimoji="0" lang="en-US" b="0" i="0" u="none" strike="noStrike" kern="1200" cap="none" spc="0" normalizeH="0" baseline="0" noProof="0" dirty="0">
                <a:ln>
                  <a:noFill/>
                </a:ln>
                <a:solidFill>
                  <a:srgbClr val="000000"/>
                </a:solidFill>
                <a:effectLst/>
                <a:uLnTx/>
                <a:uFillTx/>
                <a:latin typeface="IBM Plex Sans" panose="020B0503050203000203" pitchFamily="34" charset="0"/>
                <a:ea typeface="+mn-ea"/>
                <a:cs typeface="+mn-cs"/>
              </a:rPr>
            </a:br>
            <a:endParaRPr kumimoji="0" lang="en-US" b="1" i="0" u="none" strike="noStrike" kern="1200" cap="none" spc="0" normalizeH="0" baseline="0" noProof="0" dirty="0">
              <a:ln>
                <a:noFill/>
              </a:ln>
              <a:solidFill>
                <a:srgbClr val="000000"/>
              </a:solidFill>
              <a:effectLst/>
              <a:uLnTx/>
              <a:uFillTx/>
              <a:latin typeface="IBM Plex Sans SmBld" panose="020B0503050203000203" pitchFamily="34" charset="0"/>
              <a:ea typeface="+mn-ea"/>
              <a:cs typeface="+mn-cs"/>
            </a:endParaRPr>
          </a:p>
          <a:p>
            <a:pPr marL="0" marR="0" lvl="0" indent="0" algn="l" defTabSz="1829379"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srgbClr val="000000"/>
                </a:solidFill>
                <a:effectLst/>
                <a:uLnTx/>
                <a:uFillTx/>
                <a:latin typeface="IBM Plex Sans SmBld" panose="020B0503050203000203" pitchFamily="34" charset="0"/>
                <a:ea typeface="+mn-ea"/>
                <a:cs typeface="+mn-cs"/>
              </a:rPr>
              <a:t>IBM Automation</a:t>
            </a:r>
          </a:p>
          <a:p>
            <a:pPr marL="347472" marR="0" lvl="0" indent="-347472" algn="l" defTabSz="1829379" rtl="0" eaLnBrk="1" fontAlgn="auto" latinLnBrk="0" hangingPunct="1">
              <a:lnSpc>
                <a:spcPct val="100000"/>
              </a:lnSpc>
              <a:spcBef>
                <a:spcPts val="0"/>
              </a:spcBef>
              <a:spcAft>
                <a:spcPts val="0"/>
              </a:spcAft>
              <a:buClrTx/>
              <a:buSzTx/>
              <a:buFont typeface="+mj-lt"/>
              <a:buAutoNum type="arabicPeriod"/>
              <a:tabLst/>
              <a:defRPr/>
            </a:pPr>
            <a:r>
              <a:rPr kumimoji="0" lang="en-US" b="0" i="0" u="none" strike="noStrike" kern="1200" cap="none" spc="0" normalizeH="0" baseline="0" noProof="0" dirty="0">
                <a:ln>
                  <a:noFill/>
                </a:ln>
                <a:solidFill>
                  <a:srgbClr val="000000"/>
                </a:solidFill>
                <a:effectLst/>
                <a:uLnTx/>
                <a:uFillTx/>
                <a:latin typeface="IBM Plex Sans" panose="020B0503050203000203" pitchFamily="34" charset="0"/>
                <a:ea typeface="+mn-ea"/>
                <a:cs typeface="+mn-cs"/>
              </a:rPr>
              <a:t>Blue Diamond Lab—Resolving Nagios server vulnerability by moving to Instana</a:t>
            </a:r>
          </a:p>
          <a:p>
            <a:pPr marL="347472" marR="0" lvl="0" indent="-347472" algn="l" defTabSz="1829379" rtl="0" eaLnBrk="1" fontAlgn="auto" latinLnBrk="0" hangingPunct="1">
              <a:lnSpc>
                <a:spcPct val="100000"/>
              </a:lnSpc>
              <a:spcBef>
                <a:spcPts val="0"/>
              </a:spcBef>
              <a:spcAft>
                <a:spcPts val="0"/>
              </a:spcAft>
              <a:buClrTx/>
              <a:buSzTx/>
              <a:buFont typeface="+mj-lt"/>
              <a:buAutoNum type="arabicPeriod"/>
              <a:tabLst/>
              <a:defRPr/>
            </a:pPr>
            <a:r>
              <a:rPr kumimoji="0" lang="en-US" b="0" i="0" u="none" strike="noStrike" kern="1200" cap="none" spc="0" normalizeH="0" baseline="0" noProof="0" dirty="0">
                <a:ln>
                  <a:noFill/>
                </a:ln>
                <a:solidFill>
                  <a:srgbClr val="000000"/>
                </a:solidFill>
                <a:effectLst/>
                <a:uLnTx/>
                <a:uFillTx/>
                <a:latin typeface="IBM Plex Sans" panose="020B0503050203000203" pitchFamily="34" charset="0"/>
                <a:ea typeface="+mn-ea"/>
                <a:cs typeface="+mn-cs"/>
              </a:rPr>
              <a:t>Enterprise Content Manager—Patch backlog due to not meeting ITSS timelines</a:t>
            </a:r>
          </a:p>
          <a:p>
            <a:pPr marL="347472" marR="0" lvl="0" indent="-347472" algn="l" defTabSz="1829379" rtl="0" eaLnBrk="1" fontAlgn="auto" latinLnBrk="0" hangingPunct="1">
              <a:lnSpc>
                <a:spcPct val="100000"/>
              </a:lnSpc>
              <a:spcBef>
                <a:spcPts val="0"/>
              </a:spcBef>
              <a:spcAft>
                <a:spcPts val="0"/>
              </a:spcAft>
              <a:buClrTx/>
              <a:buSzTx/>
              <a:buFont typeface="+mj-lt"/>
              <a:buAutoNum type="arabicPeriod"/>
              <a:tabLst/>
              <a:defRPr/>
            </a:pPr>
            <a:r>
              <a:rPr kumimoji="0" lang="en-US" b="0" i="0" u="none" strike="noStrike" kern="1200" cap="none" spc="0" normalizeH="0" baseline="0" noProof="0" dirty="0">
                <a:ln>
                  <a:noFill/>
                </a:ln>
                <a:solidFill>
                  <a:srgbClr val="000000"/>
                </a:solidFill>
                <a:effectLst/>
                <a:uLnTx/>
                <a:uFillTx/>
                <a:latin typeface="IBM Plex Sans" panose="020B0503050203000203" pitchFamily="34" charset="0"/>
                <a:ea typeface="+mn-ea"/>
                <a:cs typeface="+mn-cs"/>
              </a:rPr>
              <a:t>Instana—Resource limitations preventing implementation of security services (Tenable, etc.).</a:t>
            </a:r>
          </a:p>
        </p:txBody>
      </p:sp>
      <p:sp>
        <p:nvSpPr>
          <p:cNvPr id="6" name="Text Placeholder 5">
            <a:extLst>
              <a:ext uri="{FF2B5EF4-FFF2-40B4-BE49-F238E27FC236}">
                <a16:creationId xmlns:a16="http://schemas.microsoft.com/office/drawing/2014/main" id="{9A90E838-A69B-D094-45C2-1EA9C76E12C1}"/>
              </a:ext>
            </a:extLst>
          </p:cNvPr>
          <p:cNvSpPr>
            <a:spLocks noGrp="1"/>
          </p:cNvSpPr>
          <p:nvPr>
            <p:ph type="body" sz="quarter" idx="14"/>
          </p:nvPr>
        </p:nvSpPr>
        <p:spPr>
          <a:xfrm>
            <a:off x="18862675" y="4572406"/>
            <a:ext cx="4959350" cy="7622770"/>
          </a:xfrm>
        </p:spPr>
        <p:txBody>
          <a:bodyPr/>
          <a:lstStyle/>
          <a:p>
            <a:pPr marL="0" marR="0" lvl="0" indent="0" algn="l" defTabSz="1829379"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srgbClr val="000000"/>
                </a:solidFill>
                <a:effectLst/>
                <a:uLnTx/>
                <a:uFillTx/>
                <a:latin typeface="IBM Plex Sans SmBld" panose="020B0503050203000203" pitchFamily="34" charset="0"/>
                <a:ea typeface="+mn-ea"/>
                <a:cs typeface="+mn-cs"/>
              </a:rPr>
              <a:t>Watson Health</a:t>
            </a:r>
          </a:p>
          <a:p>
            <a:pPr marL="347472" marR="0" lvl="0" indent="-347472" algn="l" defTabSz="1829379" rtl="0" eaLnBrk="1" fontAlgn="auto" latinLnBrk="0" hangingPunct="1">
              <a:lnSpc>
                <a:spcPct val="100000"/>
              </a:lnSpc>
              <a:spcBef>
                <a:spcPts val="0"/>
              </a:spcBef>
              <a:spcAft>
                <a:spcPts val="0"/>
              </a:spcAft>
              <a:buClrTx/>
              <a:buSzTx/>
              <a:buFont typeface="+mj-lt"/>
              <a:buAutoNum type="arabicPeriod"/>
              <a:tabLst/>
              <a:defRPr/>
            </a:pPr>
            <a:r>
              <a:rPr kumimoji="0" lang="en-US" b="0" i="0" u="none" strike="noStrike" kern="1200" cap="none" spc="0" normalizeH="0" baseline="0" noProof="0" dirty="0">
                <a:ln>
                  <a:noFill/>
                </a:ln>
                <a:solidFill>
                  <a:srgbClr val="000000"/>
                </a:solidFill>
                <a:effectLst/>
                <a:uLnTx/>
                <a:uFillTx/>
                <a:latin typeface="IBM Plex Sans" panose="020B0503050203000203" pitchFamily="34" charset="0"/>
                <a:ea typeface="+mn-ea"/>
                <a:cs typeface="+mn-cs"/>
              </a:rPr>
              <a:t>Curam—Application not patched </a:t>
            </a:r>
            <a:br>
              <a:rPr kumimoji="0" lang="en-US" b="0" i="0" u="none" strike="noStrike" kern="1200" cap="none" spc="0" normalizeH="0" baseline="0" noProof="0" dirty="0">
                <a:ln>
                  <a:noFill/>
                </a:ln>
                <a:solidFill>
                  <a:srgbClr val="000000"/>
                </a:solidFill>
                <a:effectLst/>
                <a:uLnTx/>
                <a:uFillTx/>
                <a:latin typeface="IBM Plex Sans" panose="020B0503050203000203" pitchFamily="34" charset="0"/>
                <a:ea typeface="+mn-ea"/>
                <a:cs typeface="+mn-cs"/>
              </a:rPr>
            </a:br>
            <a:r>
              <a:rPr kumimoji="0" lang="en-US" b="0" i="0" u="none" strike="noStrike" kern="1200" cap="none" spc="0" normalizeH="0" baseline="0" noProof="0" dirty="0">
                <a:ln>
                  <a:noFill/>
                </a:ln>
                <a:solidFill>
                  <a:srgbClr val="000000"/>
                </a:solidFill>
                <a:effectLst/>
                <a:uLnTx/>
                <a:uFillTx/>
                <a:latin typeface="IBM Plex Sans" panose="020B0503050203000203" pitchFamily="34" charset="0"/>
                <a:ea typeface="+mn-ea"/>
                <a:cs typeface="+mn-cs"/>
              </a:rPr>
              <a:t>(out of support); upgrade in progress</a:t>
            </a:r>
          </a:p>
          <a:p>
            <a:pPr marL="347472" marR="0" lvl="0" indent="-347472" algn="l" defTabSz="1829379" rtl="0" eaLnBrk="1" fontAlgn="auto" latinLnBrk="0" hangingPunct="1">
              <a:lnSpc>
                <a:spcPct val="100000"/>
              </a:lnSpc>
              <a:spcBef>
                <a:spcPts val="0"/>
              </a:spcBef>
              <a:spcAft>
                <a:spcPts val="0"/>
              </a:spcAft>
              <a:buClrTx/>
              <a:buSzTx/>
              <a:buFont typeface="+mj-lt"/>
              <a:buAutoNum type="arabicPeriod"/>
              <a:tabLst/>
              <a:defRPr/>
            </a:pPr>
            <a:r>
              <a:rPr kumimoji="0" lang="en-US" b="0" i="0" u="none" strike="noStrike" kern="1200" cap="none" spc="0" normalizeH="0" baseline="0" noProof="0" dirty="0">
                <a:ln>
                  <a:noFill/>
                </a:ln>
                <a:solidFill>
                  <a:srgbClr val="000000"/>
                </a:solidFill>
                <a:effectLst/>
                <a:uLnTx/>
                <a:uFillTx/>
                <a:latin typeface="IBM Plex Sans" panose="020B0503050203000203" pitchFamily="34" charset="0"/>
                <a:ea typeface="+mn-ea"/>
                <a:cs typeface="+mn-cs"/>
              </a:rPr>
              <a:t>Heritage—Migration off Pulse VPN, </a:t>
            </a:r>
            <a:br>
              <a:rPr kumimoji="0" lang="en-US" b="0" i="0" u="none" strike="noStrike" kern="1200" cap="none" spc="0" normalizeH="0" baseline="0" noProof="0" dirty="0">
                <a:ln>
                  <a:noFill/>
                </a:ln>
                <a:solidFill>
                  <a:srgbClr val="000000"/>
                </a:solidFill>
                <a:effectLst/>
                <a:uLnTx/>
                <a:uFillTx/>
                <a:latin typeface="IBM Plex Sans" panose="020B0503050203000203" pitchFamily="34" charset="0"/>
                <a:ea typeface="+mn-ea"/>
                <a:cs typeface="+mn-cs"/>
              </a:rPr>
            </a:br>
            <a:r>
              <a:rPr kumimoji="0" lang="en-US" b="0" i="0" u="none" strike="noStrike" kern="1200" cap="none" spc="0" normalizeH="0" baseline="0" noProof="0" dirty="0">
                <a:ln>
                  <a:noFill/>
                </a:ln>
                <a:solidFill>
                  <a:srgbClr val="000000"/>
                </a:solidFill>
                <a:effectLst/>
                <a:uLnTx/>
                <a:uFillTx/>
                <a:latin typeface="IBM Plex Sans" panose="020B0503050203000203" pitchFamily="34" charset="0"/>
                <a:ea typeface="+mn-ea"/>
                <a:cs typeface="+mn-cs"/>
              </a:rPr>
              <a:t>per requirement from IBM CIO</a:t>
            </a:r>
          </a:p>
          <a:p>
            <a:pPr marL="347472" marR="0" lvl="0" indent="-347472" algn="l" defTabSz="1829379" rtl="0" eaLnBrk="1" fontAlgn="auto" latinLnBrk="0" hangingPunct="1">
              <a:lnSpc>
                <a:spcPct val="100000"/>
              </a:lnSpc>
              <a:spcBef>
                <a:spcPts val="0"/>
              </a:spcBef>
              <a:spcAft>
                <a:spcPts val="0"/>
              </a:spcAft>
              <a:buClrTx/>
              <a:buSzTx/>
              <a:buFont typeface="+mj-lt"/>
              <a:buAutoNum type="arabicPeriod"/>
              <a:tabLst/>
              <a:defRPr/>
            </a:pPr>
            <a:r>
              <a:rPr kumimoji="0" lang="en-US" b="0" i="0" u="none" strike="noStrike" kern="1200" cap="none" spc="0" normalizeH="0" baseline="0" noProof="0" dirty="0">
                <a:ln>
                  <a:noFill/>
                </a:ln>
                <a:solidFill>
                  <a:srgbClr val="000000"/>
                </a:solidFill>
                <a:effectLst/>
                <a:uLnTx/>
                <a:uFillTx/>
                <a:latin typeface="IBM Plex Sans" panose="020B0503050203000203" pitchFamily="34" charset="0"/>
                <a:ea typeface="+mn-ea"/>
                <a:cs typeface="+mn-cs"/>
              </a:rPr>
              <a:t>Truven—Migration to new version of </a:t>
            </a:r>
            <a:br>
              <a:rPr kumimoji="0" lang="en-US" b="0" i="0" u="none" strike="noStrike" kern="1200" cap="none" spc="0" normalizeH="0" baseline="0" noProof="0" dirty="0">
                <a:ln>
                  <a:noFill/>
                </a:ln>
                <a:solidFill>
                  <a:srgbClr val="000000"/>
                </a:solidFill>
                <a:effectLst/>
                <a:uLnTx/>
                <a:uFillTx/>
                <a:latin typeface="IBM Plex Sans" panose="020B0503050203000203" pitchFamily="34" charset="0"/>
                <a:ea typeface="+mn-ea"/>
                <a:cs typeface="+mn-cs"/>
              </a:rPr>
            </a:br>
            <a:r>
              <a:rPr kumimoji="0" lang="en-US" b="0" i="0" u="none" strike="noStrike" kern="1200" cap="none" spc="0" normalizeH="0" baseline="0" noProof="0" dirty="0">
                <a:ln>
                  <a:noFill/>
                </a:ln>
                <a:solidFill>
                  <a:srgbClr val="000000"/>
                </a:solidFill>
                <a:effectLst/>
                <a:uLnTx/>
                <a:uFillTx/>
                <a:latin typeface="IBM Plex Sans" panose="020B0503050203000203" pitchFamily="34" charset="0"/>
                <a:ea typeface="+mn-ea"/>
                <a:cs typeface="+mn-cs"/>
              </a:rPr>
              <a:t>SSL certificate</a:t>
            </a:r>
          </a:p>
          <a:p>
            <a:pPr marL="347472" marR="0" lvl="0" indent="-347472" algn="l" defTabSz="1829379" rtl="0" eaLnBrk="1" fontAlgn="auto" latinLnBrk="0" hangingPunct="1">
              <a:lnSpc>
                <a:spcPct val="100000"/>
              </a:lnSpc>
              <a:spcBef>
                <a:spcPts val="0"/>
              </a:spcBef>
              <a:spcAft>
                <a:spcPts val="0"/>
              </a:spcAft>
              <a:buClrTx/>
              <a:buSzTx/>
              <a:buFont typeface="+mj-lt"/>
              <a:buAutoNum type="arabicPeriod"/>
              <a:tabLst/>
              <a:defRPr/>
            </a:pPr>
            <a:r>
              <a:rPr kumimoji="0" lang="en-US" b="0" i="0" u="none" strike="noStrike" kern="1200" cap="none" spc="0" normalizeH="0" baseline="0" noProof="0" dirty="0">
                <a:ln>
                  <a:noFill/>
                </a:ln>
                <a:solidFill>
                  <a:srgbClr val="000000"/>
                </a:solidFill>
                <a:effectLst/>
                <a:uLnTx/>
                <a:uFillTx/>
                <a:latin typeface="IBM Plex Sans" panose="020B0503050203000203" pitchFamily="34" charset="0"/>
                <a:ea typeface="+mn-ea"/>
                <a:cs typeface="+mn-cs"/>
              </a:rPr>
              <a:t>Truven—AppScan on cloud, creating findings that require manual investigation</a:t>
            </a:r>
            <a:br>
              <a:rPr kumimoji="0" lang="en-US" b="0" i="0" u="none" strike="noStrike" kern="1200" cap="none" spc="0" normalizeH="0" baseline="0" noProof="0" dirty="0">
                <a:ln>
                  <a:noFill/>
                </a:ln>
                <a:solidFill>
                  <a:srgbClr val="000000"/>
                </a:solidFill>
                <a:effectLst/>
                <a:uLnTx/>
                <a:uFillTx/>
                <a:latin typeface="IBM Plex Sans" panose="020B0503050203000203" pitchFamily="34" charset="0"/>
                <a:ea typeface="+mn-ea"/>
                <a:cs typeface="+mn-cs"/>
              </a:rPr>
            </a:br>
            <a:endParaRPr kumimoji="0" lang="en-US" b="0" i="0" u="none" strike="noStrike" kern="1200" cap="none" spc="0" normalizeH="0" baseline="0" noProof="0" dirty="0">
              <a:ln>
                <a:noFill/>
              </a:ln>
              <a:solidFill>
                <a:srgbClr val="000000"/>
              </a:solidFill>
              <a:effectLst/>
              <a:uLnTx/>
              <a:uFillTx/>
              <a:latin typeface="IBM Plex Sans" panose="020B0503050203000203" pitchFamily="34" charset="0"/>
              <a:ea typeface="+mn-ea"/>
              <a:cs typeface="+mn-cs"/>
            </a:endParaRPr>
          </a:p>
          <a:p>
            <a:pPr marL="0" marR="0" lvl="0" indent="0" algn="l" defTabSz="1829379"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srgbClr val="000000"/>
                </a:solidFill>
                <a:effectLst/>
                <a:uLnTx/>
                <a:uFillTx/>
                <a:latin typeface="IBM Plex Sans SmBld" panose="020B0503050203000203" pitchFamily="34" charset="0"/>
                <a:ea typeface="+mn-ea"/>
                <a:cs typeface="+mn-cs"/>
              </a:rPr>
              <a:t>Talent management</a:t>
            </a:r>
          </a:p>
          <a:p>
            <a:pPr marL="347472" marR="0" lvl="0" indent="-347472" algn="l" defTabSz="1829379" rtl="0" eaLnBrk="1" fontAlgn="auto" latinLnBrk="0" hangingPunct="1">
              <a:lnSpc>
                <a:spcPct val="100000"/>
              </a:lnSpc>
              <a:spcBef>
                <a:spcPts val="0"/>
              </a:spcBef>
              <a:spcAft>
                <a:spcPts val="0"/>
              </a:spcAft>
              <a:buClrTx/>
              <a:buSzTx/>
              <a:buFont typeface="+mj-lt"/>
              <a:buAutoNum type="arabicPeriod"/>
              <a:tabLst/>
              <a:defRPr/>
            </a:pPr>
            <a:r>
              <a:rPr kumimoji="0" lang="en-US" b="0" i="0" u="none" strike="noStrike" kern="1200" cap="none" spc="0" normalizeH="0" baseline="0" noProof="0" dirty="0">
                <a:ln>
                  <a:noFill/>
                </a:ln>
                <a:solidFill>
                  <a:srgbClr val="000000"/>
                </a:solidFill>
                <a:effectLst/>
                <a:uLnTx/>
                <a:uFillTx/>
                <a:latin typeface="IBM Plex Sans" panose="020B0503050203000203" pitchFamily="34" charset="0"/>
                <a:ea typeface="+mn-ea"/>
                <a:cs typeface="+mn-cs"/>
              </a:rPr>
              <a:t>All offerings—Elimination of systemic deviation approval for inability to meet patch timelines for remaining divestiture period</a:t>
            </a:r>
          </a:p>
        </p:txBody>
      </p:sp>
      <p:sp>
        <p:nvSpPr>
          <p:cNvPr id="9" name="Footer Placeholder 8">
            <a:extLst>
              <a:ext uri="{FF2B5EF4-FFF2-40B4-BE49-F238E27FC236}">
                <a16:creationId xmlns:a16="http://schemas.microsoft.com/office/drawing/2014/main" id="{21D93231-C096-F4F2-1A13-919C4BD66D7A}"/>
              </a:ext>
            </a:extLst>
          </p:cNvPr>
          <p:cNvSpPr>
            <a:spLocks noGrp="1"/>
          </p:cNvSpPr>
          <p:nvPr>
            <p:ph type="ftr" sz="quarter" idx="18"/>
          </p:nvPr>
        </p:nvSpPr>
        <p:spPr/>
        <p:txBody>
          <a:bodyPr/>
          <a:lstStyle/>
          <a:p>
            <a:r>
              <a:rPr lang="en-US" dirty="0"/>
              <a:t>Footer</a:t>
            </a:r>
          </a:p>
        </p:txBody>
      </p:sp>
      <p:sp>
        <p:nvSpPr>
          <p:cNvPr id="15" name="Slide Number Placeholder 14">
            <a:extLst>
              <a:ext uri="{FF2B5EF4-FFF2-40B4-BE49-F238E27FC236}">
                <a16:creationId xmlns:a16="http://schemas.microsoft.com/office/drawing/2014/main" id="{D864A75B-B16E-12DF-8299-88909A2E9EED}"/>
              </a:ext>
            </a:extLst>
          </p:cNvPr>
          <p:cNvSpPr>
            <a:spLocks noGrp="1"/>
          </p:cNvSpPr>
          <p:nvPr>
            <p:ph type="sldNum" sz="quarter" idx="4"/>
          </p:nvPr>
        </p:nvSpPr>
        <p:spPr/>
        <p:txBody>
          <a:bodyPr/>
          <a:lstStyle/>
          <a:p>
            <a:fld id="{86CB4B4D-7CA3-9044-876B-883B54F8677D}" type="slidenum">
              <a:rPr lang="en-US" smtClean="0"/>
              <a:pPr/>
              <a:t>43</a:t>
            </a:fld>
            <a:endParaRPr lang="en-US" dirty="0"/>
          </a:p>
        </p:txBody>
      </p:sp>
      <p:sp>
        <p:nvSpPr>
          <p:cNvPr id="22" name="Text Placeholder 4">
            <a:extLst>
              <a:ext uri="{FF2B5EF4-FFF2-40B4-BE49-F238E27FC236}">
                <a16:creationId xmlns:a16="http://schemas.microsoft.com/office/drawing/2014/main" id="{62C334AB-CF7E-6A63-E312-A8C937F135A3}"/>
              </a:ext>
            </a:extLst>
          </p:cNvPr>
          <p:cNvSpPr txBox="1">
            <a:spLocks/>
          </p:cNvSpPr>
          <p:nvPr/>
        </p:nvSpPr>
        <p:spPr>
          <a:xfrm>
            <a:off x="576072" y="3044824"/>
            <a:ext cx="4956175" cy="106024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lvl1pPr marL="0" marR="0" indent="0" algn="l" defTabSz="2438400" rtl="0" eaLnBrk="1" latinLnBrk="0" hangingPunct="1">
              <a:lnSpc>
                <a:spcPct val="110000"/>
              </a:lnSpc>
              <a:spcBef>
                <a:spcPts val="0"/>
              </a:spcBef>
              <a:spcAft>
                <a:spcPts val="0"/>
              </a:spcAft>
              <a:buClrTx/>
              <a:buSzTx/>
              <a:buFontTx/>
              <a:buNone/>
              <a:tabLst/>
              <a:defRPr sz="3600" b="0" i="0" u="none" strike="noStrike" cap="none" spc="0" baseline="0">
                <a:solidFill>
                  <a:schemeClr val="tx1"/>
                </a:solidFill>
                <a:uFillTx/>
                <a:latin typeface="+mj-lt"/>
                <a:ea typeface="+mj-ea"/>
                <a:cs typeface="+mj-cs"/>
                <a:sym typeface="IBM Plex Sans Light"/>
              </a:defRPr>
            </a:lvl1pPr>
            <a:lvl2pPr marL="329184"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2pPr>
            <a:lvl3pPr marL="658368"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3pPr>
            <a:lvl4pPr marL="987552"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4pPr>
            <a:lvl5pPr marL="1143000" marR="0" indent="-457200" algn="l" defTabSz="2438400" rtl="0" eaLnBrk="1" latinLnBrk="0" hangingPunct="1">
              <a:lnSpc>
                <a:spcPct val="110000"/>
              </a:lnSpc>
              <a:spcBef>
                <a:spcPts val="2900"/>
              </a:spcBef>
              <a:spcAft>
                <a:spcPts val="0"/>
              </a:spcAft>
              <a:buClrTx/>
              <a:buSzPct val="100000"/>
              <a:buFont typeface="IBM Plex Sans" panose="020B0604020202020204" pitchFamily="34" charset="0"/>
              <a:buChar char="•"/>
              <a:tabLst/>
              <a:defRPr sz="3600" b="0" i="0" u="none" strike="noStrike" cap="none" spc="0" baseline="0">
                <a:solidFill>
                  <a:srgbClr val="000000"/>
                </a:solidFill>
                <a:uFillTx/>
                <a:latin typeface="+mj-lt"/>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r>
              <a:rPr lang="en-US" sz="2800" kern="0" dirty="0">
                <a:solidFill>
                  <a:srgbClr val="000000"/>
                </a:solidFill>
              </a:rPr>
              <a:t>High risks</a:t>
            </a:r>
          </a:p>
        </p:txBody>
      </p:sp>
      <p:sp>
        <p:nvSpPr>
          <p:cNvPr id="23" name="Text Placeholder 6">
            <a:extLst>
              <a:ext uri="{FF2B5EF4-FFF2-40B4-BE49-F238E27FC236}">
                <a16:creationId xmlns:a16="http://schemas.microsoft.com/office/drawing/2014/main" id="{FF772C34-3023-7D56-E0FA-08221DA88F5E}"/>
              </a:ext>
            </a:extLst>
          </p:cNvPr>
          <p:cNvSpPr txBox="1">
            <a:spLocks/>
          </p:cNvSpPr>
          <p:nvPr/>
        </p:nvSpPr>
        <p:spPr>
          <a:xfrm>
            <a:off x="6667500" y="3044825"/>
            <a:ext cx="4951413" cy="102133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lvl1pPr marL="0" marR="0" indent="0" algn="l" defTabSz="2438400" rtl="0" eaLnBrk="1" latinLnBrk="0" hangingPunct="1">
              <a:lnSpc>
                <a:spcPct val="110000"/>
              </a:lnSpc>
              <a:spcBef>
                <a:spcPts val="0"/>
              </a:spcBef>
              <a:spcAft>
                <a:spcPts val="0"/>
              </a:spcAft>
              <a:buClrTx/>
              <a:buSzTx/>
              <a:buFontTx/>
              <a:buNone/>
              <a:tabLst/>
              <a:defRPr sz="3600" b="0" i="0" u="none" strike="noStrike" cap="none" spc="0" baseline="0">
                <a:solidFill>
                  <a:schemeClr val="tx1"/>
                </a:solidFill>
                <a:uFillTx/>
                <a:latin typeface="+mj-lt"/>
                <a:ea typeface="+mj-ea"/>
                <a:cs typeface="+mj-cs"/>
                <a:sym typeface="IBM Plex Sans Light"/>
              </a:defRPr>
            </a:lvl1pPr>
            <a:lvl2pPr marL="329184"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2pPr>
            <a:lvl3pPr marL="658368"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3pPr>
            <a:lvl4pPr marL="987552"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4pPr>
            <a:lvl5pPr marL="1143000" marR="0" indent="-457200" algn="l" defTabSz="2438400" rtl="0" eaLnBrk="1" latinLnBrk="0" hangingPunct="1">
              <a:lnSpc>
                <a:spcPct val="110000"/>
              </a:lnSpc>
              <a:spcBef>
                <a:spcPts val="2900"/>
              </a:spcBef>
              <a:spcAft>
                <a:spcPts val="0"/>
              </a:spcAft>
              <a:buClrTx/>
              <a:buSzPct val="100000"/>
              <a:buFont typeface="IBM Plex Sans" panose="020B0604020202020204" pitchFamily="34" charset="0"/>
              <a:buChar char="•"/>
              <a:tabLst/>
              <a:defRPr sz="3600" b="0" i="0" u="none" strike="noStrike" cap="none" spc="0" baseline="0">
                <a:solidFill>
                  <a:srgbClr val="000000"/>
                </a:solidFill>
                <a:uFillTx/>
                <a:latin typeface="+mj-lt"/>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r>
              <a:rPr lang="en-US" sz="2800" kern="0" dirty="0">
                <a:solidFill>
                  <a:srgbClr val="000000"/>
                </a:solidFill>
              </a:rPr>
              <a:t>Risks extended </a:t>
            </a:r>
          </a:p>
          <a:p>
            <a:r>
              <a:rPr lang="en-US" sz="2800" kern="0" dirty="0">
                <a:solidFill>
                  <a:srgbClr val="000000"/>
                </a:solidFill>
              </a:rPr>
              <a:t>more than 3x</a:t>
            </a:r>
          </a:p>
        </p:txBody>
      </p:sp>
      <p:sp>
        <p:nvSpPr>
          <p:cNvPr id="24" name="Text Placeholder 7">
            <a:extLst>
              <a:ext uri="{FF2B5EF4-FFF2-40B4-BE49-F238E27FC236}">
                <a16:creationId xmlns:a16="http://schemas.microsoft.com/office/drawing/2014/main" id="{D18872BD-5870-8C12-A60D-443F030C6646}"/>
              </a:ext>
            </a:extLst>
          </p:cNvPr>
          <p:cNvSpPr txBox="1">
            <a:spLocks/>
          </p:cNvSpPr>
          <p:nvPr/>
        </p:nvSpPr>
        <p:spPr>
          <a:xfrm>
            <a:off x="12763500" y="3044825"/>
            <a:ext cx="4953000" cy="102133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lvl1pPr marL="0" marR="0" indent="0" algn="l" defTabSz="2438400" rtl="0" eaLnBrk="1" latinLnBrk="0" hangingPunct="1">
              <a:lnSpc>
                <a:spcPct val="110000"/>
              </a:lnSpc>
              <a:spcBef>
                <a:spcPts val="0"/>
              </a:spcBef>
              <a:spcAft>
                <a:spcPts val="0"/>
              </a:spcAft>
              <a:buClrTx/>
              <a:buSzTx/>
              <a:buFontTx/>
              <a:buNone/>
              <a:tabLst/>
              <a:defRPr sz="3600" b="0" i="0" u="none" strike="noStrike" cap="none" spc="0" baseline="0">
                <a:solidFill>
                  <a:schemeClr val="tx1"/>
                </a:solidFill>
                <a:uFillTx/>
                <a:latin typeface="+mj-lt"/>
                <a:ea typeface="+mj-ea"/>
                <a:cs typeface="+mj-cs"/>
                <a:sym typeface="IBM Plex Sans Light"/>
              </a:defRPr>
            </a:lvl1pPr>
            <a:lvl2pPr marL="329184"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2pPr>
            <a:lvl3pPr marL="658368"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3pPr>
            <a:lvl4pPr marL="987552"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4pPr>
            <a:lvl5pPr marL="1143000" marR="0" indent="-457200" algn="l" defTabSz="2438400" rtl="0" eaLnBrk="1" latinLnBrk="0" hangingPunct="1">
              <a:lnSpc>
                <a:spcPct val="110000"/>
              </a:lnSpc>
              <a:spcBef>
                <a:spcPts val="2900"/>
              </a:spcBef>
              <a:spcAft>
                <a:spcPts val="0"/>
              </a:spcAft>
              <a:buClrTx/>
              <a:buSzPct val="100000"/>
              <a:buFont typeface="IBM Plex Sans" panose="020B0604020202020204" pitchFamily="34" charset="0"/>
              <a:buChar char="•"/>
              <a:tabLst/>
              <a:defRPr sz="3600" b="0" i="0" u="none" strike="noStrike" cap="none" spc="0" baseline="0">
                <a:solidFill>
                  <a:srgbClr val="000000"/>
                </a:solidFill>
                <a:uFillTx/>
                <a:latin typeface="+mj-lt"/>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r>
              <a:rPr lang="en-US" sz="2800" kern="0" dirty="0">
                <a:solidFill>
                  <a:srgbClr val="000000"/>
                </a:solidFill>
              </a:rPr>
              <a:t>New risks </a:t>
            </a:r>
          </a:p>
          <a:p>
            <a:r>
              <a:rPr lang="en-US" sz="2800" kern="0" dirty="0">
                <a:solidFill>
                  <a:srgbClr val="000000"/>
                </a:solidFill>
              </a:rPr>
              <a:t>identified in Q4</a:t>
            </a:r>
          </a:p>
        </p:txBody>
      </p:sp>
      <p:grpSp>
        <p:nvGrpSpPr>
          <p:cNvPr id="7" name="Group 6">
            <a:extLst>
              <a:ext uri="{FF2B5EF4-FFF2-40B4-BE49-F238E27FC236}">
                <a16:creationId xmlns:a16="http://schemas.microsoft.com/office/drawing/2014/main" id="{04A98E6D-CF56-13FE-4004-1DEBEE98CAFB}"/>
              </a:ext>
            </a:extLst>
          </p:cNvPr>
          <p:cNvGrpSpPr/>
          <p:nvPr/>
        </p:nvGrpSpPr>
        <p:grpSpPr>
          <a:xfrm>
            <a:off x="6096000" y="3044825"/>
            <a:ext cx="6096127" cy="9159366"/>
            <a:chOff x="6096000" y="1752599"/>
            <a:chExt cx="6096127" cy="10451592"/>
          </a:xfrm>
        </p:grpSpPr>
        <p:cxnSp>
          <p:nvCxnSpPr>
            <p:cNvPr id="8" name="Straight Connector 7" descr="Vertical column divider">
              <a:extLst>
                <a:ext uri="{FF2B5EF4-FFF2-40B4-BE49-F238E27FC236}">
                  <a16:creationId xmlns:a16="http://schemas.microsoft.com/office/drawing/2014/main" id="{14AAC220-056E-6508-5C22-C19637768391}"/>
                </a:ext>
              </a:extLst>
            </p:cNvPr>
            <p:cNvCxnSpPr>
              <a:cxnSpLocks/>
            </p:cNvCxnSpPr>
            <p:nvPr/>
          </p:nvCxnSpPr>
          <p:spPr bwMode="auto">
            <a:xfrm>
              <a:off x="6096000" y="1752600"/>
              <a:ext cx="0" cy="1044892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0" name="Straight Connector 9" descr="Vertical column divider">
              <a:extLst>
                <a:ext uri="{FF2B5EF4-FFF2-40B4-BE49-F238E27FC236}">
                  <a16:creationId xmlns:a16="http://schemas.microsoft.com/office/drawing/2014/main" id="{70212404-2F23-46F0-DCAF-6252576E59F5}"/>
                </a:ext>
              </a:extLst>
            </p:cNvPr>
            <p:cNvCxnSpPr>
              <a:cxnSpLocks/>
            </p:cNvCxnSpPr>
            <p:nvPr/>
          </p:nvCxnSpPr>
          <p:spPr bwMode="auto">
            <a:xfrm>
              <a:off x="12192127" y="1752599"/>
              <a:ext cx="0" cy="1045159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grpSp>
    </p:spTree>
    <p:extLst>
      <p:ext uri="{BB962C8B-B14F-4D97-AF65-F5344CB8AC3E}">
        <p14:creationId xmlns:p14="http://schemas.microsoft.com/office/powerpoint/2010/main" val="2089837570"/>
      </p:ext>
    </p:extLst>
  </p:cSld>
  <p:clrMapOvr>
    <a:masterClrMapping/>
  </p:clrMapOvr>
  <p:transition spd="me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A48018-2989-7E7D-8DC9-95578A33F6E9}"/>
              </a:ext>
            </a:extLst>
          </p:cNvPr>
          <p:cNvSpPr>
            <a:spLocks noGrp="1"/>
          </p:cNvSpPr>
          <p:nvPr>
            <p:ph type="title"/>
          </p:nvPr>
        </p:nvSpPr>
        <p:spPr/>
        <p:txBody>
          <a:bodyPr/>
          <a:lstStyle/>
          <a:p>
            <a:r>
              <a:rPr lang="en-US" dirty="0">
                <a:solidFill>
                  <a:srgbClr val="000000"/>
                </a:solidFill>
                <a:effectLst/>
                <a:latin typeface="IBM Plex Sans Light" panose="020B0403050203000203" pitchFamily="34" charset="0"/>
              </a:rPr>
              <a:t>28pt short headline no more than two or three lines max</a:t>
            </a:r>
            <a:br>
              <a:rPr lang="en-US" dirty="0">
                <a:solidFill>
                  <a:srgbClr val="000000"/>
                </a:solidFill>
                <a:effectLst/>
                <a:latin typeface="IBM Plex Sans Light" panose="020B0403050203000203" pitchFamily="34" charset="0"/>
              </a:rPr>
            </a:br>
            <a:endParaRPr lang="en-US" dirty="0"/>
          </a:p>
        </p:txBody>
      </p:sp>
      <p:cxnSp>
        <p:nvCxnSpPr>
          <p:cNvPr id="17" name="Straight Connector 16" descr="Horizontal row divider line">
            <a:extLst>
              <a:ext uri="{FF2B5EF4-FFF2-40B4-BE49-F238E27FC236}">
                <a16:creationId xmlns:a16="http://schemas.microsoft.com/office/drawing/2014/main" id="{AC913034-912C-A0DD-71DC-D35DD6BBC7B4}"/>
              </a:ext>
            </a:extLst>
          </p:cNvPr>
          <p:cNvCxnSpPr>
            <a:cxnSpLocks/>
          </p:cNvCxnSpPr>
          <p:nvPr/>
        </p:nvCxnSpPr>
        <p:spPr bwMode="auto">
          <a:xfrm>
            <a:off x="575824" y="3047511"/>
            <a:ext cx="4953000"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4" name="Text Placeholder 3">
            <a:extLst>
              <a:ext uri="{FF2B5EF4-FFF2-40B4-BE49-F238E27FC236}">
                <a16:creationId xmlns:a16="http://schemas.microsoft.com/office/drawing/2014/main" id="{FA3DACA0-5295-B73F-DD13-3B9B08A4F97A}"/>
              </a:ext>
            </a:extLst>
          </p:cNvPr>
          <p:cNvSpPr>
            <a:spLocks noGrp="1"/>
          </p:cNvSpPr>
          <p:nvPr>
            <p:ph type="body" sz="quarter" idx="11"/>
          </p:nvPr>
        </p:nvSpPr>
        <p:spPr>
          <a:xfrm>
            <a:off x="582422" y="3406775"/>
            <a:ext cx="4956175" cy="8788396"/>
          </a:xfrm>
        </p:spPr>
        <p:txBody>
          <a:bodyPr/>
          <a:lstStyle/>
          <a:p>
            <a:r>
              <a:rPr lang="en-US" sz="1600" b="1" dirty="0">
                <a:solidFill>
                  <a:srgbClr val="000000"/>
                </a:solidFill>
                <a:effectLst/>
                <a:latin typeface="IBM Plex Sans SmBld" panose="020B0503050203000203" pitchFamily="34" charset="0"/>
              </a:rPr>
              <a:t>Subheading</a:t>
            </a:r>
          </a:p>
          <a:p>
            <a:r>
              <a:rPr lang="en-US" sz="1600" dirty="0">
                <a:solidFill>
                  <a:srgbClr val="000000"/>
                </a:solidFill>
                <a:effectLst/>
                <a:latin typeface="IBM Plex Sans" panose="020B0503050203000203" pitchFamily="34" charset="0"/>
              </a:rPr>
              <a:t>Pellentesque habitant morbi tristique senectus et netus et malesuada fames ac turpis egestas. Ut a ante tempor, posuere tellus in, vulputate dui. Curabitur dignissim et orci in ultrices. Quisque justo est, aliquet at aliquam nec, lobortis et enim. </a:t>
            </a:r>
          </a:p>
          <a:p>
            <a:endParaRPr lang="en-US" sz="1600" dirty="0">
              <a:solidFill>
                <a:srgbClr val="000000"/>
              </a:solidFill>
            </a:endParaRPr>
          </a:p>
          <a:p>
            <a:pPr marL="146304" lvl="1" indent="-146304"/>
            <a:r>
              <a:rPr lang="en-US" sz="1600" dirty="0">
                <a:solidFill>
                  <a:srgbClr val="000000"/>
                </a:solidFill>
                <a:effectLst/>
                <a:latin typeface="IBM Plex Sans" panose="020B0503050203000203" pitchFamily="34" charset="0"/>
              </a:rPr>
              <a:t>Donec tempor, diam eu hendrerit accumsan</a:t>
            </a:r>
          </a:p>
          <a:p>
            <a:pPr marL="146304" lvl="1" indent="-146304"/>
            <a:endParaRPr lang="en-US" sz="1600" dirty="0">
              <a:solidFill>
                <a:srgbClr val="000000"/>
              </a:solidFill>
              <a:effectLst/>
              <a:latin typeface="IBM Plex Sans" panose="020B0503050203000203" pitchFamily="34" charset="0"/>
            </a:endParaRPr>
          </a:p>
          <a:p>
            <a:pPr marL="146304" lvl="1" indent="-146304"/>
            <a:r>
              <a:rPr lang="en-US" sz="1600" dirty="0">
                <a:solidFill>
                  <a:srgbClr val="000000"/>
                </a:solidFill>
                <a:effectLst/>
                <a:latin typeface="IBM Plex Sans" panose="020B0503050203000203" pitchFamily="34" charset="0"/>
              </a:rPr>
              <a:t>Enim ipsum varius purus, quis suscipit purus urna nec leo. In nec rhoncus sapien. Proin ac libero sed sapien ullamcorper ultricies eget nec neque. </a:t>
            </a:r>
          </a:p>
          <a:p>
            <a:pPr marL="146304" lvl="1" indent="-146304"/>
            <a:endParaRPr lang="en-US" sz="1600" dirty="0">
              <a:solidFill>
                <a:srgbClr val="000000"/>
              </a:solidFill>
              <a:effectLst/>
              <a:latin typeface="IBM Plex Sans" panose="020B0503050203000203" pitchFamily="34" charset="0"/>
            </a:endParaRPr>
          </a:p>
          <a:p>
            <a:pPr marL="146304" lvl="1" indent="-146304"/>
            <a:r>
              <a:rPr lang="en-US" sz="1600" dirty="0">
                <a:solidFill>
                  <a:srgbClr val="000000"/>
                </a:solidFill>
                <a:effectLst/>
                <a:latin typeface="IBM Plex Sans" panose="020B0503050203000203" pitchFamily="34" charset="0"/>
              </a:rPr>
              <a:t>Nunc a ex pulvinar, sodales purus non, tempus erat. </a:t>
            </a:r>
          </a:p>
          <a:p>
            <a:pPr marL="146304" lvl="1" indent="-146304"/>
            <a:endParaRPr lang="en-US" sz="1600" dirty="0">
              <a:solidFill>
                <a:srgbClr val="000000"/>
              </a:solidFill>
            </a:endParaRPr>
          </a:p>
          <a:p>
            <a:pPr marL="146304" lvl="1" indent="-146304"/>
            <a:r>
              <a:rPr lang="en-US" sz="1600" dirty="0">
                <a:solidFill>
                  <a:srgbClr val="000000"/>
                </a:solidFill>
                <a:effectLst/>
                <a:latin typeface="IBM Plex Sans" panose="020B0503050203000203" pitchFamily="34" charset="0"/>
              </a:rPr>
              <a:t>Vivamus placerat scelerisque dui, at elementum.</a:t>
            </a:r>
          </a:p>
          <a:p>
            <a:pPr marL="146304" lvl="1" indent="-146304"/>
            <a:endParaRPr lang="en-US" sz="1600" dirty="0">
              <a:solidFill>
                <a:srgbClr val="000000"/>
              </a:solidFill>
            </a:endParaRPr>
          </a:p>
          <a:p>
            <a:pPr marL="329184" lvl="2" indent="-146304"/>
            <a:r>
              <a:rPr lang="en-US" sz="1600" dirty="0">
                <a:solidFill>
                  <a:srgbClr val="000000"/>
                </a:solidFill>
                <a:effectLst/>
                <a:latin typeface="IBM Plex Sans" panose="020B0503050203000203" pitchFamily="34" charset="0"/>
              </a:rPr>
              <a:t>Amus elementum massa sed urna venenatis ornare nisi scelerisque loramus altus.</a:t>
            </a:r>
          </a:p>
          <a:p>
            <a:endParaRPr lang="en-US" sz="1600" dirty="0">
              <a:solidFill>
                <a:srgbClr val="000000"/>
              </a:solidFill>
              <a:effectLst/>
              <a:latin typeface="IBM Plex Sans" panose="020B0503050203000203" pitchFamily="34" charset="0"/>
            </a:endParaRPr>
          </a:p>
          <a:p>
            <a:pPr marL="146304" lvl="1" indent="-146304"/>
            <a:r>
              <a:rPr lang="en-US" sz="1600" dirty="0">
                <a:solidFill>
                  <a:srgbClr val="000000"/>
                </a:solidFill>
                <a:effectLst/>
                <a:latin typeface="IBM Plex Sans" panose="020B0503050203000203" pitchFamily="34" charset="0"/>
              </a:rPr>
              <a:t>Praesent at ullamcorper eros, in vehicula justo. Mauris tempus arcu et molestie pretium. </a:t>
            </a:r>
          </a:p>
          <a:p>
            <a:pPr marL="146304" lvl="1" indent="-146304"/>
            <a:endParaRPr lang="en-US" sz="1600" dirty="0">
              <a:solidFill>
                <a:srgbClr val="000000"/>
              </a:solidFill>
              <a:effectLst/>
              <a:latin typeface="IBM Plex Sans" panose="020B0503050203000203" pitchFamily="34" charset="0"/>
            </a:endParaRPr>
          </a:p>
          <a:p>
            <a:pPr marL="146304" lvl="1" indent="-146304"/>
            <a:r>
              <a:rPr lang="en-US" sz="1600" dirty="0">
                <a:solidFill>
                  <a:srgbClr val="000000"/>
                </a:solidFill>
                <a:effectLst/>
                <a:latin typeface="IBM Plex Sans" panose="020B0503050203000203" pitchFamily="34" charset="0"/>
              </a:rPr>
              <a:t>Pellentesque eget egestas massa. Pellentesque habitant morbi tristique senectus et netus et malesuada fames ac turpis egestas. Aenean eget semper sem. Integer egestas mauris orci.</a:t>
            </a:r>
          </a:p>
          <a:p>
            <a:endParaRPr lang="en-US" sz="1600" dirty="0"/>
          </a:p>
        </p:txBody>
      </p:sp>
      <p:sp>
        <p:nvSpPr>
          <p:cNvPr id="10" name="Title 1">
            <a:extLst>
              <a:ext uri="{FF2B5EF4-FFF2-40B4-BE49-F238E27FC236}">
                <a16:creationId xmlns:a16="http://schemas.microsoft.com/office/drawing/2014/main" id="{DB56A934-636B-6B1A-1CD6-B8F75C0A4E9B}"/>
              </a:ext>
            </a:extLst>
          </p:cNvPr>
          <p:cNvSpPr txBox="1">
            <a:spLocks/>
          </p:cNvSpPr>
          <p:nvPr/>
        </p:nvSpPr>
        <p:spPr>
          <a:xfrm>
            <a:off x="6674475" y="576072"/>
            <a:ext cx="4949825" cy="152558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lvl1pPr marL="0" marR="0" indent="0" algn="l" defTabSz="2438400" rtl="0" latinLnBrk="0">
              <a:lnSpc>
                <a:spcPct val="110000"/>
              </a:lnSpc>
              <a:spcBef>
                <a:spcPts val="0"/>
              </a:spcBef>
              <a:spcAft>
                <a:spcPts val="0"/>
              </a:spcAft>
              <a:buClrTx/>
              <a:buSzTx/>
              <a:buFontTx/>
              <a:buNone/>
              <a:tabLst/>
              <a:defRPr sz="2800" b="0" i="0" u="none" strike="noStrike" cap="none" spc="0" baseline="0">
                <a:solidFill>
                  <a:schemeClr val="tx2"/>
                </a:solidFill>
                <a:uFillTx/>
                <a:latin typeface="+mj-lt"/>
                <a:ea typeface="+mj-ea"/>
                <a:cs typeface="+mj-cs"/>
                <a:sym typeface="IBM Plex Sans Light"/>
              </a:defRPr>
            </a:lvl1pPr>
            <a:lvl2pPr marL="0" marR="0" indent="0"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2pPr>
            <a:lvl3pPr marL="0" marR="0" indent="0"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3pPr>
            <a:lvl4pPr marL="0" marR="0" indent="0"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4pPr>
            <a:lvl5pPr marL="0" marR="0" indent="0"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5pPr>
            <a:lvl6pPr marL="0" marR="0" indent="362568"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6pPr>
            <a:lvl7pPr marL="0" marR="0" indent="725139"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7pPr>
            <a:lvl8pPr marL="0" marR="0" indent="1087706"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8pPr>
            <a:lvl9pPr marL="0" marR="0" indent="1450276"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9pPr>
          </a:lstStyle>
          <a:p>
            <a:r>
              <a:rPr lang="en-US" sz="1600" b="1" dirty="0">
                <a:solidFill>
                  <a:srgbClr val="000000"/>
                </a:solidFill>
                <a:effectLst/>
                <a:latin typeface="IBM Plex Sans SmBld" panose="020B0503050203000203" pitchFamily="34" charset="0"/>
              </a:rPr>
              <a:t>Contact or callouts</a:t>
            </a:r>
          </a:p>
          <a:p>
            <a:r>
              <a:rPr lang="en-US" sz="1600" dirty="0">
                <a:solidFill>
                  <a:srgbClr val="000000"/>
                </a:solidFill>
                <a:effectLst/>
                <a:latin typeface="IBM Plex Sans" panose="020B0503050203000203" pitchFamily="34" charset="0"/>
              </a:rPr>
              <a:t>In nec rhoncus sapien. Proin ac libero sed sapien ullamcorper ultricies eget nec neque. Nunc a ex pulvinar, sodales purus non, tempus erat. </a:t>
            </a:r>
          </a:p>
        </p:txBody>
      </p:sp>
      <p:cxnSp>
        <p:nvCxnSpPr>
          <p:cNvPr id="18" name="Straight Connector 17" descr="Horizontal row divider line">
            <a:extLst>
              <a:ext uri="{FF2B5EF4-FFF2-40B4-BE49-F238E27FC236}">
                <a16:creationId xmlns:a16="http://schemas.microsoft.com/office/drawing/2014/main" id="{F1D7BF63-5C8D-7134-7A12-B56AE1D111A5}"/>
              </a:ext>
            </a:extLst>
          </p:cNvPr>
          <p:cNvCxnSpPr>
            <a:cxnSpLocks/>
          </p:cNvCxnSpPr>
          <p:nvPr/>
        </p:nvCxnSpPr>
        <p:spPr bwMode="auto">
          <a:xfrm>
            <a:off x="6666383" y="3047511"/>
            <a:ext cx="4953000"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5" name="Text Placeholder 4">
            <a:extLst>
              <a:ext uri="{FF2B5EF4-FFF2-40B4-BE49-F238E27FC236}">
                <a16:creationId xmlns:a16="http://schemas.microsoft.com/office/drawing/2014/main" id="{03BF9F75-B50D-C100-4A4C-56962AA9DAE7}"/>
              </a:ext>
            </a:extLst>
          </p:cNvPr>
          <p:cNvSpPr>
            <a:spLocks noGrp="1"/>
          </p:cNvSpPr>
          <p:nvPr>
            <p:ph type="body" sz="quarter" idx="12"/>
          </p:nvPr>
        </p:nvSpPr>
        <p:spPr>
          <a:xfrm>
            <a:off x="6670675" y="3406775"/>
            <a:ext cx="4951413" cy="8788394"/>
          </a:xfrm>
        </p:spPr>
        <p:txBody>
          <a:bodyPr/>
          <a:lstStyle/>
          <a:p>
            <a:r>
              <a:rPr lang="en-US" sz="1600" b="1" dirty="0">
                <a:solidFill>
                  <a:srgbClr val="000000"/>
                </a:solidFill>
                <a:effectLst/>
                <a:latin typeface="IBM Plex Sans SmBld" panose="020B0503050203000203" pitchFamily="34" charset="0"/>
              </a:rPr>
              <a:t>Subheading</a:t>
            </a:r>
          </a:p>
          <a:p>
            <a:r>
              <a:rPr lang="en-US" sz="1600" dirty="0">
                <a:solidFill>
                  <a:srgbClr val="000000"/>
                </a:solidFill>
                <a:effectLst/>
                <a:latin typeface="IBM Plex Sans" panose="020B0503050203000203" pitchFamily="34" charset="0"/>
              </a:rPr>
              <a:t>Pellentesque habitant morbi tristique senectus et netus et malesuada fames ac turpis egestas. Ut a ante tempor, posuere tellus in, vulputate dui. Curabitur dignissim et orci in ultrices. Quisque justo est, aliquet at aliquam nec, lobortis et enim. Donec tempor, diam eu hendrerit accumsan, enim ipsum varius purus, quis suscipit purus urna nec leo. </a:t>
            </a:r>
          </a:p>
          <a:p>
            <a:endParaRPr lang="en-US" sz="1600" dirty="0">
              <a:solidFill>
                <a:srgbClr val="000000"/>
              </a:solidFill>
            </a:endParaRPr>
          </a:p>
          <a:p>
            <a:r>
              <a:rPr lang="en-US" sz="1600" dirty="0">
                <a:solidFill>
                  <a:srgbClr val="000000"/>
                </a:solidFill>
                <a:effectLst/>
                <a:latin typeface="IBM Plex Sans" panose="020B0503050203000203" pitchFamily="34" charset="0"/>
              </a:rPr>
              <a:t>In nec rhoncus sapien. Proin ac libero sed sapien ullamcorper ultricies eget nec neque. Nunc a ex pulvinar, sodales purus non, tempus erat. Vivamus placerat scelerisque dui, at elementum ante pretium in. Vivamus elementum massa sed urna venenatis, eu ornare nisi scelerisque.</a:t>
            </a:r>
            <a:br>
              <a:rPr lang="en-US" sz="1600" dirty="0">
                <a:solidFill>
                  <a:srgbClr val="000000"/>
                </a:solidFill>
                <a:effectLst/>
                <a:latin typeface="IBM Plex Sans" panose="020B0503050203000203" pitchFamily="34" charset="0"/>
              </a:rPr>
            </a:br>
            <a:endParaRPr lang="en-US" sz="1600" dirty="0">
              <a:solidFill>
                <a:srgbClr val="000000"/>
              </a:solidFill>
              <a:effectLst/>
              <a:latin typeface="IBM Plex Sans" panose="020B0503050203000203" pitchFamily="34" charset="0"/>
            </a:endParaRPr>
          </a:p>
          <a:p>
            <a:r>
              <a:rPr lang="en-US" sz="1600" dirty="0">
                <a:solidFill>
                  <a:srgbClr val="000000"/>
                </a:solidFill>
                <a:effectLst/>
                <a:latin typeface="IBM Plex Sans" panose="020B0503050203000203" pitchFamily="34" charset="0"/>
              </a:rPr>
              <a:t>Praesent at ullamcorper eros, in vehicula justo. Mauris tempus arcu et molestie pretium. Pellentesque eget egestas massa. Pellentesque habitant morbi tristique senectus et netus et malesuada fames ac turpis egestas. Suspendisse egestas sem ex, ut tristique magna interdum blandit. Cras eget tempus ligula. Nam a turpis enim. Aenean eget semper sem. Integer egestas mauris orci, hendrerit varius dui pellentesque at. In a molestie nunc. Integer sed posuere magna. Nulla viverra lectus eget lorem lacinia, et mollis lectus dictum. Sed eget commodo erat.</a:t>
            </a:r>
          </a:p>
          <a:p>
            <a:endParaRPr lang="en-US" sz="1600" dirty="0"/>
          </a:p>
        </p:txBody>
      </p:sp>
      <p:sp>
        <p:nvSpPr>
          <p:cNvPr id="9" name="Rectangle 8" descr="Vertical half slide background in blue 10">
            <a:extLst>
              <a:ext uri="{FF2B5EF4-FFF2-40B4-BE49-F238E27FC236}">
                <a16:creationId xmlns:a16="http://schemas.microsoft.com/office/drawing/2014/main" id="{7F889649-E1CD-AD43-B975-B40894FA93C8}"/>
              </a:ext>
            </a:extLst>
          </p:cNvPr>
          <p:cNvSpPr/>
          <p:nvPr/>
        </p:nvSpPr>
        <p:spPr bwMode="auto">
          <a:xfrm>
            <a:off x="12192000" y="0"/>
            <a:ext cx="12192000" cy="13716000"/>
          </a:xfrm>
          <a:prstGeom prst="rect">
            <a:avLst/>
          </a:prstGeom>
          <a:solidFill>
            <a:srgbClr val="E5F6FF"/>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dirty="0">
              <a:ln>
                <a:noFill/>
              </a:ln>
              <a:solidFill>
                <a:schemeClr val="bg1"/>
              </a:solidFill>
              <a:effectLst/>
              <a:latin typeface="+mn-lt"/>
            </a:endParaRPr>
          </a:p>
        </p:txBody>
      </p:sp>
      <p:sp>
        <p:nvSpPr>
          <p:cNvPr id="11" name="Title 1">
            <a:extLst>
              <a:ext uri="{FF2B5EF4-FFF2-40B4-BE49-F238E27FC236}">
                <a16:creationId xmlns:a16="http://schemas.microsoft.com/office/drawing/2014/main" id="{1AB45EB0-06D2-68E3-A607-524B612B2528}"/>
              </a:ext>
            </a:extLst>
          </p:cNvPr>
          <p:cNvSpPr txBox="1">
            <a:spLocks/>
          </p:cNvSpPr>
          <p:nvPr/>
        </p:nvSpPr>
        <p:spPr>
          <a:xfrm>
            <a:off x="12770475" y="576072"/>
            <a:ext cx="4949825" cy="152558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lvl1pPr marL="0" marR="0" indent="0" algn="l" defTabSz="2438400" rtl="0" latinLnBrk="0">
              <a:lnSpc>
                <a:spcPct val="110000"/>
              </a:lnSpc>
              <a:spcBef>
                <a:spcPts val="0"/>
              </a:spcBef>
              <a:spcAft>
                <a:spcPts val="0"/>
              </a:spcAft>
              <a:buClrTx/>
              <a:buSzTx/>
              <a:buFontTx/>
              <a:buNone/>
              <a:tabLst/>
              <a:defRPr sz="2800" b="0" i="0" u="none" strike="noStrike" cap="none" spc="0" baseline="0">
                <a:solidFill>
                  <a:schemeClr val="tx2"/>
                </a:solidFill>
                <a:uFillTx/>
                <a:latin typeface="+mj-lt"/>
                <a:ea typeface="+mj-ea"/>
                <a:cs typeface="+mj-cs"/>
                <a:sym typeface="IBM Plex Sans Light"/>
              </a:defRPr>
            </a:lvl1pPr>
            <a:lvl2pPr marL="0" marR="0" indent="0"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2pPr>
            <a:lvl3pPr marL="0" marR="0" indent="0"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3pPr>
            <a:lvl4pPr marL="0" marR="0" indent="0"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4pPr>
            <a:lvl5pPr marL="0" marR="0" indent="0"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5pPr>
            <a:lvl6pPr marL="0" marR="0" indent="362568"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6pPr>
            <a:lvl7pPr marL="0" marR="0" indent="725139"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7pPr>
            <a:lvl8pPr marL="0" marR="0" indent="1087706"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8pPr>
            <a:lvl9pPr marL="0" marR="0" indent="1450276"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9pPr>
          </a:lstStyle>
          <a:p>
            <a:r>
              <a:rPr lang="en-US" sz="1600" b="1" dirty="0">
                <a:solidFill>
                  <a:srgbClr val="000000"/>
                </a:solidFill>
                <a:effectLst/>
                <a:latin typeface="IBM Plex Sans SmBld" panose="020B0503050203000203" pitchFamily="34" charset="0"/>
              </a:rPr>
              <a:t>Contact or callouts</a:t>
            </a:r>
          </a:p>
          <a:p>
            <a:r>
              <a:rPr lang="en-US" sz="1600" dirty="0">
                <a:solidFill>
                  <a:srgbClr val="000000"/>
                </a:solidFill>
                <a:effectLst/>
                <a:latin typeface="IBM Plex Sans" panose="020B0503050203000203" pitchFamily="34" charset="0"/>
              </a:rPr>
              <a:t>In nec rhoncus sapien. Proin ac libero sed sapien ullamcorper ultricies eget nec neque. Nunc a ex pulvinar, sodales purus non, tempus erat. </a:t>
            </a:r>
          </a:p>
        </p:txBody>
      </p:sp>
      <p:cxnSp>
        <p:nvCxnSpPr>
          <p:cNvPr id="14" name="Straight Connector 13" descr="Horizontal row divider line">
            <a:extLst>
              <a:ext uri="{FF2B5EF4-FFF2-40B4-BE49-F238E27FC236}">
                <a16:creationId xmlns:a16="http://schemas.microsoft.com/office/drawing/2014/main" id="{1AD8D7E9-EB68-4E6D-F9FB-99DC9DD35B66}"/>
              </a:ext>
            </a:extLst>
          </p:cNvPr>
          <p:cNvCxnSpPr>
            <a:cxnSpLocks/>
          </p:cNvCxnSpPr>
          <p:nvPr/>
        </p:nvCxnSpPr>
        <p:spPr bwMode="auto">
          <a:xfrm>
            <a:off x="12763500" y="3047511"/>
            <a:ext cx="4953000"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6" name="Text Placeholder 5">
            <a:extLst>
              <a:ext uri="{FF2B5EF4-FFF2-40B4-BE49-F238E27FC236}">
                <a16:creationId xmlns:a16="http://schemas.microsoft.com/office/drawing/2014/main" id="{065511AD-019A-1151-1BF2-4A708BCBD32B}"/>
              </a:ext>
            </a:extLst>
          </p:cNvPr>
          <p:cNvSpPr>
            <a:spLocks noGrp="1"/>
          </p:cNvSpPr>
          <p:nvPr>
            <p:ph type="body" sz="quarter" idx="13"/>
          </p:nvPr>
        </p:nvSpPr>
        <p:spPr>
          <a:xfrm>
            <a:off x="12766675" y="3406775"/>
            <a:ext cx="4953000" cy="8788394"/>
          </a:xfrm>
        </p:spPr>
        <p:txBody>
          <a:bodyPr/>
          <a:lstStyle/>
          <a:p>
            <a:r>
              <a:rPr lang="en-US" sz="1600" b="1" dirty="0">
                <a:solidFill>
                  <a:srgbClr val="000000"/>
                </a:solidFill>
                <a:effectLst/>
                <a:latin typeface="IBM Plex Sans SmBld" panose="020B0503050203000203" pitchFamily="34" charset="0"/>
              </a:rPr>
              <a:t>Subheading</a:t>
            </a:r>
          </a:p>
          <a:p>
            <a:r>
              <a:rPr lang="en-US" sz="1600" dirty="0">
                <a:solidFill>
                  <a:srgbClr val="000000"/>
                </a:solidFill>
                <a:effectLst/>
                <a:latin typeface="IBM Plex Sans" panose="020B0503050203000203" pitchFamily="34" charset="0"/>
              </a:rPr>
              <a:t>Pellentesque habitant morbi tristique senectus et netus et malesuada fames ac turpis egestas. Ut a ante tempor, posuere tellus in, vulputate dui. Curabitur dignissim et orci in ultrices. Quisque justo est, aliquet at aliquam nec, lobortis et enim. Donec tempor, diam eu hendrerit accumsan, enim ipsum varius purus, quis suscipit purus urna nec leo. </a:t>
            </a:r>
          </a:p>
          <a:p>
            <a:endParaRPr lang="en-US" sz="1600" dirty="0">
              <a:solidFill>
                <a:srgbClr val="000000"/>
              </a:solidFill>
            </a:endParaRPr>
          </a:p>
          <a:p>
            <a:r>
              <a:rPr lang="en-US" sz="1600" dirty="0">
                <a:solidFill>
                  <a:srgbClr val="000000"/>
                </a:solidFill>
                <a:effectLst/>
                <a:latin typeface="IBM Plex Sans" panose="020B0503050203000203" pitchFamily="34" charset="0"/>
              </a:rPr>
              <a:t>In nec rhoncus sapien. Proin ac libero sed sapien ullamcorper ultricies eget nec neque. Nunc a ex pulvinar, sodales purus non, tempus erat. Vivamus placerat scelerisque dui, at elementum ante pretium in. Vivamus elementum massa sed urna venenatis, eu ornare nisi scelerisque.</a:t>
            </a:r>
            <a:br>
              <a:rPr lang="en-US" sz="1600" dirty="0">
                <a:solidFill>
                  <a:srgbClr val="000000"/>
                </a:solidFill>
                <a:effectLst/>
                <a:latin typeface="IBM Plex Sans" panose="020B0503050203000203" pitchFamily="34" charset="0"/>
              </a:rPr>
            </a:br>
            <a:endParaRPr lang="en-US" sz="1600" dirty="0">
              <a:solidFill>
                <a:srgbClr val="000000"/>
              </a:solidFill>
              <a:effectLst/>
              <a:latin typeface="IBM Plex Sans" panose="020B0503050203000203" pitchFamily="34" charset="0"/>
            </a:endParaRPr>
          </a:p>
          <a:p>
            <a:r>
              <a:rPr lang="en-US" sz="1600" dirty="0">
                <a:solidFill>
                  <a:srgbClr val="000000"/>
                </a:solidFill>
                <a:effectLst/>
                <a:latin typeface="IBM Plex Sans" panose="020B0503050203000203" pitchFamily="34" charset="0"/>
              </a:rPr>
              <a:t>Praesent at ullamcorper eros, in vehicula justo. Mauris tempus arcu et molestie pretium. Pellentesque eget egestas massa. Pellentesque habitant morbi tristique senectus et netus et malesuada fames ac turpis egestas. Suspendisse egestas sem ex, ut tristique magna interdum blandit. Cras eget tempus ligula. Nam a turpis enim. Aenean eget semper sem. Integer egestas mauris orci, hendrerit varius dui pellentesque at. In a molestie nunc. Integer sed posuere magna. Nulla viverra lectus eget lorem lacinia, et mollis lectus dictum. Sed eget commodo erat.</a:t>
            </a:r>
          </a:p>
          <a:p>
            <a:endParaRPr lang="en-US" sz="1600" dirty="0"/>
          </a:p>
        </p:txBody>
      </p:sp>
      <p:sp>
        <p:nvSpPr>
          <p:cNvPr id="12" name="Title 1">
            <a:extLst>
              <a:ext uri="{FF2B5EF4-FFF2-40B4-BE49-F238E27FC236}">
                <a16:creationId xmlns:a16="http://schemas.microsoft.com/office/drawing/2014/main" id="{C56474AE-A650-887E-BBAE-830D9BEA93A9}"/>
              </a:ext>
            </a:extLst>
          </p:cNvPr>
          <p:cNvSpPr txBox="1">
            <a:spLocks/>
          </p:cNvSpPr>
          <p:nvPr/>
        </p:nvSpPr>
        <p:spPr>
          <a:xfrm>
            <a:off x="18873324" y="576072"/>
            <a:ext cx="4949825" cy="152558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lvl1pPr marL="0" marR="0" indent="0" algn="l" defTabSz="2438400" rtl="0" latinLnBrk="0">
              <a:lnSpc>
                <a:spcPct val="110000"/>
              </a:lnSpc>
              <a:spcBef>
                <a:spcPts val="0"/>
              </a:spcBef>
              <a:spcAft>
                <a:spcPts val="0"/>
              </a:spcAft>
              <a:buClrTx/>
              <a:buSzTx/>
              <a:buFontTx/>
              <a:buNone/>
              <a:tabLst/>
              <a:defRPr sz="2800" b="0" i="0" u="none" strike="noStrike" cap="none" spc="0" baseline="0">
                <a:solidFill>
                  <a:schemeClr val="tx2"/>
                </a:solidFill>
                <a:uFillTx/>
                <a:latin typeface="+mj-lt"/>
                <a:ea typeface="+mj-ea"/>
                <a:cs typeface="+mj-cs"/>
                <a:sym typeface="IBM Plex Sans Light"/>
              </a:defRPr>
            </a:lvl1pPr>
            <a:lvl2pPr marL="0" marR="0" indent="0"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2pPr>
            <a:lvl3pPr marL="0" marR="0" indent="0"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3pPr>
            <a:lvl4pPr marL="0" marR="0" indent="0"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4pPr>
            <a:lvl5pPr marL="0" marR="0" indent="0"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5pPr>
            <a:lvl6pPr marL="0" marR="0" indent="362568"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6pPr>
            <a:lvl7pPr marL="0" marR="0" indent="725139"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7pPr>
            <a:lvl8pPr marL="0" marR="0" indent="1087706"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8pPr>
            <a:lvl9pPr marL="0" marR="0" indent="1450276"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9pPr>
          </a:lstStyle>
          <a:p>
            <a:r>
              <a:rPr lang="en-US" sz="1600" b="1" dirty="0">
                <a:solidFill>
                  <a:srgbClr val="000000"/>
                </a:solidFill>
                <a:effectLst/>
                <a:latin typeface="IBM Plex Sans SmBld" panose="020B0503050203000203" pitchFamily="34" charset="0"/>
              </a:rPr>
              <a:t>Contact or callouts</a:t>
            </a:r>
          </a:p>
          <a:p>
            <a:r>
              <a:rPr lang="en-US" sz="1600" dirty="0">
                <a:solidFill>
                  <a:srgbClr val="000000"/>
                </a:solidFill>
                <a:effectLst/>
                <a:latin typeface="IBM Plex Sans" panose="020B0503050203000203" pitchFamily="34" charset="0"/>
              </a:rPr>
              <a:t>In nec rhoncus sapien. Proin ac libero sed sapien ullamcorper ultricies eget nec neque. Nunc a ex pulvinar, sodales purus non, tempus erat. </a:t>
            </a:r>
          </a:p>
        </p:txBody>
      </p:sp>
      <p:cxnSp>
        <p:nvCxnSpPr>
          <p:cNvPr id="16" name="Straight Connector 15" descr="Horizontal row divider line">
            <a:extLst>
              <a:ext uri="{FF2B5EF4-FFF2-40B4-BE49-F238E27FC236}">
                <a16:creationId xmlns:a16="http://schemas.microsoft.com/office/drawing/2014/main" id="{E5C5DFAE-33D3-886E-9AAD-932708A4BF24}"/>
              </a:ext>
            </a:extLst>
          </p:cNvPr>
          <p:cNvCxnSpPr>
            <a:cxnSpLocks/>
          </p:cNvCxnSpPr>
          <p:nvPr/>
        </p:nvCxnSpPr>
        <p:spPr bwMode="auto">
          <a:xfrm>
            <a:off x="18862151" y="3047511"/>
            <a:ext cx="4953000"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7" name="Text Placeholder 6">
            <a:extLst>
              <a:ext uri="{FF2B5EF4-FFF2-40B4-BE49-F238E27FC236}">
                <a16:creationId xmlns:a16="http://schemas.microsoft.com/office/drawing/2014/main" id="{438093E0-E60B-7E5F-C989-CA61CB8AE8A4}"/>
              </a:ext>
            </a:extLst>
          </p:cNvPr>
          <p:cNvSpPr>
            <a:spLocks noGrp="1"/>
          </p:cNvSpPr>
          <p:nvPr>
            <p:ph type="body" sz="quarter" idx="14"/>
          </p:nvPr>
        </p:nvSpPr>
        <p:spPr>
          <a:xfrm>
            <a:off x="18862675" y="3406775"/>
            <a:ext cx="4959350" cy="8788391"/>
          </a:xfrm>
        </p:spPr>
        <p:txBody>
          <a:bodyPr/>
          <a:lstStyle/>
          <a:p>
            <a:r>
              <a:rPr lang="en-US" sz="1600" b="1" dirty="0">
                <a:solidFill>
                  <a:srgbClr val="000000"/>
                </a:solidFill>
                <a:effectLst/>
                <a:latin typeface="IBM Plex Sans SmBld" panose="020B0503050203000203" pitchFamily="34" charset="0"/>
              </a:rPr>
              <a:t>Subheading</a:t>
            </a:r>
          </a:p>
          <a:p>
            <a:r>
              <a:rPr lang="en-US" sz="1600" dirty="0">
                <a:solidFill>
                  <a:srgbClr val="000000"/>
                </a:solidFill>
                <a:effectLst/>
                <a:latin typeface="IBM Plex Sans" panose="020B0503050203000203" pitchFamily="34" charset="0"/>
              </a:rPr>
              <a:t>Pellentesque habitant morbi tristique senectus et netus et malesuada fames ac turpis egestas. Ut a ante tempor, posuere tellus in, vulputate dui. Curabitur dignissim et orci in ultrices. Quisque justo est, aliquet at aliquam nec, lobortis et enim. Donec tempor, diam eu hendrerit accumsan, enim ipsum varius purus, quis suscipit purus urna nec leo. </a:t>
            </a:r>
          </a:p>
          <a:p>
            <a:endParaRPr lang="en-US" sz="1600" dirty="0">
              <a:solidFill>
                <a:srgbClr val="000000"/>
              </a:solidFill>
            </a:endParaRPr>
          </a:p>
          <a:p>
            <a:r>
              <a:rPr lang="en-US" sz="1600" dirty="0">
                <a:solidFill>
                  <a:srgbClr val="000000"/>
                </a:solidFill>
                <a:effectLst/>
                <a:latin typeface="IBM Plex Sans" panose="020B0503050203000203" pitchFamily="34" charset="0"/>
              </a:rPr>
              <a:t>In nec rhoncus sapien. Proin ac libero sed sapien ullamcorper ultricies eget nec neque. Nunc a ex pulvinar, sodales purus non, tempus erat. Vivamus placerat scelerisque dui, at elementum ante pretium in. Vivamus elementum massa sed urna venenatis, eu ornare nisi scelerisque.</a:t>
            </a:r>
            <a:br>
              <a:rPr lang="en-US" sz="1600" dirty="0">
                <a:solidFill>
                  <a:srgbClr val="000000"/>
                </a:solidFill>
                <a:effectLst/>
                <a:latin typeface="IBM Plex Sans" panose="020B0503050203000203" pitchFamily="34" charset="0"/>
              </a:rPr>
            </a:br>
            <a:endParaRPr lang="en-US" sz="1600" dirty="0">
              <a:solidFill>
                <a:srgbClr val="000000"/>
              </a:solidFill>
              <a:effectLst/>
              <a:latin typeface="IBM Plex Sans" panose="020B0503050203000203" pitchFamily="34" charset="0"/>
            </a:endParaRPr>
          </a:p>
          <a:p>
            <a:r>
              <a:rPr lang="en-US" sz="1600" dirty="0">
                <a:solidFill>
                  <a:srgbClr val="000000"/>
                </a:solidFill>
                <a:effectLst/>
                <a:latin typeface="IBM Plex Sans" panose="020B0503050203000203" pitchFamily="34" charset="0"/>
              </a:rPr>
              <a:t>Praesent at ullamcorper eros, in vehicula justo. Mauris tempus arcu et molestie pretium. Pellentesque eget egestas massa. Pellentesque habitant morbi tristique senectus et netus et malesuada fames ac turpis egestas. Suspendisse egestas sem ex, ut tristique magna interdum blandit. Cras eget tempus ligula. Nam a turpis enim. Aenean eget semper sem. Integer egestas mauris orci, hendrerit varius dui pellentesque at. In a molestie nunc. Integer sed posuere magna. Nulla viverra lectus eget lorem lacinia, et mollis lectus dictum. Sed eget commodo erat.</a:t>
            </a:r>
          </a:p>
          <a:p>
            <a:endParaRPr lang="en-US" sz="1600" dirty="0"/>
          </a:p>
        </p:txBody>
      </p:sp>
      <p:sp>
        <p:nvSpPr>
          <p:cNvPr id="8" name="Footer Placeholder 7">
            <a:extLst>
              <a:ext uri="{FF2B5EF4-FFF2-40B4-BE49-F238E27FC236}">
                <a16:creationId xmlns:a16="http://schemas.microsoft.com/office/drawing/2014/main" id="{7D8982BE-11A3-2BC1-C5D7-529C1C77A4AD}"/>
              </a:ext>
            </a:extLst>
          </p:cNvPr>
          <p:cNvSpPr>
            <a:spLocks noGrp="1"/>
          </p:cNvSpPr>
          <p:nvPr>
            <p:ph type="ftr" sz="quarter" idx="18"/>
          </p:nvPr>
        </p:nvSpPr>
        <p:spPr/>
        <p:txBody>
          <a:bodyPr/>
          <a:lstStyle/>
          <a:p>
            <a:r>
              <a:rPr lang="en-US" dirty="0"/>
              <a:t>Footer</a:t>
            </a:r>
          </a:p>
        </p:txBody>
      </p:sp>
      <p:sp>
        <p:nvSpPr>
          <p:cNvPr id="19" name="Slide Number Placeholder 18">
            <a:extLst>
              <a:ext uri="{FF2B5EF4-FFF2-40B4-BE49-F238E27FC236}">
                <a16:creationId xmlns:a16="http://schemas.microsoft.com/office/drawing/2014/main" id="{7A534E5D-A37D-ADC6-3161-4D66FCFFC41C}"/>
              </a:ext>
            </a:extLst>
          </p:cNvPr>
          <p:cNvSpPr>
            <a:spLocks noGrp="1"/>
          </p:cNvSpPr>
          <p:nvPr>
            <p:ph type="sldNum" sz="quarter" idx="4"/>
          </p:nvPr>
        </p:nvSpPr>
        <p:spPr/>
        <p:txBody>
          <a:bodyPr/>
          <a:lstStyle/>
          <a:p>
            <a:fld id="{86CB4B4D-7CA3-9044-876B-883B54F8677D}" type="slidenum">
              <a:rPr lang="en-US" smtClean="0"/>
              <a:pPr/>
              <a:t>44</a:t>
            </a:fld>
            <a:endParaRPr lang="en-US" dirty="0"/>
          </a:p>
        </p:txBody>
      </p:sp>
    </p:spTree>
    <p:extLst>
      <p:ext uri="{BB962C8B-B14F-4D97-AF65-F5344CB8AC3E}">
        <p14:creationId xmlns:p14="http://schemas.microsoft.com/office/powerpoint/2010/main" val="1355820166"/>
      </p:ext>
    </p:extLst>
  </p:cSld>
  <p:clrMapOvr>
    <a:masterClrMapping/>
  </p:clrMapOvr>
  <p:transition spd="med"/>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descr="Vertical quarter slide background in blue 10">
            <a:extLst>
              <a:ext uri="{FF2B5EF4-FFF2-40B4-BE49-F238E27FC236}">
                <a16:creationId xmlns:a16="http://schemas.microsoft.com/office/drawing/2014/main" id="{193512D4-4DD6-F3AE-8142-831EA288F114}"/>
              </a:ext>
            </a:extLst>
          </p:cNvPr>
          <p:cNvSpPr/>
          <p:nvPr/>
        </p:nvSpPr>
        <p:spPr bwMode="auto">
          <a:xfrm flipH="1">
            <a:off x="-2" y="0"/>
            <a:ext cx="6094361" cy="13716000"/>
          </a:xfrm>
          <a:prstGeom prst="rect">
            <a:avLst/>
          </a:prstGeom>
          <a:solidFill>
            <a:srgbClr val="E5F6FF"/>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dirty="0">
              <a:ln>
                <a:noFill/>
              </a:ln>
              <a:solidFill>
                <a:schemeClr val="bg1"/>
              </a:solidFill>
              <a:effectLst/>
              <a:latin typeface="+mn-lt"/>
            </a:endParaRPr>
          </a:p>
        </p:txBody>
      </p:sp>
      <p:sp>
        <p:nvSpPr>
          <p:cNvPr id="2" name="Title 1">
            <a:extLst>
              <a:ext uri="{FF2B5EF4-FFF2-40B4-BE49-F238E27FC236}">
                <a16:creationId xmlns:a16="http://schemas.microsoft.com/office/drawing/2014/main" id="{F1A48018-2989-7E7D-8DC9-95578A33F6E9}"/>
              </a:ext>
            </a:extLst>
          </p:cNvPr>
          <p:cNvSpPr>
            <a:spLocks noGrp="1"/>
          </p:cNvSpPr>
          <p:nvPr>
            <p:ph type="title"/>
          </p:nvPr>
        </p:nvSpPr>
        <p:spPr>
          <a:xfrm>
            <a:off x="576072" y="576072"/>
            <a:ext cx="4949825" cy="2852928"/>
          </a:xfrm>
        </p:spPr>
        <p:txBody>
          <a:bodyPr/>
          <a:lstStyle/>
          <a:p>
            <a:r>
              <a:rPr lang="en-US" sz="3600" dirty="0">
                <a:solidFill>
                  <a:srgbClr val="000000"/>
                </a:solidFill>
                <a:latin typeface="IBM Plex Sans Light" panose="020B0403050203000203" pitchFamily="34" charset="0"/>
              </a:rPr>
              <a:t>3</a:t>
            </a:r>
            <a:r>
              <a:rPr lang="en-US" sz="3600" dirty="0">
                <a:solidFill>
                  <a:srgbClr val="000000"/>
                </a:solidFill>
                <a:effectLst/>
                <a:latin typeface="IBM Plex Sans Light" panose="020B0403050203000203" pitchFamily="34" charset="0"/>
              </a:rPr>
              <a:t>6pt short headline no more than two or three lines max</a:t>
            </a:r>
            <a:endParaRPr lang="en-US" sz="3600" dirty="0"/>
          </a:p>
        </p:txBody>
      </p:sp>
      <p:cxnSp>
        <p:nvCxnSpPr>
          <p:cNvPr id="17" name="Straight Connector 16" descr="Horizontal row divider line">
            <a:extLst>
              <a:ext uri="{FF2B5EF4-FFF2-40B4-BE49-F238E27FC236}">
                <a16:creationId xmlns:a16="http://schemas.microsoft.com/office/drawing/2014/main" id="{AC913034-912C-A0DD-71DC-D35DD6BBC7B4}"/>
              </a:ext>
            </a:extLst>
          </p:cNvPr>
          <p:cNvCxnSpPr>
            <a:cxnSpLocks/>
          </p:cNvCxnSpPr>
          <p:nvPr/>
        </p:nvCxnSpPr>
        <p:spPr bwMode="auto">
          <a:xfrm>
            <a:off x="575824" y="4575407"/>
            <a:ext cx="4953000"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4" name="Text Placeholder 3">
            <a:extLst>
              <a:ext uri="{FF2B5EF4-FFF2-40B4-BE49-F238E27FC236}">
                <a16:creationId xmlns:a16="http://schemas.microsoft.com/office/drawing/2014/main" id="{FA3DACA0-5295-B73F-DD13-3B9B08A4F97A}"/>
              </a:ext>
            </a:extLst>
          </p:cNvPr>
          <p:cNvSpPr>
            <a:spLocks noGrp="1"/>
          </p:cNvSpPr>
          <p:nvPr>
            <p:ph type="body" sz="quarter" idx="11"/>
          </p:nvPr>
        </p:nvSpPr>
        <p:spPr>
          <a:xfrm>
            <a:off x="576072" y="4930840"/>
            <a:ext cx="4956175" cy="7264335"/>
          </a:xfrm>
        </p:spPr>
        <p:txBody>
          <a:bodyPr/>
          <a:lstStyle/>
          <a:p>
            <a:r>
              <a:rPr lang="en-US" sz="1600" b="1" dirty="0">
                <a:solidFill>
                  <a:srgbClr val="000000"/>
                </a:solidFill>
                <a:effectLst/>
                <a:latin typeface="IBM Plex Sans SmBld" panose="020B0503050203000203" pitchFamily="34" charset="0"/>
              </a:rPr>
              <a:t>Subheading</a:t>
            </a:r>
          </a:p>
          <a:p>
            <a:r>
              <a:rPr lang="en-US" sz="1600" dirty="0">
                <a:solidFill>
                  <a:srgbClr val="000000"/>
                </a:solidFill>
                <a:effectLst/>
                <a:latin typeface="IBM Plex Sans" panose="020B0503050203000203" pitchFamily="34" charset="0"/>
              </a:rPr>
              <a:t>Pellentesque habitant morbi tristique senectus et netus et malesuada fames ac turpis egestas. Ut a ante tempor, posuere tellus in, vulputate dui. Curabitur dignissim et orci in ultrices. Quisque justo est, aliquet at aliquam nec, lobortis et enim. </a:t>
            </a:r>
          </a:p>
          <a:p>
            <a:endParaRPr lang="en-US" sz="1600" dirty="0">
              <a:solidFill>
                <a:srgbClr val="000000"/>
              </a:solidFill>
            </a:endParaRPr>
          </a:p>
          <a:p>
            <a:pPr marL="146304" lvl="1" indent="-146304"/>
            <a:r>
              <a:rPr lang="en-US" sz="1600" dirty="0">
                <a:solidFill>
                  <a:srgbClr val="000000"/>
                </a:solidFill>
                <a:effectLst/>
                <a:latin typeface="IBM Plex Sans" panose="020B0503050203000203" pitchFamily="34" charset="0"/>
              </a:rPr>
              <a:t>Donec tempor, diam eu hendrerit accumsan</a:t>
            </a:r>
          </a:p>
          <a:p>
            <a:pPr marL="146304" lvl="1" indent="-146304"/>
            <a:endParaRPr lang="en-US" sz="1600" dirty="0">
              <a:solidFill>
                <a:srgbClr val="000000"/>
              </a:solidFill>
              <a:effectLst/>
              <a:latin typeface="IBM Plex Sans" panose="020B0503050203000203" pitchFamily="34" charset="0"/>
            </a:endParaRPr>
          </a:p>
          <a:p>
            <a:pPr marL="146304" lvl="1" indent="-146304"/>
            <a:r>
              <a:rPr lang="en-US" sz="1600" dirty="0">
                <a:solidFill>
                  <a:srgbClr val="000000"/>
                </a:solidFill>
                <a:effectLst/>
                <a:latin typeface="IBM Plex Sans" panose="020B0503050203000203" pitchFamily="34" charset="0"/>
              </a:rPr>
              <a:t>Enim ipsum varius purus, quis suscipit purus urna nec leo. In nec rhoncus sapien. Proin ac libero sed sapien ullamcorper ultricies eget nec neque. </a:t>
            </a:r>
          </a:p>
          <a:p>
            <a:pPr marL="146304" lvl="1" indent="-146304"/>
            <a:endParaRPr lang="en-US" sz="1600" dirty="0">
              <a:solidFill>
                <a:srgbClr val="000000"/>
              </a:solidFill>
              <a:effectLst/>
              <a:latin typeface="IBM Plex Sans" panose="020B0503050203000203" pitchFamily="34" charset="0"/>
            </a:endParaRPr>
          </a:p>
          <a:p>
            <a:pPr marL="146304" lvl="1" indent="-146304"/>
            <a:r>
              <a:rPr lang="en-US" sz="1600" dirty="0">
                <a:solidFill>
                  <a:srgbClr val="000000"/>
                </a:solidFill>
                <a:effectLst/>
                <a:latin typeface="IBM Plex Sans" panose="020B0503050203000203" pitchFamily="34" charset="0"/>
              </a:rPr>
              <a:t>Nunc a ex pulvinar, sodales purus non, tempus erat. </a:t>
            </a:r>
          </a:p>
          <a:p>
            <a:pPr marL="146304" lvl="1" indent="-146304"/>
            <a:endParaRPr lang="en-US" sz="1600" dirty="0">
              <a:solidFill>
                <a:srgbClr val="000000"/>
              </a:solidFill>
            </a:endParaRPr>
          </a:p>
          <a:p>
            <a:pPr marL="146304" lvl="1" indent="-146304"/>
            <a:r>
              <a:rPr lang="en-US" sz="1600" dirty="0">
                <a:solidFill>
                  <a:srgbClr val="000000"/>
                </a:solidFill>
                <a:effectLst/>
                <a:latin typeface="IBM Plex Sans" panose="020B0503050203000203" pitchFamily="34" charset="0"/>
              </a:rPr>
              <a:t>Vivamus placerat scelerisque dui, at elementum.</a:t>
            </a:r>
          </a:p>
          <a:p>
            <a:pPr lvl="1"/>
            <a:endParaRPr lang="en-US" sz="1600" dirty="0">
              <a:solidFill>
                <a:srgbClr val="000000"/>
              </a:solidFill>
              <a:effectLst/>
              <a:latin typeface="IBM Plex Sans" panose="020B0503050203000203" pitchFamily="34" charset="0"/>
            </a:endParaRPr>
          </a:p>
          <a:p>
            <a:pPr marL="292608" lvl="2" indent="-146304"/>
            <a:r>
              <a:rPr lang="en-US" sz="1600" dirty="0">
                <a:solidFill>
                  <a:srgbClr val="000000"/>
                </a:solidFill>
                <a:effectLst/>
                <a:latin typeface="IBM Plex Sans" panose="020B0503050203000203" pitchFamily="34" charset="0"/>
              </a:rPr>
              <a:t>Amus elementum massa sed urna venenatis ornare nisi scelerisque loramus altus.</a:t>
            </a:r>
          </a:p>
          <a:p>
            <a:endParaRPr lang="en-US" sz="1600" dirty="0">
              <a:solidFill>
                <a:srgbClr val="000000"/>
              </a:solidFill>
              <a:effectLst/>
              <a:latin typeface="IBM Plex Sans" panose="020B0503050203000203" pitchFamily="34" charset="0"/>
            </a:endParaRPr>
          </a:p>
          <a:p>
            <a:pPr marL="146304" lvl="1" indent="-146304"/>
            <a:r>
              <a:rPr lang="en-US" sz="1600" dirty="0">
                <a:solidFill>
                  <a:srgbClr val="000000"/>
                </a:solidFill>
                <a:effectLst/>
                <a:latin typeface="IBM Plex Sans" panose="020B0503050203000203" pitchFamily="34" charset="0"/>
              </a:rPr>
              <a:t>Praesent at ullamcorper eros, in vehicula justo. Mauris tempus arcu et molestie pretium. </a:t>
            </a:r>
          </a:p>
          <a:p>
            <a:pPr marL="146304" lvl="1" indent="-146304"/>
            <a:endParaRPr lang="en-US" sz="1600" dirty="0">
              <a:solidFill>
                <a:srgbClr val="000000"/>
              </a:solidFill>
              <a:effectLst/>
              <a:latin typeface="IBM Plex Sans" panose="020B0503050203000203" pitchFamily="34" charset="0"/>
            </a:endParaRPr>
          </a:p>
          <a:p>
            <a:pPr marL="146304" lvl="1" indent="-146304"/>
            <a:r>
              <a:rPr lang="en-US" sz="1600" dirty="0">
                <a:solidFill>
                  <a:srgbClr val="000000"/>
                </a:solidFill>
                <a:effectLst/>
                <a:latin typeface="IBM Plex Sans" panose="020B0503050203000203" pitchFamily="34" charset="0"/>
              </a:rPr>
              <a:t>Pellentesque eget egestas massa. Pellentesque habitant morbi tristique senectus et netus et malesuada fames ac turpis egestas. Aenean eget semper sem. Integer egestas mauris orci.</a:t>
            </a:r>
          </a:p>
          <a:p>
            <a:endParaRPr lang="en-US" sz="1600" dirty="0"/>
          </a:p>
        </p:txBody>
      </p:sp>
      <p:sp>
        <p:nvSpPr>
          <p:cNvPr id="10" name="Title 1">
            <a:extLst>
              <a:ext uri="{FF2B5EF4-FFF2-40B4-BE49-F238E27FC236}">
                <a16:creationId xmlns:a16="http://schemas.microsoft.com/office/drawing/2014/main" id="{DB56A934-636B-6B1A-1CD6-B8F75C0A4E9B}"/>
              </a:ext>
            </a:extLst>
          </p:cNvPr>
          <p:cNvSpPr txBox="1">
            <a:spLocks/>
          </p:cNvSpPr>
          <p:nvPr/>
        </p:nvSpPr>
        <p:spPr>
          <a:xfrm>
            <a:off x="6674474" y="576072"/>
            <a:ext cx="9712155" cy="345054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lvl1pPr marL="0" marR="0" indent="0" algn="l" defTabSz="2438400" rtl="0" latinLnBrk="0">
              <a:lnSpc>
                <a:spcPct val="110000"/>
              </a:lnSpc>
              <a:spcBef>
                <a:spcPts val="0"/>
              </a:spcBef>
              <a:spcAft>
                <a:spcPts val="0"/>
              </a:spcAft>
              <a:buClrTx/>
              <a:buSzTx/>
              <a:buFontTx/>
              <a:buNone/>
              <a:tabLst/>
              <a:defRPr sz="2800" b="0" i="0" u="none" strike="noStrike" cap="none" spc="0" baseline="0">
                <a:solidFill>
                  <a:schemeClr val="tx2"/>
                </a:solidFill>
                <a:uFillTx/>
                <a:latin typeface="+mj-lt"/>
                <a:ea typeface="+mj-ea"/>
                <a:cs typeface="+mj-cs"/>
                <a:sym typeface="IBM Plex Sans Light"/>
              </a:defRPr>
            </a:lvl1pPr>
            <a:lvl2pPr marL="0" marR="0" indent="0"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2pPr>
            <a:lvl3pPr marL="0" marR="0" indent="0"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3pPr>
            <a:lvl4pPr marL="0" marR="0" indent="0"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4pPr>
            <a:lvl5pPr marL="0" marR="0" indent="0"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5pPr>
            <a:lvl6pPr marL="0" marR="0" indent="362568"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6pPr>
            <a:lvl7pPr marL="0" marR="0" indent="725139"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7pPr>
            <a:lvl8pPr marL="0" marR="0" indent="1087706"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8pPr>
            <a:lvl9pPr marL="0" marR="0" indent="1450276"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9pPr>
          </a:lstStyle>
          <a:p>
            <a:pPr>
              <a:lnSpc>
                <a:spcPct val="100000"/>
              </a:lnSpc>
            </a:pPr>
            <a:r>
              <a:rPr lang="en-US" sz="3600" dirty="0">
                <a:solidFill>
                  <a:srgbClr val="000000"/>
                </a:solidFill>
                <a:latin typeface="IBM Plex Sans Light" panose="020B0403050203000203" pitchFamily="34" charset="0"/>
              </a:rPr>
              <a:t>3</a:t>
            </a:r>
            <a:r>
              <a:rPr lang="en-US" sz="3600" dirty="0">
                <a:solidFill>
                  <a:srgbClr val="000000"/>
                </a:solidFill>
                <a:effectLst/>
                <a:latin typeface="IBM Plex Sans Light" panose="020B0403050203000203" pitchFamily="34" charset="0"/>
              </a:rPr>
              <a:t>6pt short headline </a:t>
            </a:r>
          </a:p>
          <a:p>
            <a:endParaRPr lang="en-US" sz="2000" dirty="0">
              <a:solidFill>
                <a:srgbClr val="000000"/>
              </a:solidFill>
              <a:effectLst/>
              <a:latin typeface="IBM Plex Sans" panose="020B0503050203000203" pitchFamily="34" charset="0"/>
            </a:endParaRPr>
          </a:p>
          <a:p>
            <a:r>
              <a:rPr lang="en-US" sz="2000" dirty="0">
                <a:solidFill>
                  <a:srgbClr val="000000"/>
                </a:solidFill>
                <a:effectLst/>
                <a:latin typeface="IBM Plex Sans" panose="020B0503050203000203" pitchFamily="34" charset="0"/>
              </a:rPr>
              <a:t>Praesent at ullamcorper eros, in vehicula justo. Mauris tempus arcu et pretium agrico. Pellentesque eget egestas massa. Pellentesque habitant morbi tristique sene et netus et malesuada fames ac turpis egestas. Suspendisse egestas sem ex, ut tristes magna interdum blandit. Cras eget tempus ligula. Nam a turpis enim. Aenea eget non semper sem. Integer egestas mauris orci, hendrerit varius dui pellentes at. In a nunc. Integer sed posuere magna. Nulla viverra lectus eget lorem lacinia, et mollis lectus dictum. Sed eget commodo erat nonamus sint.</a:t>
            </a:r>
          </a:p>
        </p:txBody>
      </p:sp>
      <p:cxnSp>
        <p:nvCxnSpPr>
          <p:cNvPr id="18" name="Straight Connector 17" descr="Horizontal row divider line">
            <a:extLst>
              <a:ext uri="{FF2B5EF4-FFF2-40B4-BE49-F238E27FC236}">
                <a16:creationId xmlns:a16="http://schemas.microsoft.com/office/drawing/2014/main" id="{F1D7BF63-5C8D-7134-7A12-B56AE1D111A5}"/>
              </a:ext>
            </a:extLst>
          </p:cNvPr>
          <p:cNvCxnSpPr>
            <a:cxnSpLocks/>
          </p:cNvCxnSpPr>
          <p:nvPr/>
        </p:nvCxnSpPr>
        <p:spPr bwMode="auto">
          <a:xfrm>
            <a:off x="6666383" y="4575407"/>
            <a:ext cx="17152467"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5" name="Text Placeholder 4">
            <a:extLst>
              <a:ext uri="{FF2B5EF4-FFF2-40B4-BE49-F238E27FC236}">
                <a16:creationId xmlns:a16="http://schemas.microsoft.com/office/drawing/2014/main" id="{03BF9F75-B50D-C100-4A4C-56962AA9DAE7}"/>
              </a:ext>
            </a:extLst>
          </p:cNvPr>
          <p:cNvSpPr>
            <a:spLocks noGrp="1"/>
          </p:cNvSpPr>
          <p:nvPr>
            <p:ph type="body" sz="quarter" idx="12"/>
          </p:nvPr>
        </p:nvSpPr>
        <p:spPr>
          <a:xfrm>
            <a:off x="6667500" y="4930840"/>
            <a:ext cx="4951413" cy="7264335"/>
          </a:xfrm>
        </p:spPr>
        <p:txBody>
          <a:bodyPr/>
          <a:lstStyle/>
          <a:p>
            <a:r>
              <a:rPr lang="en-US" sz="1600" b="1" dirty="0">
                <a:solidFill>
                  <a:srgbClr val="000000"/>
                </a:solidFill>
                <a:effectLst/>
                <a:latin typeface="IBM Plex Sans SmBld" panose="020B0503050203000203" pitchFamily="34" charset="0"/>
              </a:rPr>
              <a:t>Subheading</a:t>
            </a:r>
          </a:p>
          <a:p>
            <a:r>
              <a:rPr lang="en-US" sz="1600" dirty="0">
                <a:solidFill>
                  <a:srgbClr val="000000"/>
                </a:solidFill>
                <a:effectLst/>
                <a:latin typeface="IBM Plex Sans" panose="020B0503050203000203" pitchFamily="34" charset="0"/>
              </a:rPr>
              <a:t>Pellentesque habitant morbi tristique senectus et netus et malesuada fames ac turpis egestas. Ut a ante tempor, posuere tellus in, vulputate dui. Curabitur dignissim et orci in ultrices. Quisque justo est, aliquet at aliquam nec, lobortis et enim. Donec tempor, diam eu hendrerit accumsan, enim ipsum varius purus, quis suscipit purus urna nec leo. </a:t>
            </a:r>
          </a:p>
          <a:p>
            <a:endParaRPr lang="en-US" sz="1600" dirty="0">
              <a:solidFill>
                <a:srgbClr val="000000"/>
              </a:solidFill>
            </a:endParaRPr>
          </a:p>
          <a:p>
            <a:r>
              <a:rPr lang="en-US" sz="1600" dirty="0">
                <a:solidFill>
                  <a:srgbClr val="000000"/>
                </a:solidFill>
                <a:effectLst/>
                <a:latin typeface="IBM Plex Sans" panose="020B0503050203000203" pitchFamily="34" charset="0"/>
              </a:rPr>
              <a:t>In nec rhoncus sapien. Proin ac libero sed sapien ullamcorper ultricies eget nec neque. Nunc a ex pulvinar, sodales purus non, tempus erat. Vivamus placerat scelerisque dui, at elementum ante pretium in. Vivamus elementum massa sed urna venenatis, eu ornare nisi scelerisque.</a:t>
            </a:r>
            <a:br>
              <a:rPr lang="en-US" sz="1600" dirty="0">
                <a:solidFill>
                  <a:srgbClr val="000000"/>
                </a:solidFill>
                <a:effectLst/>
                <a:latin typeface="IBM Plex Sans" panose="020B0503050203000203" pitchFamily="34" charset="0"/>
              </a:rPr>
            </a:br>
            <a:endParaRPr lang="en-US" sz="1600" dirty="0">
              <a:solidFill>
                <a:srgbClr val="000000"/>
              </a:solidFill>
              <a:effectLst/>
              <a:latin typeface="IBM Plex Sans" panose="020B0503050203000203" pitchFamily="34" charset="0"/>
            </a:endParaRPr>
          </a:p>
          <a:p>
            <a:r>
              <a:rPr lang="en-US" sz="1600" dirty="0">
                <a:solidFill>
                  <a:srgbClr val="000000"/>
                </a:solidFill>
                <a:effectLst/>
                <a:latin typeface="IBM Plex Sans" panose="020B0503050203000203" pitchFamily="34" charset="0"/>
              </a:rPr>
              <a:t>Praesent at ullamcorper eros, in vehicula justo. Mauris tempus arcu et molestie pretium. Pellentesque eget egestas massa. Pellentesque habitant morbi tristique senectus et netus et malesuada fames ac turpis egestas. Suspendisse egestas sem ex, ut tristique magna interdum blandit. Cras eget tempus ligula. Nam a turpis enim. Aenean eget semper sem. Integer egestas mauris orci, hendrerit varius dui pellentesque at. In a molestie nunc. Integer sed posuere magna. Nulla viverra lectus eget lorem lacinia, et mollis lectus dictum. Sed eget commodo erat.</a:t>
            </a:r>
          </a:p>
          <a:p>
            <a:endParaRPr lang="en-US" sz="1600" dirty="0"/>
          </a:p>
        </p:txBody>
      </p:sp>
      <p:sp>
        <p:nvSpPr>
          <p:cNvPr id="6" name="Text Placeholder 5">
            <a:extLst>
              <a:ext uri="{FF2B5EF4-FFF2-40B4-BE49-F238E27FC236}">
                <a16:creationId xmlns:a16="http://schemas.microsoft.com/office/drawing/2014/main" id="{065511AD-019A-1151-1BF2-4A708BCBD32B}"/>
              </a:ext>
            </a:extLst>
          </p:cNvPr>
          <p:cNvSpPr>
            <a:spLocks noGrp="1"/>
          </p:cNvSpPr>
          <p:nvPr>
            <p:ph type="body" sz="quarter" idx="13"/>
          </p:nvPr>
        </p:nvSpPr>
        <p:spPr>
          <a:xfrm>
            <a:off x="12763500" y="4930840"/>
            <a:ext cx="4953000" cy="7264335"/>
          </a:xfrm>
        </p:spPr>
        <p:txBody>
          <a:bodyPr/>
          <a:lstStyle/>
          <a:p>
            <a:r>
              <a:rPr lang="en-US" sz="1600" b="1" dirty="0">
                <a:solidFill>
                  <a:srgbClr val="000000"/>
                </a:solidFill>
                <a:effectLst/>
                <a:latin typeface="IBM Plex Sans SmBld" panose="020B0503050203000203" pitchFamily="34" charset="0"/>
              </a:rPr>
              <a:t>Subheading</a:t>
            </a:r>
          </a:p>
          <a:p>
            <a:r>
              <a:rPr lang="en-US" sz="1600" dirty="0">
                <a:solidFill>
                  <a:srgbClr val="000000"/>
                </a:solidFill>
                <a:effectLst/>
                <a:latin typeface="IBM Plex Sans" panose="020B0503050203000203" pitchFamily="34" charset="0"/>
              </a:rPr>
              <a:t>Pellentesque habitant morbi tristique senectus et netus et malesuada fames ac turpis egestas. Ut a ante tempor, posuere tellus in, vulputate dui. Curabitur dignissim et orci in ultrices. Quisque justo est, aliquet at aliquam nec, lobortis et enim. Donec tempor, diam eu hendrerit accumsan, enim ipsum varius purus, quis suscipit purus urna nec leo. </a:t>
            </a:r>
          </a:p>
          <a:p>
            <a:endParaRPr lang="en-US" sz="1600" dirty="0">
              <a:solidFill>
                <a:srgbClr val="000000"/>
              </a:solidFill>
            </a:endParaRPr>
          </a:p>
          <a:p>
            <a:r>
              <a:rPr lang="en-US" sz="1600" dirty="0">
                <a:solidFill>
                  <a:srgbClr val="000000"/>
                </a:solidFill>
                <a:effectLst/>
                <a:latin typeface="IBM Plex Sans" panose="020B0503050203000203" pitchFamily="34" charset="0"/>
              </a:rPr>
              <a:t>In nec rhoncus sapien. Proin ac libero sed sapien ullamcorper ultricies eget nec neque. Nunc a ex pulvinar, sodales purus non, tempus erat. Vivamus placerat scelerisque dui, at elementum ante pretium in. Vivamus elementum massa sed urna venenatis, eu ornare nisi scelerisque.</a:t>
            </a:r>
            <a:br>
              <a:rPr lang="en-US" sz="1600" dirty="0">
                <a:solidFill>
                  <a:srgbClr val="000000"/>
                </a:solidFill>
                <a:effectLst/>
                <a:latin typeface="IBM Plex Sans" panose="020B0503050203000203" pitchFamily="34" charset="0"/>
              </a:rPr>
            </a:br>
            <a:endParaRPr lang="en-US" sz="1600" dirty="0">
              <a:solidFill>
                <a:srgbClr val="000000"/>
              </a:solidFill>
              <a:effectLst/>
              <a:latin typeface="IBM Plex Sans" panose="020B0503050203000203" pitchFamily="34" charset="0"/>
            </a:endParaRPr>
          </a:p>
          <a:p>
            <a:r>
              <a:rPr lang="en-US" sz="1600" dirty="0">
                <a:solidFill>
                  <a:srgbClr val="000000"/>
                </a:solidFill>
                <a:effectLst/>
                <a:latin typeface="IBM Plex Sans" panose="020B0503050203000203" pitchFamily="34" charset="0"/>
              </a:rPr>
              <a:t>Praesent at ullamcorper eros, in vehicula justo. Mauris tempus arcu et molestie pretium. Pellentesque eget egestas massa. Pellentesque habitant morbi tristique senectus et netus et malesuada fames ac turpis egestas. Suspendisse egestas sem ex, ut tristique magna interdum blandit. Cras eget tempus ligula. Nam a turpis enim. Aenean eget semper sem. Integer egestas mauris orci, hendrerit varius dui pellentesque at. In a molestie nunc. Integer sed posuere magna. Nulla viverra lectus eget lorem lacinia, et mollis lectus dictum. Sed eget commodo erat.</a:t>
            </a:r>
          </a:p>
          <a:p>
            <a:endParaRPr lang="en-US" sz="1600" dirty="0"/>
          </a:p>
        </p:txBody>
      </p:sp>
      <p:sp>
        <p:nvSpPr>
          <p:cNvPr id="7" name="Text Placeholder 6">
            <a:extLst>
              <a:ext uri="{FF2B5EF4-FFF2-40B4-BE49-F238E27FC236}">
                <a16:creationId xmlns:a16="http://schemas.microsoft.com/office/drawing/2014/main" id="{438093E0-E60B-7E5F-C989-CA61CB8AE8A4}"/>
              </a:ext>
            </a:extLst>
          </p:cNvPr>
          <p:cNvSpPr>
            <a:spLocks noGrp="1"/>
          </p:cNvSpPr>
          <p:nvPr>
            <p:ph type="body" sz="quarter" idx="14"/>
          </p:nvPr>
        </p:nvSpPr>
        <p:spPr>
          <a:xfrm>
            <a:off x="18859500" y="4930840"/>
            <a:ext cx="4959350" cy="7264335"/>
          </a:xfrm>
        </p:spPr>
        <p:txBody>
          <a:bodyPr/>
          <a:lstStyle/>
          <a:p>
            <a:r>
              <a:rPr lang="en-US" sz="1600" b="1" dirty="0">
                <a:solidFill>
                  <a:srgbClr val="000000"/>
                </a:solidFill>
                <a:effectLst/>
                <a:latin typeface="IBM Plex Sans SmBld" panose="020B0503050203000203" pitchFamily="34" charset="0"/>
              </a:rPr>
              <a:t>Subheading</a:t>
            </a:r>
          </a:p>
          <a:p>
            <a:r>
              <a:rPr lang="en-US" sz="1600" dirty="0">
                <a:solidFill>
                  <a:srgbClr val="000000"/>
                </a:solidFill>
                <a:effectLst/>
                <a:latin typeface="IBM Plex Sans" panose="020B0503050203000203" pitchFamily="34" charset="0"/>
              </a:rPr>
              <a:t>Pellentesque habitant morbi tristique senectus et netus et malesuada fames ac turpis egestas. Ut a ante tempor, posuere tellus in, vulputate dui. Curabitur dignissim et orci in ultrices. Quisque justo est, aliquet at aliquam nec, lobortis et enim. Donec tempor, diam eu hendrerit accumsan, enim ipsum varius purus, quis suscipit purus urna nec leo. </a:t>
            </a:r>
          </a:p>
          <a:p>
            <a:endParaRPr lang="en-US" sz="1600" dirty="0">
              <a:solidFill>
                <a:srgbClr val="000000"/>
              </a:solidFill>
            </a:endParaRPr>
          </a:p>
          <a:p>
            <a:r>
              <a:rPr lang="en-US" sz="1600" dirty="0">
                <a:solidFill>
                  <a:srgbClr val="000000"/>
                </a:solidFill>
                <a:effectLst/>
                <a:latin typeface="IBM Plex Sans" panose="020B0503050203000203" pitchFamily="34" charset="0"/>
              </a:rPr>
              <a:t>In nec rhoncus sapien. Proin ac libero sed sapien ullamcorper ultricies eget nec neque. Nunc a ex pulvinar, sodales purus non, tempus erat. Vivamus placerat scelerisque dui, at elementum ante pretium in. Vivamus elementum massa sed urna venenatis, eu ornare nisi scelerisque.</a:t>
            </a:r>
            <a:br>
              <a:rPr lang="en-US" sz="1600" dirty="0">
                <a:solidFill>
                  <a:srgbClr val="000000"/>
                </a:solidFill>
                <a:effectLst/>
                <a:latin typeface="IBM Plex Sans" panose="020B0503050203000203" pitchFamily="34" charset="0"/>
              </a:rPr>
            </a:br>
            <a:endParaRPr lang="en-US" sz="1600" dirty="0">
              <a:solidFill>
                <a:srgbClr val="000000"/>
              </a:solidFill>
              <a:effectLst/>
              <a:latin typeface="IBM Plex Sans" panose="020B0503050203000203" pitchFamily="34" charset="0"/>
            </a:endParaRPr>
          </a:p>
          <a:p>
            <a:r>
              <a:rPr lang="en-US" sz="1600" dirty="0">
                <a:solidFill>
                  <a:srgbClr val="000000"/>
                </a:solidFill>
                <a:effectLst/>
                <a:latin typeface="IBM Plex Sans" panose="020B0503050203000203" pitchFamily="34" charset="0"/>
              </a:rPr>
              <a:t>Praesent at ullamcorper eros, in vehicula justo. Mauris tempus arcu et molestie pretium. Pellentesque eget egestas massa. Pellentesque habitant morbi tristique senectus et netus et malesuada fames ac turpis egestas. Suspendisse egestas sem ex, ut tristique magna interdum blandit. Cras eget tempus ligula. Nam a turpis enim. Aenean eget semper sem. Integer egestas mauris orci, hendrerit varius dui pellentesque at. In a molestie nunc. Integer sed posuere magna. Nulla viverra lectus eget lorem lacinia, et mollis lectus dictum. Sed eget commodo erat.</a:t>
            </a:r>
          </a:p>
          <a:p>
            <a:endParaRPr lang="en-US" sz="1600" dirty="0"/>
          </a:p>
        </p:txBody>
      </p:sp>
      <p:sp>
        <p:nvSpPr>
          <p:cNvPr id="12" name="Title 1">
            <a:extLst>
              <a:ext uri="{FF2B5EF4-FFF2-40B4-BE49-F238E27FC236}">
                <a16:creationId xmlns:a16="http://schemas.microsoft.com/office/drawing/2014/main" id="{C56474AE-A650-887E-BBAE-830D9BEA93A9}"/>
              </a:ext>
            </a:extLst>
          </p:cNvPr>
          <p:cNvSpPr txBox="1">
            <a:spLocks/>
          </p:cNvSpPr>
          <p:nvPr/>
        </p:nvSpPr>
        <p:spPr>
          <a:xfrm>
            <a:off x="18873324" y="576071"/>
            <a:ext cx="4949825" cy="295089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lvl1pPr marL="0" marR="0" indent="0" algn="l" defTabSz="2438400" rtl="0" latinLnBrk="0">
              <a:lnSpc>
                <a:spcPct val="110000"/>
              </a:lnSpc>
              <a:spcBef>
                <a:spcPts val="0"/>
              </a:spcBef>
              <a:spcAft>
                <a:spcPts val="0"/>
              </a:spcAft>
              <a:buClrTx/>
              <a:buSzTx/>
              <a:buFontTx/>
              <a:buNone/>
              <a:tabLst/>
              <a:defRPr sz="2800" b="0" i="0" u="none" strike="noStrike" cap="none" spc="0" baseline="0">
                <a:solidFill>
                  <a:schemeClr val="tx2"/>
                </a:solidFill>
                <a:uFillTx/>
                <a:latin typeface="+mj-lt"/>
                <a:ea typeface="+mj-ea"/>
                <a:cs typeface="+mj-cs"/>
                <a:sym typeface="IBM Plex Sans Light"/>
              </a:defRPr>
            </a:lvl1pPr>
            <a:lvl2pPr marL="0" marR="0" indent="0"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2pPr>
            <a:lvl3pPr marL="0" marR="0" indent="0"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3pPr>
            <a:lvl4pPr marL="0" marR="0" indent="0"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4pPr>
            <a:lvl5pPr marL="0" marR="0" indent="0"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5pPr>
            <a:lvl6pPr marL="0" marR="0" indent="362568"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6pPr>
            <a:lvl7pPr marL="0" marR="0" indent="725139"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7pPr>
            <a:lvl8pPr marL="0" marR="0" indent="1087706"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8pPr>
            <a:lvl9pPr marL="0" marR="0" indent="1450276"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9pPr>
          </a:lstStyle>
          <a:p>
            <a:r>
              <a:rPr lang="en-US" sz="1600" b="1" dirty="0">
                <a:solidFill>
                  <a:srgbClr val="000000"/>
                </a:solidFill>
                <a:effectLst/>
                <a:latin typeface="IBM Plex Sans SmBld" panose="020B0503050203000203" pitchFamily="34" charset="0"/>
              </a:rPr>
              <a:t>Contact or callouts</a:t>
            </a:r>
          </a:p>
          <a:p>
            <a:r>
              <a:rPr lang="en-US" sz="1600" dirty="0">
                <a:solidFill>
                  <a:srgbClr val="000000"/>
                </a:solidFill>
                <a:effectLst/>
                <a:latin typeface="IBM Plex Sans" panose="020B0503050203000203" pitchFamily="34" charset="0"/>
              </a:rPr>
              <a:t>Pellentesque habitant morbi tristique senectus et netus et malesuada fames ac turpis egestas. </a:t>
            </a:r>
            <a:br>
              <a:rPr lang="en-US" sz="1600" dirty="0">
                <a:solidFill>
                  <a:srgbClr val="000000"/>
                </a:solidFill>
                <a:effectLst/>
                <a:latin typeface="IBM Plex Sans" panose="020B0503050203000203" pitchFamily="34" charset="0"/>
              </a:rPr>
            </a:br>
            <a:endParaRPr lang="en-US" sz="1600" dirty="0">
              <a:solidFill>
                <a:srgbClr val="000000"/>
              </a:solidFill>
              <a:effectLst/>
              <a:latin typeface="IBM Plex Sans" panose="020B0503050203000203" pitchFamily="34" charset="0"/>
            </a:endParaRPr>
          </a:p>
          <a:p>
            <a:r>
              <a:rPr lang="en-US" sz="1600" dirty="0">
                <a:solidFill>
                  <a:srgbClr val="000000"/>
                </a:solidFill>
                <a:effectLst/>
                <a:latin typeface="IBM Plex Sans" panose="020B0503050203000203" pitchFamily="34" charset="0"/>
              </a:rPr>
              <a:t>Ut a ante tempor, posuere tellus in, vulputate dui. Curabitur dignissim et orci in ultrices. Quisque justo est, aliquet at aliquam nec, lobortis et enim. </a:t>
            </a:r>
            <a:br>
              <a:rPr lang="en-US" sz="1600" dirty="0">
                <a:solidFill>
                  <a:srgbClr val="000000"/>
                </a:solidFill>
                <a:effectLst/>
                <a:latin typeface="IBM Plex Sans" panose="020B0503050203000203" pitchFamily="34" charset="0"/>
              </a:rPr>
            </a:br>
            <a:endParaRPr lang="en-US" sz="1600" dirty="0">
              <a:solidFill>
                <a:srgbClr val="000000"/>
              </a:solidFill>
              <a:effectLst/>
              <a:latin typeface="IBM Plex Sans" panose="020B0503050203000203" pitchFamily="34" charset="0"/>
            </a:endParaRPr>
          </a:p>
          <a:p>
            <a:r>
              <a:rPr lang="en-US" sz="1600" dirty="0">
                <a:solidFill>
                  <a:srgbClr val="000000"/>
                </a:solidFill>
                <a:effectLst/>
                <a:latin typeface="IBM Plex Sans" panose="020B0503050203000203" pitchFamily="34" charset="0"/>
              </a:rPr>
              <a:t>Donec tempor, diam eu hendrerit accumsan, enim ipsum varius purus, quis suscipit purus urna nec leo.</a:t>
            </a:r>
          </a:p>
        </p:txBody>
      </p:sp>
      <p:sp>
        <p:nvSpPr>
          <p:cNvPr id="8" name="Footer Placeholder 7">
            <a:extLst>
              <a:ext uri="{FF2B5EF4-FFF2-40B4-BE49-F238E27FC236}">
                <a16:creationId xmlns:a16="http://schemas.microsoft.com/office/drawing/2014/main" id="{7D8982BE-11A3-2BC1-C5D7-529C1C77A4AD}"/>
              </a:ext>
            </a:extLst>
          </p:cNvPr>
          <p:cNvSpPr>
            <a:spLocks noGrp="1"/>
          </p:cNvSpPr>
          <p:nvPr>
            <p:ph type="ftr" sz="quarter" idx="18"/>
          </p:nvPr>
        </p:nvSpPr>
        <p:spPr/>
        <p:txBody>
          <a:bodyPr/>
          <a:lstStyle/>
          <a:p>
            <a:r>
              <a:rPr lang="en-US" dirty="0"/>
              <a:t>Footer</a:t>
            </a:r>
          </a:p>
        </p:txBody>
      </p:sp>
      <p:sp>
        <p:nvSpPr>
          <p:cNvPr id="40" name="Slide Number Placeholder 39">
            <a:extLst>
              <a:ext uri="{FF2B5EF4-FFF2-40B4-BE49-F238E27FC236}">
                <a16:creationId xmlns:a16="http://schemas.microsoft.com/office/drawing/2014/main" id="{AF590D57-3287-C2B9-0688-AD0769EA25BD}"/>
              </a:ext>
            </a:extLst>
          </p:cNvPr>
          <p:cNvSpPr>
            <a:spLocks noGrp="1"/>
          </p:cNvSpPr>
          <p:nvPr>
            <p:ph type="sldNum" sz="quarter" idx="4"/>
          </p:nvPr>
        </p:nvSpPr>
        <p:spPr/>
        <p:txBody>
          <a:bodyPr/>
          <a:lstStyle/>
          <a:p>
            <a:fld id="{86CB4B4D-7CA3-9044-876B-883B54F8677D}" type="slidenum">
              <a:rPr lang="en-US" smtClean="0"/>
              <a:pPr/>
              <a:t>45</a:t>
            </a:fld>
            <a:endParaRPr lang="en-US" dirty="0"/>
          </a:p>
        </p:txBody>
      </p:sp>
      <p:grpSp>
        <p:nvGrpSpPr>
          <p:cNvPr id="13" name="Group 12">
            <a:extLst>
              <a:ext uri="{FF2B5EF4-FFF2-40B4-BE49-F238E27FC236}">
                <a16:creationId xmlns:a16="http://schemas.microsoft.com/office/drawing/2014/main" id="{98AC1C54-1115-D280-5F2C-530BAB969AC3}"/>
              </a:ext>
            </a:extLst>
          </p:cNvPr>
          <p:cNvGrpSpPr/>
          <p:nvPr/>
        </p:nvGrpSpPr>
        <p:grpSpPr>
          <a:xfrm>
            <a:off x="12190603" y="4928615"/>
            <a:ext cx="6094349" cy="7265513"/>
            <a:chOff x="12192127" y="4928616"/>
            <a:chExt cx="6095873" cy="7158891"/>
          </a:xfrm>
        </p:grpSpPr>
        <p:cxnSp>
          <p:nvCxnSpPr>
            <p:cNvPr id="15" name="Straight Connector 14" descr="Vertical column divider">
              <a:extLst>
                <a:ext uri="{FF2B5EF4-FFF2-40B4-BE49-F238E27FC236}">
                  <a16:creationId xmlns:a16="http://schemas.microsoft.com/office/drawing/2014/main" id="{E2FDC8B4-160D-0724-1D36-A5DFFBAD3FF9}"/>
                </a:ext>
              </a:extLst>
            </p:cNvPr>
            <p:cNvCxnSpPr>
              <a:cxnSpLocks/>
            </p:cNvCxnSpPr>
            <p:nvPr/>
          </p:nvCxnSpPr>
          <p:spPr bwMode="auto">
            <a:xfrm>
              <a:off x="12192127" y="4928616"/>
              <a:ext cx="0" cy="7158891"/>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6" name="Straight Connector 15" descr="Vertical column divider">
              <a:extLst>
                <a:ext uri="{FF2B5EF4-FFF2-40B4-BE49-F238E27FC236}">
                  <a16:creationId xmlns:a16="http://schemas.microsoft.com/office/drawing/2014/main" id="{FDA3FA6D-6411-468C-5D66-149310C48C74}"/>
                </a:ext>
              </a:extLst>
            </p:cNvPr>
            <p:cNvCxnSpPr>
              <a:cxnSpLocks/>
            </p:cNvCxnSpPr>
            <p:nvPr/>
          </p:nvCxnSpPr>
          <p:spPr bwMode="auto">
            <a:xfrm>
              <a:off x="18288000" y="4928616"/>
              <a:ext cx="0" cy="7157048"/>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grpSp>
    </p:spTree>
    <p:extLst>
      <p:ext uri="{BB962C8B-B14F-4D97-AF65-F5344CB8AC3E}">
        <p14:creationId xmlns:p14="http://schemas.microsoft.com/office/powerpoint/2010/main" val="3872812323"/>
      </p:ext>
    </p:extLst>
  </p:cSld>
  <p:clrMapOvr>
    <a:masterClrMapping/>
  </p:clrMapOvr>
  <p:transition spd="med"/>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descr="Horizontal quarter slide background in blue 10 ">
            <a:extLst>
              <a:ext uri="{FF2B5EF4-FFF2-40B4-BE49-F238E27FC236}">
                <a16:creationId xmlns:a16="http://schemas.microsoft.com/office/drawing/2014/main" id="{193512D4-4DD6-F3AE-8142-831EA288F114}"/>
              </a:ext>
            </a:extLst>
          </p:cNvPr>
          <p:cNvSpPr/>
          <p:nvPr/>
        </p:nvSpPr>
        <p:spPr bwMode="auto">
          <a:xfrm flipH="1">
            <a:off x="-5" y="0"/>
            <a:ext cx="24387167" cy="4572000"/>
          </a:xfrm>
          <a:prstGeom prst="rect">
            <a:avLst/>
          </a:prstGeom>
          <a:solidFill>
            <a:srgbClr val="E5F6FF"/>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dirty="0">
              <a:ln>
                <a:noFill/>
              </a:ln>
              <a:solidFill>
                <a:schemeClr val="bg1"/>
              </a:solidFill>
              <a:effectLst/>
              <a:latin typeface="+mn-lt"/>
            </a:endParaRPr>
          </a:p>
        </p:txBody>
      </p:sp>
      <p:sp>
        <p:nvSpPr>
          <p:cNvPr id="9" name="Title 1">
            <a:extLst>
              <a:ext uri="{FF2B5EF4-FFF2-40B4-BE49-F238E27FC236}">
                <a16:creationId xmlns:a16="http://schemas.microsoft.com/office/drawing/2014/main" id="{A215233F-BAAF-0116-2096-2B9B23038F7E}"/>
              </a:ext>
            </a:extLst>
          </p:cNvPr>
          <p:cNvSpPr txBox="1">
            <a:spLocks/>
          </p:cNvSpPr>
          <p:nvPr/>
        </p:nvSpPr>
        <p:spPr>
          <a:xfrm>
            <a:off x="576072" y="576072"/>
            <a:ext cx="9712155" cy="345054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lvl1pPr marL="0" marR="0" indent="0" algn="l" defTabSz="2438400" rtl="0" latinLnBrk="0">
              <a:lnSpc>
                <a:spcPct val="110000"/>
              </a:lnSpc>
              <a:spcBef>
                <a:spcPts val="0"/>
              </a:spcBef>
              <a:spcAft>
                <a:spcPts val="0"/>
              </a:spcAft>
              <a:buClrTx/>
              <a:buSzTx/>
              <a:buFontTx/>
              <a:buNone/>
              <a:tabLst/>
              <a:defRPr sz="2800" b="0" i="0" u="none" strike="noStrike" cap="none" spc="0" baseline="0">
                <a:solidFill>
                  <a:schemeClr val="tx2"/>
                </a:solidFill>
                <a:uFillTx/>
                <a:latin typeface="+mj-lt"/>
                <a:ea typeface="+mj-ea"/>
                <a:cs typeface="+mj-cs"/>
                <a:sym typeface="IBM Plex Sans Light"/>
              </a:defRPr>
            </a:lvl1pPr>
            <a:lvl2pPr marL="0" marR="0" indent="0"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2pPr>
            <a:lvl3pPr marL="0" marR="0" indent="0"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3pPr>
            <a:lvl4pPr marL="0" marR="0" indent="0"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4pPr>
            <a:lvl5pPr marL="0" marR="0" indent="0"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5pPr>
            <a:lvl6pPr marL="0" marR="0" indent="362568"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6pPr>
            <a:lvl7pPr marL="0" marR="0" indent="725139"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7pPr>
            <a:lvl8pPr marL="0" marR="0" indent="1087706"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8pPr>
            <a:lvl9pPr marL="0" marR="0" indent="1450276"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9pPr>
          </a:lstStyle>
          <a:p>
            <a:r>
              <a:rPr lang="en-US" sz="3600" dirty="0">
                <a:solidFill>
                  <a:srgbClr val="000000"/>
                </a:solidFill>
                <a:latin typeface="IBM Plex Sans Light" panose="020B0403050203000203" pitchFamily="34" charset="0"/>
              </a:rPr>
              <a:t>3</a:t>
            </a:r>
            <a:r>
              <a:rPr lang="en-US" sz="3600" dirty="0">
                <a:solidFill>
                  <a:srgbClr val="000000"/>
                </a:solidFill>
                <a:effectLst/>
                <a:latin typeface="IBM Plex Sans Light" panose="020B0403050203000203" pitchFamily="34" charset="0"/>
              </a:rPr>
              <a:t>6pt short headline </a:t>
            </a:r>
          </a:p>
          <a:p>
            <a:endParaRPr lang="en-US" sz="2000" dirty="0">
              <a:solidFill>
                <a:srgbClr val="000000"/>
              </a:solidFill>
              <a:effectLst/>
              <a:latin typeface="IBM Plex Sans" panose="020B0503050203000203" pitchFamily="34" charset="0"/>
            </a:endParaRPr>
          </a:p>
          <a:p>
            <a:r>
              <a:rPr lang="en-US" sz="2000" dirty="0">
                <a:solidFill>
                  <a:srgbClr val="000000"/>
                </a:solidFill>
                <a:effectLst/>
                <a:latin typeface="IBM Plex Sans" panose="020B0503050203000203" pitchFamily="34" charset="0"/>
              </a:rPr>
              <a:t>Praesent at ullamcorper eros, in vehicula justo. Mauris tempus arcu et pretium agrico. Pellentesque eget egestas massa. Pellentesque habitant morbi tristique sene et netus et malesuada fames ac turpis egestas. Suspendisse egestas sem ex, ut tristes magna interdum blandit. Cras eget tempus ligula. Nam a turpis enim. Aenea eget non semper sem. Integer egestas mauris orci, hendrerit varius dui pellentes at. In a nunc. Integer sed posuere magna. Nulla viverra lectus eget lorem lacinia, et mollis lectus dictum. Sed eget commodo erat nonamus sint.</a:t>
            </a:r>
          </a:p>
        </p:txBody>
      </p:sp>
      <p:sp>
        <p:nvSpPr>
          <p:cNvPr id="4" name="Text Placeholder 3">
            <a:extLst>
              <a:ext uri="{FF2B5EF4-FFF2-40B4-BE49-F238E27FC236}">
                <a16:creationId xmlns:a16="http://schemas.microsoft.com/office/drawing/2014/main" id="{FA3DACA0-5295-B73F-DD13-3B9B08A4F97A}"/>
              </a:ext>
            </a:extLst>
          </p:cNvPr>
          <p:cNvSpPr>
            <a:spLocks noGrp="1"/>
          </p:cNvSpPr>
          <p:nvPr>
            <p:ph type="body" sz="quarter" idx="11"/>
          </p:nvPr>
        </p:nvSpPr>
        <p:spPr>
          <a:xfrm>
            <a:off x="576072" y="4928616"/>
            <a:ext cx="4956175" cy="7260336"/>
          </a:xfrm>
        </p:spPr>
        <p:txBody>
          <a:bodyPr/>
          <a:lstStyle/>
          <a:p>
            <a:r>
              <a:rPr lang="en-US" sz="1600" b="1" dirty="0">
                <a:solidFill>
                  <a:srgbClr val="000000"/>
                </a:solidFill>
                <a:effectLst/>
                <a:latin typeface="IBM Plex Sans SmBld" panose="020B0503050203000203" pitchFamily="34" charset="0"/>
              </a:rPr>
              <a:t>Subheading</a:t>
            </a:r>
          </a:p>
          <a:p>
            <a:r>
              <a:rPr lang="en-US" sz="1600" dirty="0">
                <a:solidFill>
                  <a:srgbClr val="000000"/>
                </a:solidFill>
                <a:effectLst/>
                <a:latin typeface="IBM Plex Sans" panose="020B0503050203000203" pitchFamily="34" charset="0"/>
              </a:rPr>
              <a:t>Pellentesque habitant morbi tristique senectus et netus et malesuada fames ac turpis egestas. Ut a ante tempor, posuere tellus in, vulputate dui. Curabitur dignissim et orci in ultrices. Quisque justo est, aliquet at aliquam nec, lobortis et enim. </a:t>
            </a:r>
          </a:p>
          <a:p>
            <a:endParaRPr lang="en-US" sz="1600" dirty="0">
              <a:solidFill>
                <a:srgbClr val="000000"/>
              </a:solidFill>
            </a:endParaRPr>
          </a:p>
          <a:p>
            <a:pPr marL="146304" lvl="1" indent="-146304"/>
            <a:r>
              <a:rPr lang="en-US" sz="1600" dirty="0">
                <a:solidFill>
                  <a:srgbClr val="000000"/>
                </a:solidFill>
                <a:effectLst/>
                <a:latin typeface="IBM Plex Sans" panose="020B0503050203000203" pitchFamily="34" charset="0"/>
              </a:rPr>
              <a:t>Donec tempor, diam eu hendrerit accumsan</a:t>
            </a:r>
          </a:p>
          <a:p>
            <a:pPr marL="146304" lvl="1" indent="-146304"/>
            <a:endParaRPr lang="en-US" sz="1600" dirty="0">
              <a:solidFill>
                <a:srgbClr val="000000"/>
              </a:solidFill>
              <a:effectLst/>
              <a:latin typeface="IBM Plex Sans" panose="020B0503050203000203" pitchFamily="34" charset="0"/>
            </a:endParaRPr>
          </a:p>
          <a:p>
            <a:pPr marL="146304" lvl="1" indent="-146304"/>
            <a:r>
              <a:rPr lang="en-US" sz="1600" dirty="0">
                <a:solidFill>
                  <a:srgbClr val="000000"/>
                </a:solidFill>
                <a:effectLst/>
                <a:latin typeface="IBM Plex Sans" panose="020B0503050203000203" pitchFamily="34" charset="0"/>
              </a:rPr>
              <a:t>Enim ipsum varius purus, quis suscipit purus urna nec leo. In nec rhoncus sapien. Proin ac libero sed sapien ullamcorper ultricies eget nec neque. </a:t>
            </a:r>
          </a:p>
          <a:p>
            <a:pPr marL="146304" lvl="1" indent="-146304"/>
            <a:endParaRPr lang="en-US" sz="1600" dirty="0">
              <a:solidFill>
                <a:srgbClr val="000000"/>
              </a:solidFill>
              <a:effectLst/>
              <a:latin typeface="IBM Plex Sans" panose="020B0503050203000203" pitchFamily="34" charset="0"/>
            </a:endParaRPr>
          </a:p>
          <a:p>
            <a:pPr marL="146304" lvl="1" indent="-146304"/>
            <a:r>
              <a:rPr lang="en-US" sz="1600" dirty="0">
                <a:solidFill>
                  <a:srgbClr val="000000"/>
                </a:solidFill>
                <a:effectLst/>
                <a:latin typeface="IBM Plex Sans" panose="020B0503050203000203" pitchFamily="34" charset="0"/>
              </a:rPr>
              <a:t>Nunc a ex pulvinar, sodales purus non, tempus erat. </a:t>
            </a:r>
          </a:p>
          <a:p>
            <a:pPr marL="146304" lvl="1" indent="-146304"/>
            <a:endParaRPr lang="en-US" sz="1600" dirty="0">
              <a:solidFill>
                <a:srgbClr val="000000"/>
              </a:solidFill>
            </a:endParaRPr>
          </a:p>
          <a:p>
            <a:pPr marL="146304" lvl="1" indent="-146304"/>
            <a:r>
              <a:rPr lang="en-US" sz="1600" dirty="0">
                <a:solidFill>
                  <a:srgbClr val="000000"/>
                </a:solidFill>
                <a:effectLst/>
                <a:latin typeface="IBM Plex Sans" panose="020B0503050203000203" pitchFamily="34" charset="0"/>
              </a:rPr>
              <a:t>Vivamus placerat scelerisque dui, at elementum.</a:t>
            </a:r>
          </a:p>
          <a:p>
            <a:pPr lvl="1"/>
            <a:endParaRPr lang="en-US" sz="1600" dirty="0">
              <a:solidFill>
                <a:srgbClr val="000000"/>
              </a:solidFill>
              <a:effectLst/>
              <a:latin typeface="IBM Plex Sans" panose="020B0503050203000203" pitchFamily="34" charset="0"/>
            </a:endParaRPr>
          </a:p>
          <a:p>
            <a:pPr marL="292608" lvl="2" indent="-146304"/>
            <a:r>
              <a:rPr lang="en-US" sz="1600" dirty="0">
                <a:solidFill>
                  <a:srgbClr val="000000"/>
                </a:solidFill>
                <a:effectLst/>
                <a:latin typeface="IBM Plex Sans" panose="020B0503050203000203" pitchFamily="34" charset="0"/>
              </a:rPr>
              <a:t>Amus elementum massa sed urna venenatis ornare nisi scelerisque loramus altus.</a:t>
            </a:r>
          </a:p>
          <a:p>
            <a:endParaRPr lang="en-US" sz="1600" dirty="0">
              <a:solidFill>
                <a:srgbClr val="000000"/>
              </a:solidFill>
              <a:effectLst/>
              <a:latin typeface="IBM Plex Sans" panose="020B0503050203000203" pitchFamily="34" charset="0"/>
            </a:endParaRPr>
          </a:p>
          <a:p>
            <a:pPr marL="146304" lvl="1" indent="-146304"/>
            <a:r>
              <a:rPr lang="en-US" sz="1600" dirty="0">
                <a:solidFill>
                  <a:srgbClr val="000000"/>
                </a:solidFill>
                <a:effectLst/>
                <a:latin typeface="IBM Plex Sans" panose="020B0503050203000203" pitchFamily="34" charset="0"/>
              </a:rPr>
              <a:t>Praesent at ullamcorper eros, in vehicula justo. Mauris tempus arcu et molestie pretium. </a:t>
            </a:r>
          </a:p>
          <a:p>
            <a:pPr marL="146304" lvl="1" indent="-146304"/>
            <a:endParaRPr lang="en-US" sz="1600" dirty="0">
              <a:solidFill>
                <a:srgbClr val="000000"/>
              </a:solidFill>
              <a:effectLst/>
              <a:latin typeface="IBM Plex Sans" panose="020B0503050203000203" pitchFamily="34" charset="0"/>
            </a:endParaRPr>
          </a:p>
          <a:p>
            <a:pPr marL="146304" lvl="1" indent="-146304"/>
            <a:r>
              <a:rPr lang="en-US" sz="1600" dirty="0">
                <a:solidFill>
                  <a:srgbClr val="000000"/>
                </a:solidFill>
                <a:effectLst/>
                <a:latin typeface="IBM Plex Sans" panose="020B0503050203000203" pitchFamily="34" charset="0"/>
              </a:rPr>
              <a:t>Pellentesque eget egestas massa. Pellentesque habitant morbi tristique senectus et netus et malesuada fames ac turpis egestas. Aenean eget semper sem. Integer egestas mauris orci.</a:t>
            </a:r>
          </a:p>
          <a:p>
            <a:endParaRPr lang="en-US" sz="1600" dirty="0"/>
          </a:p>
        </p:txBody>
      </p:sp>
      <p:sp>
        <p:nvSpPr>
          <p:cNvPr id="5" name="Text Placeholder 4">
            <a:extLst>
              <a:ext uri="{FF2B5EF4-FFF2-40B4-BE49-F238E27FC236}">
                <a16:creationId xmlns:a16="http://schemas.microsoft.com/office/drawing/2014/main" id="{03BF9F75-B50D-C100-4A4C-56962AA9DAE7}"/>
              </a:ext>
            </a:extLst>
          </p:cNvPr>
          <p:cNvSpPr>
            <a:spLocks noGrp="1"/>
          </p:cNvSpPr>
          <p:nvPr>
            <p:ph type="body" sz="quarter" idx="12"/>
          </p:nvPr>
        </p:nvSpPr>
        <p:spPr>
          <a:xfrm>
            <a:off x="6667500" y="4928616"/>
            <a:ext cx="4951413" cy="7260336"/>
          </a:xfrm>
        </p:spPr>
        <p:txBody>
          <a:bodyPr/>
          <a:lstStyle/>
          <a:p>
            <a:r>
              <a:rPr lang="en-US" sz="1600" b="1" dirty="0">
                <a:solidFill>
                  <a:srgbClr val="000000"/>
                </a:solidFill>
                <a:effectLst/>
                <a:latin typeface="IBM Plex Sans SmBld" panose="020B0503050203000203" pitchFamily="34" charset="0"/>
              </a:rPr>
              <a:t>Subheading</a:t>
            </a:r>
          </a:p>
          <a:p>
            <a:r>
              <a:rPr lang="en-US" sz="1600" dirty="0">
                <a:solidFill>
                  <a:srgbClr val="000000"/>
                </a:solidFill>
                <a:effectLst/>
                <a:latin typeface="IBM Plex Sans" panose="020B0503050203000203" pitchFamily="34" charset="0"/>
              </a:rPr>
              <a:t>Pellentesque habitant morbi tristique senectus et netus et malesuada fames ac turpis egestas. Ut a ante tempor, posuere tellus in, vulputate dui. Curabitur dignissim et orci in ultrices. Quisque justo est, aliquet at aliquam nec, lobortis et enim. Donec tempor, diam eu hendrerit accumsan, enim ipsum varius purus, quis suscipit purus urna nec leo. </a:t>
            </a:r>
          </a:p>
          <a:p>
            <a:endParaRPr lang="en-US" sz="1600" dirty="0">
              <a:solidFill>
                <a:srgbClr val="000000"/>
              </a:solidFill>
            </a:endParaRPr>
          </a:p>
          <a:p>
            <a:r>
              <a:rPr lang="en-US" sz="1600" dirty="0">
                <a:solidFill>
                  <a:srgbClr val="000000"/>
                </a:solidFill>
                <a:effectLst/>
                <a:latin typeface="IBM Plex Sans" panose="020B0503050203000203" pitchFamily="34" charset="0"/>
              </a:rPr>
              <a:t>In nec rhoncus sapien. Proin ac libero sed sapien ullamcorper ultricies eget nec neque. Nunc a ex pulvinar, sodales purus non, tempus erat. Vivamus placerat scelerisque dui, at elementum ante pretium in. Vivamus elementum massa sed urna venenatis, eu ornare nisi scelerisque.</a:t>
            </a:r>
            <a:br>
              <a:rPr lang="en-US" sz="1600" dirty="0">
                <a:solidFill>
                  <a:srgbClr val="000000"/>
                </a:solidFill>
                <a:effectLst/>
                <a:latin typeface="IBM Plex Sans" panose="020B0503050203000203" pitchFamily="34" charset="0"/>
              </a:rPr>
            </a:br>
            <a:endParaRPr lang="en-US" sz="1600" dirty="0">
              <a:solidFill>
                <a:srgbClr val="000000"/>
              </a:solidFill>
              <a:effectLst/>
              <a:latin typeface="IBM Plex Sans" panose="020B0503050203000203" pitchFamily="34" charset="0"/>
            </a:endParaRPr>
          </a:p>
          <a:p>
            <a:r>
              <a:rPr lang="en-US" sz="1600" dirty="0">
                <a:solidFill>
                  <a:srgbClr val="000000"/>
                </a:solidFill>
                <a:effectLst/>
                <a:latin typeface="IBM Plex Sans" panose="020B0503050203000203" pitchFamily="34" charset="0"/>
              </a:rPr>
              <a:t>Praesent at ullamcorper eros, in vehicula justo. Mauris tempus arcu et molestie pretium. Pellentesque eget egestas massa. Pellentesque habitant morbi tristique senectus et netus et malesuada fames ac turpis egestas. Suspendisse egestas sem ex, ut tristique magna interdum blandit. Cras eget tempus ligula. Nam a turpis enim. Aenean eget semper sem. Integer egestas mauris orci, hendrerit varius dui pellentesque at. In a molestie nunc. Integer sed posuere magna. Nulla viverra lectus eget lorem lacinia, et mollis lectus dictum. Sed eget commodo erat.</a:t>
            </a:r>
          </a:p>
          <a:p>
            <a:endParaRPr lang="en-US" sz="1600" dirty="0"/>
          </a:p>
        </p:txBody>
      </p:sp>
      <p:sp>
        <p:nvSpPr>
          <p:cNvPr id="6" name="Text Placeholder 5">
            <a:extLst>
              <a:ext uri="{FF2B5EF4-FFF2-40B4-BE49-F238E27FC236}">
                <a16:creationId xmlns:a16="http://schemas.microsoft.com/office/drawing/2014/main" id="{065511AD-019A-1151-1BF2-4A708BCBD32B}"/>
              </a:ext>
            </a:extLst>
          </p:cNvPr>
          <p:cNvSpPr>
            <a:spLocks noGrp="1"/>
          </p:cNvSpPr>
          <p:nvPr>
            <p:ph type="body" sz="quarter" idx="13"/>
          </p:nvPr>
        </p:nvSpPr>
        <p:spPr>
          <a:xfrm>
            <a:off x="12763500" y="4928616"/>
            <a:ext cx="4953000" cy="7260336"/>
          </a:xfrm>
        </p:spPr>
        <p:txBody>
          <a:bodyPr/>
          <a:lstStyle/>
          <a:p>
            <a:r>
              <a:rPr lang="en-US" sz="1600" b="1" dirty="0">
                <a:solidFill>
                  <a:srgbClr val="000000"/>
                </a:solidFill>
                <a:effectLst/>
                <a:latin typeface="IBM Plex Sans SmBld" panose="020B0503050203000203" pitchFamily="34" charset="0"/>
              </a:rPr>
              <a:t>Subheading</a:t>
            </a:r>
          </a:p>
          <a:p>
            <a:r>
              <a:rPr lang="en-US" sz="1600" dirty="0">
                <a:solidFill>
                  <a:srgbClr val="000000"/>
                </a:solidFill>
                <a:effectLst/>
                <a:latin typeface="IBM Plex Sans" panose="020B0503050203000203" pitchFamily="34" charset="0"/>
              </a:rPr>
              <a:t>Pellentesque habitant morbi tristique senectus et netus et malesuada fames ac turpis egestas. Ut a ante tempor, posuere tellus in, vulputate dui. Curabitur dignissim et orci in ultrices. Quisque justo est, aliquet at aliquam nec, lobortis et enim. Donec tempor, diam eu hendrerit accumsan, enim ipsum varius purus, quis suscipit purus urna nec leo. </a:t>
            </a:r>
          </a:p>
          <a:p>
            <a:endParaRPr lang="en-US" sz="1600" dirty="0">
              <a:solidFill>
                <a:srgbClr val="000000"/>
              </a:solidFill>
            </a:endParaRPr>
          </a:p>
          <a:p>
            <a:r>
              <a:rPr lang="en-US" sz="1600" dirty="0">
                <a:solidFill>
                  <a:srgbClr val="000000"/>
                </a:solidFill>
                <a:effectLst/>
                <a:latin typeface="IBM Plex Sans" panose="020B0503050203000203" pitchFamily="34" charset="0"/>
              </a:rPr>
              <a:t>In nec rhoncus sapien. Proin ac libero sed sapien ullamcorper ultricies eget nec neque. Nunc a ex pulvinar, sodales purus non, tempus erat. Vivamus placerat scelerisque dui, at elementum ante pretium in. Vivamus elementum massa sed urna venenatis, eu ornare nisi scelerisque.</a:t>
            </a:r>
            <a:br>
              <a:rPr lang="en-US" sz="1600" dirty="0">
                <a:solidFill>
                  <a:srgbClr val="000000"/>
                </a:solidFill>
                <a:effectLst/>
                <a:latin typeface="IBM Plex Sans" panose="020B0503050203000203" pitchFamily="34" charset="0"/>
              </a:rPr>
            </a:br>
            <a:endParaRPr lang="en-US" sz="1600" dirty="0">
              <a:solidFill>
                <a:srgbClr val="000000"/>
              </a:solidFill>
              <a:effectLst/>
              <a:latin typeface="IBM Plex Sans" panose="020B0503050203000203" pitchFamily="34" charset="0"/>
            </a:endParaRPr>
          </a:p>
          <a:p>
            <a:r>
              <a:rPr lang="en-US" sz="1600" dirty="0">
                <a:solidFill>
                  <a:srgbClr val="000000"/>
                </a:solidFill>
                <a:effectLst/>
                <a:latin typeface="IBM Plex Sans" panose="020B0503050203000203" pitchFamily="34" charset="0"/>
              </a:rPr>
              <a:t>Praesent at ullamcorper eros, in vehicula justo. Mauris tempus arcu et molestie pretium. Pellentesque eget egestas massa. Pellentesque habitant morbi tristique senectus et netus et malesuada fames ac turpis egestas. Suspendisse egestas sem ex, ut tristique magna interdum blandit. Cras eget tempus ligula. Nam a turpis enim. Aenean eget semper sem. Integer egestas mauris orci, hendrerit varius dui pellentesque at. In a molestie nunc. Integer sed posuere magna. Nulla viverra lectus eget lorem lacinia, et mollis lectus dictum. Sed eget commodo erat.</a:t>
            </a:r>
          </a:p>
          <a:p>
            <a:endParaRPr lang="en-US" sz="1600" dirty="0"/>
          </a:p>
        </p:txBody>
      </p:sp>
      <p:sp>
        <p:nvSpPr>
          <p:cNvPr id="7" name="Text Placeholder 6">
            <a:extLst>
              <a:ext uri="{FF2B5EF4-FFF2-40B4-BE49-F238E27FC236}">
                <a16:creationId xmlns:a16="http://schemas.microsoft.com/office/drawing/2014/main" id="{438093E0-E60B-7E5F-C989-CA61CB8AE8A4}"/>
              </a:ext>
            </a:extLst>
          </p:cNvPr>
          <p:cNvSpPr>
            <a:spLocks noGrp="1"/>
          </p:cNvSpPr>
          <p:nvPr>
            <p:ph type="body" sz="quarter" idx="14"/>
          </p:nvPr>
        </p:nvSpPr>
        <p:spPr>
          <a:xfrm>
            <a:off x="18859500" y="4928616"/>
            <a:ext cx="4959350" cy="7260336"/>
          </a:xfrm>
        </p:spPr>
        <p:txBody>
          <a:bodyPr/>
          <a:lstStyle/>
          <a:p>
            <a:r>
              <a:rPr lang="en-US" sz="1600" b="1" dirty="0">
                <a:solidFill>
                  <a:srgbClr val="000000"/>
                </a:solidFill>
                <a:effectLst/>
                <a:latin typeface="IBM Plex Sans SmBld" panose="020B0503050203000203" pitchFamily="34" charset="0"/>
              </a:rPr>
              <a:t>Subheading</a:t>
            </a:r>
          </a:p>
          <a:p>
            <a:r>
              <a:rPr lang="en-US" sz="1600" dirty="0">
                <a:solidFill>
                  <a:srgbClr val="000000"/>
                </a:solidFill>
                <a:effectLst/>
                <a:latin typeface="IBM Plex Sans" panose="020B0503050203000203" pitchFamily="34" charset="0"/>
              </a:rPr>
              <a:t>Pellentesque habitant morbi tristique senectus et netus et malesuada fames ac turpis egestas. Ut a ante tempor, posuere tellus in, vulputate dui. Curabitur dignissim et orci in ultrices. Quisque justo est, aliquet at aliquam nec, lobortis et enim. Donec tempor, diam eu hendrerit accumsan, enim ipsum varius purus, quis suscipit purus urna nec leo. </a:t>
            </a:r>
          </a:p>
          <a:p>
            <a:endParaRPr lang="en-US" sz="1600" dirty="0">
              <a:solidFill>
                <a:srgbClr val="000000"/>
              </a:solidFill>
            </a:endParaRPr>
          </a:p>
          <a:p>
            <a:r>
              <a:rPr lang="en-US" sz="1600" dirty="0">
                <a:solidFill>
                  <a:srgbClr val="000000"/>
                </a:solidFill>
                <a:effectLst/>
                <a:latin typeface="IBM Plex Sans" panose="020B0503050203000203" pitchFamily="34" charset="0"/>
              </a:rPr>
              <a:t>In nec rhoncus sapien. Proin ac libero sed sapien ullamcorper ultricies eget nec neque. Nunc a ex pulvinar, sodales purus non, tempus erat. Vivamus placerat scelerisque dui, at elementum ante pretium in. Vivamus elementum massa sed urna venenatis, eu ornare nisi scelerisque.</a:t>
            </a:r>
            <a:br>
              <a:rPr lang="en-US" sz="1600" dirty="0">
                <a:solidFill>
                  <a:srgbClr val="000000"/>
                </a:solidFill>
                <a:effectLst/>
                <a:latin typeface="IBM Plex Sans" panose="020B0503050203000203" pitchFamily="34" charset="0"/>
              </a:rPr>
            </a:br>
            <a:endParaRPr lang="en-US" sz="1600" dirty="0">
              <a:solidFill>
                <a:srgbClr val="000000"/>
              </a:solidFill>
              <a:effectLst/>
              <a:latin typeface="IBM Plex Sans" panose="020B0503050203000203" pitchFamily="34" charset="0"/>
            </a:endParaRPr>
          </a:p>
          <a:p>
            <a:r>
              <a:rPr lang="en-US" sz="1600" dirty="0">
                <a:solidFill>
                  <a:srgbClr val="000000"/>
                </a:solidFill>
                <a:effectLst/>
                <a:latin typeface="IBM Plex Sans" panose="020B0503050203000203" pitchFamily="34" charset="0"/>
              </a:rPr>
              <a:t>Praesent at ullamcorper eros, in vehicula justo. Mauris tempus arcu et molestie pretium. Pellentesque eget egestas massa. Pellentesque habitant morbi tristique senectus et netus et malesuada fames ac turpis egestas. Suspendisse egestas sem ex, ut tristique magna interdum blandit. Cras eget tempus ligula. Nam a turpis enim. Aenean eget semper sem. Integer egestas mauris orci, hendrerit varius dui pellentesque at. In a molestie nunc. Integer sed posuere magna. Nulla viverra lectus eget lorem lacinia, et mollis lectus dictum. Sed eget commodo erat.</a:t>
            </a:r>
          </a:p>
          <a:p>
            <a:endParaRPr lang="en-US" sz="1600" dirty="0"/>
          </a:p>
        </p:txBody>
      </p:sp>
      <p:sp>
        <p:nvSpPr>
          <p:cNvPr id="12" name="Title 1">
            <a:extLst>
              <a:ext uri="{FF2B5EF4-FFF2-40B4-BE49-F238E27FC236}">
                <a16:creationId xmlns:a16="http://schemas.microsoft.com/office/drawing/2014/main" id="{C56474AE-A650-887E-BBAE-830D9BEA93A9}"/>
              </a:ext>
            </a:extLst>
          </p:cNvPr>
          <p:cNvSpPr txBox="1">
            <a:spLocks/>
          </p:cNvSpPr>
          <p:nvPr/>
        </p:nvSpPr>
        <p:spPr>
          <a:xfrm>
            <a:off x="18873324" y="576072"/>
            <a:ext cx="4949825" cy="285292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lvl1pPr marL="0" marR="0" indent="0" algn="l" defTabSz="2438400" rtl="0" latinLnBrk="0">
              <a:lnSpc>
                <a:spcPct val="110000"/>
              </a:lnSpc>
              <a:spcBef>
                <a:spcPts val="0"/>
              </a:spcBef>
              <a:spcAft>
                <a:spcPts val="0"/>
              </a:spcAft>
              <a:buClrTx/>
              <a:buSzTx/>
              <a:buFontTx/>
              <a:buNone/>
              <a:tabLst/>
              <a:defRPr sz="2800" b="0" i="0" u="none" strike="noStrike" cap="none" spc="0" baseline="0">
                <a:solidFill>
                  <a:schemeClr val="tx2"/>
                </a:solidFill>
                <a:uFillTx/>
                <a:latin typeface="+mj-lt"/>
                <a:ea typeface="+mj-ea"/>
                <a:cs typeface="+mj-cs"/>
                <a:sym typeface="IBM Plex Sans Light"/>
              </a:defRPr>
            </a:lvl1pPr>
            <a:lvl2pPr marL="0" marR="0" indent="0"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2pPr>
            <a:lvl3pPr marL="0" marR="0" indent="0"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3pPr>
            <a:lvl4pPr marL="0" marR="0" indent="0"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4pPr>
            <a:lvl5pPr marL="0" marR="0" indent="0"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5pPr>
            <a:lvl6pPr marL="0" marR="0" indent="362568"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6pPr>
            <a:lvl7pPr marL="0" marR="0" indent="725139"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7pPr>
            <a:lvl8pPr marL="0" marR="0" indent="1087706"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8pPr>
            <a:lvl9pPr marL="0" marR="0" indent="1450276"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9pPr>
          </a:lstStyle>
          <a:p>
            <a:r>
              <a:rPr lang="en-US" sz="1600" b="1" dirty="0">
                <a:solidFill>
                  <a:srgbClr val="000000"/>
                </a:solidFill>
                <a:effectLst/>
                <a:latin typeface="IBM Plex Sans SmBld" panose="020B0503050203000203" pitchFamily="34" charset="0"/>
              </a:rPr>
              <a:t>Contact or callouts</a:t>
            </a:r>
          </a:p>
          <a:p>
            <a:r>
              <a:rPr lang="en-US" sz="1600" dirty="0">
                <a:solidFill>
                  <a:srgbClr val="000000"/>
                </a:solidFill>
                <a:effectLst/>
                <a:latin typeface="IBM Plex Sans" panose="020B0503050203000203" pitchFamily="34" charset="0"/>
              </a:rPr>
              <a:t>Pellentesque habitant morbi tristique senectus et netus et malesuada fames ac turpis egestas. </a:t>
            </a:r>
            <a:br>
              <a:rPr lang="en-US" sz="1600" dirty="0">
                <a:solidFill>
                  <a:srgbClr val="000000"/>
                </a:solidFill>
                <a:effectLst/>
                <a:latin typeface="IBM Plex Sans" panose="020B0503050203000203" pitchFamily="34" charset="0"/>
              </a:rPr>
            </a:br>
            <a:endParaRPr lang="en-US" sz="1600" dirty="0">
              <a:solidFill>
                <a:srgbClr val="000000"/>
              </a:solidFill>
              <a:effectLst/>
              <a:latin typeface="IBM Plex Sans" panose="020B0503050203000203" pitchFamily="34" charset="0"/>
            </a:endParaRPr>
          </a:p>
          <a:p>
            <a:r>
              <a:rPr lang="en-US" sz="1600" dirty="0">
                <a:solidFill>
                  <a:srgbClr val="000000"/>
                </a:solidFill>
                <a:effectLst/>
                <a:latin typeface="IBM Plex Sans" panose="020B0503050203000203" pitchFamily="34" charset="0"/>
              </a:rPr>
              <a:t>Ut a ante tempor, posuere tellus in, vulputate dui. Curabitur dignissim et orci in ultrices. Quisque justo est, aliquet at aliquam nec, lobortis et enim. </a:t>
            </a:r>
            <a:br>
              <a:rPr lang="en-US" sz="1600" dirty="0">
                <a:solidFill>
                  <a:srgbClr val="000000"/>
                </a:solidFill>
                <a:effectLst/>
                <a:latin typeface="IBM Plex Sans" panose="020B0503050203000203" pitchFamily="34" charset="0"/>
              </a:rPr>
            </a:br>
            <a:endParaRPr lang="en-US" sz="1600" dirty="0">
              <a:solidFill>
                <a:srgbClr val="000000"/>
              </a:solidFill>
              <a:effectLst/>
              <a:latin typeface="IBM Plex Sans" panose="020B0503050203000203" pitchFamily="34" charset="0"/>
            </a:endParaRPr>
          </a:p>
          <a:p>
            <a:r>
              <a:rPr lang="en-US" sz="1600" dirty="0">
                <a:solidFill>
                  <a:srgbClr val="000000"/>
                </a:solidFill>
                <a:effectLst/>
                <a:latin typeface="IBM Plex Sans" panose="020B0503050203000203" pitchFamily="34" charset="0"/>
              </a:rPr>
              <a:t>Donec tempor, diam eu hendrerit accumsan, enim ipsum varius purus, quis suscipit purus urna nec leo.</a:t>
            </a:r>
          </a:p>
        </p:txBody>
      </p:sp>
      <p:sp>
        <p:nvSpPr>
          <p:cNvPr id="8" name="Footer Placeholder 7">
            <a:extLst>
              <a:ext uri="{FF2B5EF4-FFF2-40B4-BE49-F238E27FC236}">
                <a16:creationId xmlns:a16="http://schemas.microsoft.com/office/drawing/2014/main" id="{7D8982BE-11A3-2BC1-C5D7-529C1C77A4AD}"/>
              </a:ext>
            </a:extLst>
          </p:cNvPr>
          <p:cNvSpPr>
            <a:spLocks noGrp="1"/>
          </p:cNvSpPr>
          <p:nvPr>
            <p:ph type="ftr" sz="quarter" idx="18"/>
          </p:nvPr>
        </p:nvSpPr>
        <p:spPr/>
        <p:txBody>
          <a:bodyPr/>
          <a:lstStyle/>
          <a:p>
            <a:r>
              <a:rPr lang="en-US" dirty="0"/>
              <a:t>Footer</a:t>
            </a:r>
          </a:p>
        </p:txBody>
      </p:sp>
      <p:grpSp>
        <p:nvGrpSpPr>
          <p:cNvPr id="2" name="Group 1">
            <a:extLst>
              <a:ext uri="{FF2B5EF4-FFF2-40B4-BE49-F238E27FC236}">
                <a16:creationId xmlns:a16="http://schemas.microsoft.com/office/drawing/2014/main" id="{08C30A45-946C-2052-5EA3-A2DA7269F03C}"/>
              </a:ext>
            </a:extLst>
          </p:cNvPr>
          <p:cNvGrpSpPr/>
          <p:nvPr/>
        </p:nvGrpSpPr>
        <p:grpSpPr>
          <a:xfrm>
            <a:off x="6096000" y="4928615"/>
            <a:ext cx="12188952" cy="7269480"/>
            <a:chOff x="6096000" y="4928616"/>
            <a:chExt cx="12192000" cy="7162800"/>
          </a:xfrm>
        </p:grpSpPr>
        <p:cxnSp>
          <p:nvCxnSpPr>
            <p:cNvPr id="21" name="Straight Connector 20" descr="Vertical column divider">
              <a:extLst>
                <a:ext uri="{FF2B5EF4-FFF2-40B4-BE49-F238E27FC236}">
                  <a16:creationId xmlns:a16="http://schemas.microsoft.com/office/drawing/2014/main" id="{D23628AE-DEEB-1A14-37D4-7F0A389B4BA3}"/>
                </a:ext>
              </a:extLst>
            </p:cNvPr>
            <p:cNvCxnSpPr>
              <a:cxnSpLocks/>
            </p:cNvCxnSpPr>
            <p:nvPr/>
          </p:nvCxnSpPr>
          <p:spPr bwMode="auto">
            <a:xfrm>
              <a:off x="6096000" y="4928616"/>
              <a:ext cx="0" cy="716280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2" name="Straight Connector 21" descr="Vertical column divider">
              <a:extLst>
                <a:ext uri="{FF2B5EF4-FFF2-40B4-BE49-F238E27FC236}">
                  <a16:creationId xmlns:a16="http://schemas.microsoft.com/office/drawing/2014/main" id="{E7D5D4DC-9680-1B31-69C7-107FF175972E}"/>
                </a:ext>
              </a:extLst>
            </p:cNvPr>
            <p:cNvCxnSpPr>
              <a:cxnSpLocks/>
            </p:cNvCxnSpPr>
            <p:nvPr/>
          </p:nvCxnSpPr>
          <p:spPr bwMode="auto">
            <a:xfrm>
              <a:off x="12192127" y="4928616"/>
              <a:ext cx="0" cy="7158891"/>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3" name="Straight Connector 22" descr="Vertical column divider">
              <a:extLst>
                <a:ext uri="{FF2B5EF4-FFF2-40B4-BE49-F238E27FC236}">
                  <a16:creationId xmlns:a16="http://schemas.microsoft.com/office/drawing/2014/main" id="{90D73321-0728-1165-6865-D8D2BEE36413}"/>
                </a:ext>
              </a:extLst>
            </p:cNvPr>
            <p:cNvCxnSpPr>
              <a:cxnSpLocks/>
            </p:cNvCxnSpPr>
            <p:nvPr/>
          </p:nvCxnSpPr>
          <p:spPr bwMode="auto">
            <a:xfrm>
              <a:off x="18288000" y="4928616"/>
              <a:ext cx="0" cy="7157048"/>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grpSp>
      <p:sp>
        <p:nvSpPr>
          <p:cNvPr id="25" name="Slide Number Placeholder 24">
            <a:extLst>
              <a:ext uri="{FF2B5EF4-FFF2-40B4-BE49-F238E27FC236}">
                <a16:creationId xmlns:a16="http://schemas.microsoft.com/office/drawing/2014/main" id="{961C91C5-886C-F412-D7F3-0C4B0FEA97AF}"/>
              </a:ext>
            </a:extLst>
          </p:cNvPr>
          <p:cNvSpPr>
            <a:spLocks noGrp="1"/>
          </p:cNvSpPr>
          <p:nvPr>
            <p:ph type="sldNum" sz="quarter" idx="4"/>
          </p:nvPr>
        </p:nvSpPr>
        <p:spPr/>
        <p:txBody>
          <a:bodyPr/>
          <a:lstStyle/>
          <a:p>
            <a:fld id="{86CB4B4D-7CA3-9044-876B-883B54F8677D}" type="slidenum">
              <a:rPr lang="en-US" smtClean="0"/>
              <a:pPr/>
              <a:t>46</a:t>
            </a:fld>
            <a:endParaRPr lang="en-US" dirty="0"/>
          </a:p>
        </p:txBody>
      </p:sp>
    </p:spTree>
    <p:extLst>
      <p:ext uri="{BB962C8B-B14F-4D97-AF65-F5344CB8AC3E}">
        <p14:creationId xmlns:p14="http://schemas.microsoft.com/office/powerpoint/2010/main" val="2060367660"/>
      </p:ext>
    </p:extLst>
  </p:cSld>
  <p:clrMapOvr>
    <a:masterClrMapping/>
  </p:clrMapOvr>
  <p:transition spd="med"/>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ectangle 22" descr="Vertical half slide background in blue 10">
            <a:extLst>
              <a:ext uri="{FF2B5EF4-FFF2-40B4-BE49-F238E27FC236}">
                <a16:creationId xmlns:a16="http://schemas.microsoft.com/office/drawing/2014/main" id="{D8A3835C-F69D-117F-049A-F40143DAC4C4}"/>
              </a:ext>
            </a:extLst>
          </p:cNvPr>
          <p:cNvSpPr/>
          <p:nvPr/>
        </p:nvSpPr>
        <p:spPr bwMode="auto">
          <a:xfrm>
            <a:off x="0" y="0"/>
            <a:ext cx="12192000" cy="13716000"/>
          </a:xfrm>
          <a:prstGeom prst="rect">
            <a:avLst/>
          </a:prstGeom>
          <a:solidFill>
            <a:srgbClr val="E5F6FF"/>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dirty="0">
              <a:ln>
                <a:noFill/>
              </a:ln>
              <a:solidFill>
                <a:schemeClr val="bg1"/>
              </a:solidFill>
              <a:effectLst/>
              <a:latin typeface="+mn-lt"/>
            </a:endParaRPr>
          </a:p>
        </p:txBody>
      </p:sp>
      <p:sp>
        <p:nvSpPr>
          <p:cNvPr id="17" name="Title 1">
            <a:extLst>
              <a:ext uri="{FF2B5EF4-FFF2-40B4-BE49-F238E27FC236}">
                <a16:creationId xmlns:a16="http://schemas.microsoft.com/office/drawing/2014/main" id="{62C8FC98-6EE2-9EE6-FB0B-70CA37EAAF8F}"/>
              </a:ext>
            </a:extLst>
          </p:cNvPr>
          <p:cNvSpPr txBox="1">
            <a:spLocks/>
          </p:cNvSpPr>
          <p:nvPr/>
        </p:nvSpPr>
        <p:spPr>
          <a:xfrm>
            <a:off x="574675" y="576072"/>
            <a:ext cx="7718425" cy="114141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lvl1pPr marL="0" marR="0" indent="0" algn="l" defTabSz="2438400" rtl="0" latinLnBrk="0">
              <a:lnSpc>
                <a:spcPct val="110000"/>
              </a:lnSpc>
              <a:spcBef>
                <a:spcPts val="0"/>
              </a:spcBef>
              <a:spcAft>
                <a:spcPts val="0"/>
              </a:spcAft>
              <a:buClrTx/>
              <a:buSzTx/>
              <a:buFontTx/>
              <a:buNone/>
              <a:tabLst/>
              <a:defRPr sz="3600" b="0" i="0" u="none" strike="noStrike" cap="none" spc="0" baseline="0">
                <a:solidFill>
                  <a:schemeClr val="tx1"/>
                </a:solidFill>
                <a:uFillTx/>
                <a:latin typeface="+mj-lt"/>
                <a:ea typeface="+mj-ea"/>
                <a:cs typeface="+mj-cs"/>
                <a:sym typeface="IBM Plex Sans Light"/>
              </a:defRPr>
            </a:lvl1pPr>
            <a:lvl2pPr marL="0" marR="0" indent="0"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2pPr>
            <a:lvl3pPr marL="0" marR="0" indent="0"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3pPr>
            <a:lvl4pPr marL="0" marR="0" indent="0"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4pPr>
            <a:lvl5pPr marL="0" marR="0" indent="0"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5pPr>
            <a:lvl6pPr marL="0" marR="0" indent="362568"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6pPr>
            <a:lvl7pPr marL="0" marR="0" indent="725139"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7pPr>
            <a:lvl8pPr marL="0" marR="0" indent="1087706"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8pPr>
            <a:lvl9pPr marL="0" marR="0" indent="1450276"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9pPr>
          </a:lstStyle>
          <a:p>
            <a:r>
              <a:rPr lang="en-US" sz="4400" kern="0" dirty="0">
                <a:solidFill>
                  <a:srgbClr val="000000"/>
                </a:solidFill>
              </a:rPr>
              <a:t>Proven method</a:t>
            </a:r>
            <a:endParaRPr lang="en-US" sz="4400" kern="0" dirty="0">
              <a:solidFill>
                <a:srgbClr val="0F45FD"/>
              </a:solidFill>
            </a:endParaRPr>
          </a:p>
        </p:txBody>
      </p:sp>
      <p:sp>
        <p:nvSpPr>
          <p:cNvPr id="20" name="Text Placeholder 3">
            <a:extLst>
              <a:ext uri="{FF2B5EF4-FFF2-40B4-BE49-F238E27FC236}">
                <a16:creationId xmlns:a16="http://schemas.microsoft.com/office/drawing/2014/main" id="{1AD757FD-208F-8CCE-5E93-276089559C9E}"/>
              </a:ext>
            </a:extLst>
          </p:cNvPr>
          <p:cNvSpPr txBox="1">
            <a:spLocks/>
          </p:cNvSpPr>
          <p:nvPr/>
        </p:nvSpPr>
        <p:spPr>
          <a:xfrm>
            <a:off x="576072" y="3044825"/>
            <a:ext cx="10339161" cy="6096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lvl1pPr marL="0" marR="0" indent="0" algn="l" defTabSz="2438400" rtl="0" latinLnBrk="0">
              <a:lnSpc>
                <a:spcPct val="110000"/>
              </a:lnSpc>
              <a:spcBef>
                <a:spcPts val="0"/>
              </a:spcBef>
              <a:spcAft>
                <a:spcPts val="0"/>
              </a:spcAft>
              <a:buClrTx/>
              <a:buSzTx/>
              <a:buFontTx/>
              <a:buNone/>
              <a:tabLst/>
              <a:defRPr sz="2400" b="0" i="0" u="none" strike="noStrike" cap="none" spc="0" baseline="0">
                <a:solidFill>
                  <a:schemeClr val="tx1"/>
                </a:solidFill>
                <a:uFillTx/>
                <a:latin typeface="+mj-lt"/>
                <a:ea typeface="+mj-ea"/>
                <a:cs typeface="+mj-cs"/>
                <a:sym typeface="IBM Plex Sans Light"/>
              </a:defRPr>
            </a:lvl1pPr>
            <a:lvl2pPr marL="444465" marR="0" indent="-446749" algn="l" defTabSz="2438400" rtl="0" latinLnBrk="0">
              <a:lnSpc>
                <a:spcPct val="110000"/>
              </a:lnSpc>
              <a:spcBef>
                <a:spcPts val="0"/>
              </a:spcBef>
              <a:spcAft>
                <a:spcPts val="0"/>
              </a:spcAft>
              <a:buClrTx/>
              <a:buSzPct val="100000"/>
              <a:buFontTx/>
              <a:buChar char="–"/>
              <a:tabLst/>
              <a:defRPr sz="2400" b="0" i="0" u="none" strike="noStrike" cap="none" spc="0" baseline="0">
                <a:solidFill>
                  <a:schemeClr val="tx1"/>
                </a:solidFill>
                <a:uFillTx/>
                <a:latin typeface="+mj-lt"/>
                <a:ea typeface="+mj-ea"/>
                <a:cs typeface="+mj-cs"/>
                <a:sym typeface="IBM Plex Sans Light"/>
              </a:defRPr>
            </a:lvl2pPr>
            <a:lvl3pPr marL="615918" marR="0" indent="-446749" algn="l" defTabSz="2438400" rtl="0" latinLnBrk="0">
              <a:lnSpc>
                <a:spcPct val="110000"/>
              </a:lnSpc>
              <a:spcBef>
                <a:spcPts val="0"/>
              </a:spcBef>
              <a:spcAft>
                <a:spcPts val="0"/>
              </a:spcAft>
              <a:buClrTx/>
              <a:buSzPct val="100000"/>
              <a:buFontTx/>
              <a:buChar char="•"/>
              <a:tabLst/>
              <a:defRPr sz="2400" b="0" i="0" u="none" strike="noStrike" cap="none" spc="0" baseline="0">
                <a:solidFill>
                  <a:schemeClr val="tx1"/>
                </a:solidFill>
                <a:uFillTx/>
                <a:latin typeface="+mj-lt"/>
                <a:ea typeface="+mj-ea"/>
                <a:cs typeface="+mj-cs"/>
                <a:sym typeface="IBM Plex Sans Light"/>
              </a:defRPr>
            </a:lvl3pPr>
            <a:lvl4pPr marL="901671" marR="0" indent="-446749" algn="l" defTabSz="2438400" rtl="0" latinLnBrk="0">
              <a:lnSpc>
                <a:spcPct val="110000"/>
              </a:lnSpc>
              <a:spcBef>
                <a:spcPts val="0"/>
              </a:spcBef>
              <a:spcAft>
                <a:spcPts val="0"/>
              </a:spcAft>
              <a:buClrTx/>
              <a:buSzPct val="100000"/>
              <a:buFontTx/>
              <a:buChar char="–"/>
              <a:tabLst/>
              <a:defRPr sz="2400" b="0" i="0" u="none" strike="noStrike" cap="none" spc="0" baseline="0">
                <a:solidFill>
                  <a:schemeClr val="tx1"/>
                </a:solidFill>
                <a:uFillTx/>
                <a:latin typeface="+mj-lt"/>
                <a:ea typeface="+mj-ea"/>
                <a:cs typeface="+mj-cs"/>
                <a:sym typeface="IBM Plex Sans Light"/>
              </a:defRPr>
            </a:lvl4pPr>
            <a:lvl5pPr marL="1076298" marR="0" indent="-446749" algn="l" defTabSz="2438400" rtl="0" latinLnBrk="0">
              <a:lnSpc>
                <a:spcPct val="110000"/>
              </a:lnSpc>
              <a:spcBef>
                <a:spcPts val="0"/>
              </a:spcBef>
              <a:spcAft>
                <a:spcPts val="0"/>
              </a:spcAft>
              <a:buClrTx/>
              <a:buSzPct val="100000"/>
              <a:buFontTx/>
              <a:buChar char="»"/>
              <a:tabLst/>
              <a:defRPr sz="2400" b="0" i="0" u="none" strike="noStrike" cap="none" spc="0" baseline="0">
                <a:solidFill>
                  <a:schemeClr val="tx1"/>
                </a:solidFill>
                <a:uFillTx/>
                <a:latin typeface="+mj-lt"/>
                <a:ea typeface="+mj-ea"/>
                <a:cs typeface="+mj-cs"/>
                <a:sym typeface="IBM Plex Sans Light"/>
              </a:defRPr>
            </a:lvl5pPr>
            <a:lvl6pPr marL="1843060"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r>
              <a:rPr lang="en-US" sz="3600" dirty="0">
                <a:solidFill>
                  <a:srgbClr val="000000"/>
                </a:solidFill>
                <a:effectLst/>
              </a:rPr>
              <a:t>When working with IBM Client Engineering, attention is focused on the customer’s critical points. Team efficiency is increased to take manageable risks. Cutting-edge technologies are adopted, speeding up product development and measuring the value of any operation. We provide support for all business objectives, helping to respond quickly to outages or leading the complete transformation. The final step is dedicated to </a:t>
            </a:r>
            <a:br>
              <a:rPr lang="en-US" sz="3600" dirty="0">
                <a:solidFill>
                  <a:srgbClr val="000000"/>
                </a:solidFill>
                <a:effectLst/>
              </a:rPr>
            </a:br>
            <a:r>
              <a:rPr lang="en-US" sz="3600" dirty="0">
                <a:solidFill>
                  <a:srgbClr val="000000"/>
                </a:solidFill>
                <a:effectLst/>
              </a:rPr>
              <a:t>MVP development.</a:t>
            </a:r>
          </a:p>
        </p:txBody>
      </p:sp>
      <p:pic>
        <p:nvPicPr>
          <p:cNvPr id="12" name="Picture 11" descr="Illustration showing outlined hexagon, solid blue circle and outlined circle">
            <a:extLst>
              <a:ext uri="{FF2B5EF4-FFF2-40B4-BE49-F238E27FC236}">
                <a16:creationId xmlns:a16="http://schemas.microsoft.com/office/drawing/2014/main" id="{E78E906B-7F7C-D866-FE56-0012DED6886C}"/>
              </a:ext>
            </a:extLst>
          </p:cNvPr>
          <p:cNvPicPr>
            <a:picLocks noChangeAspect="1"/>
          </p:cNvPicPr>
          <p:nvPr/>
        </p:nvPicPr>
        <p:blipFill>
          <a:blip r:embed="rId2"/>
          <a:stretch>
            <a:fillRect/>
          </a:stretch>
        </p:blipFill>
        <p:spPr>
          <a:xfrm>
            <a:off x="568325" y="11636085"/>
            <a:ext cx="2133600" cy="622300"/>
          </a:xfrm>
          <a:prstGeom prst="rect">
            <a:avLst/>
          </a:prstGeom>
        </p:spPr>
      </p:pic>
      <p:sp>
        <p:nvSpPr>
          <p:cNvPr id="15" name="Text Placeholder 7">
            <a:extLst>
              <a:ext uri="{FF2B5EF4-FFF2-40B4-BE49-F238E27FC236}">
                <a16:creationId xmlns:a16="http://schemas.microsoft.com/office/drawing/2014/main" id="{86A1F53F-49BC-8B1A-3235-F693A04DEC29}"/>
              </a:ext>
            </a:extLst>
          </p:cNvPr>
          <p:cNvSpPr>
            <a:spLocks noGrp="1"/>
          </p:cNvSpPr>
          <p:nvPr>
            <p:ph type="body" sz="quarter" idx="16"/>
          </p:nvPr>
        </p:nvSpPr>
        <p:spPr>
          <a:xfrm>
            <a:off x="12768263" y="576072"/>
            <a:ext cx="4949825" cy="1906588"/>
          </a:xfrm>
        </p:spPr>
        <p:txBody>
          <a:bodyPr/>
          <a:lstStyle/>
          <a:p>
            <a:pPr>
              <a:lnSpc>
                <a:spcPct val="110000"/>
              </a:lnSpc>
            </a:pPr>
            <a:r>
              <a:rPr lang="en-US" sz="3600" dirty="0">
                <a:solidFill>
                  <a:srgbClr val="000000"/>
                </a:solidFill>
                <a:effectLst/>
              </a:rPr>
              <a:t>Co-create</a:t>
            </a:r>
          </a:p>
        </p:txBody>
      </p:sp>
      <p:sp>
        <p:nvSpPr>
          <p:cNvPr id="6" name="Text Placeholder 5">
            <a:extLst>
              <a:ext uri="{FF2B5EF4-FFF2-40B4-BE49-F238E27FC236}">
                <a16:creationId xmlns:a16="http://schemas.microsoft.com/office/drawing/2014/main" id="{7ADBDF05-CF7D-14CF-489C-BEA9C5FD5F9B}"/>
              </a:ext>
            </a:extLst>
          </p:cNvPr>
          <p:cNvSpPr>
            <a:spLocks noGrp="1"/>
          </p:cNvSpPr>
          <p:nvPr>
            <p:ph type="body" sz="quarter" idx="13"/>
          </p:nvPr>
        </p:nvSpPr>
        <p:spPr>
          <a:xfrm>
            <a:off x="12763500" y="3046412"/>
            <a:ext cx="4953000" cy="9150350"/>
          </a:xfrm>
        </p:spPr>
        <p:txBody>
          <a:bodyPr/>
          <a:lstStyle/>
          <a:p>
            <a:pPr>
              <a:lnSpc>
                <a:spcPct val="100000"/>
              </a:lnSpc>
              <a:spcBef>
                <a:spcPts val="0"/>
              </a:spcBef>
            </a:pPr>
            <a:r>
              <a:rPr lang="en-US" sz="2000" b="1" dirty="0">
                <a:solidFill>
                  <a:srgbClr val="000000"/>
                </a:solidFill>
                <a:effectLst/>
                <a:latin typeface="IBM Plex Sans SmBld" panose="020B0503050203000203" pitchFamily="34" charset="0"/>
              </a:rPr>
              <a:t>Framing</a:t>
            </a:r>
          </a:p>
          <a:p>
            <a:pPr>
              <a:lnSpc>
                <a:spcPct val="100000"/>
              </a:lnSpc>
              <a:spcBef>
                <a:spcPts val="0"/>
              </a:spcBef>
            </a:pPr>
            <a:r>
              <a:rPr lang="en-US" sz="2000" dirty="0">
                <a:solidFill>
                  <a:srgbClr val="000000"/>
                </a:solidFill>
                <a:effectLst/>
                <a:latin typeface="IBM Plex Sans" panose="020B0503050203000203" pitchFamily="34" charset="0"/>
              </a:rPr>
              <a:t>Understand the strategy.</a:t>
            </a:r>
          </a:p>
          <a:p>
            <a:pPr>
              <a:lnSpc>
                <a:spcPct val="100000"/>
              </a:lnSpc>
              <a:spcBef>
                <a:spcPts val="0"/>
              </a:spcBef>
            </a:pPr>
            <a:r>
              <a:rPr lang="en-US" sz="2000" dirty="0">
                <a:solidFill>
                  <a:srgbClr val="000000"/>
                </a:solidFill>
                <a:effectLst/>
                <a:latin typeface="IBM Plex Sans" panose="020B0503050203000203" pitchFamily="34" charset="0"/>
              </a:rPr>
              <a:t>Determine business/technology </a:t>
            </a:r>
          </a:p>
          <a:p>
            <a:pPr>
              <a:lnSpc>
                <a:spcPct val="100000"/>
              </a:lnSpc>
              <a:spcBef>
                <a:spcPts val="0"/>
              </a:spcBef>
            </a:pPr>
            <a:r>
              <a:rPr lang="en-US" sz="2000" dirty="0">
                <a:solidFill>
                  <a:srgbClr val="000000"/>
                </a:solidFill>
                <a:effectLst/>
                <a:latin typeface="IBM Plex Sans" panose="020B0503050203000203" pitchFamily="34" charset="0"/>
              </a:rPr>
              <a:t>initiative(s) to focus on.</a:t>
            </a:r>
          </a:p>
          <a:p>
            <a:pPr>
              <a:lnSpc>
                <a:spcPct val="100000"/>
              </a:lnSpc>
              <a:spcBef>
                <a:spcPts val="0"/>
              </a:spcBef>
            </a:pPr>
            <a:r>
              <a:rPr lang="en-US" sz="2000" dirty="0">
                <a:solidFill>
                  <a:srgbClr val="000000"/>
                </a:solidFill>
                <a:effectLst/>
                <a:latin typeface="IBM Plex Sans" panose="020B0503050203000203" pitchFamily="34" charset="0"/>
              </a:rPr>
              <a:t>Align stakeholders on vision and desired outcome.</a:t>
            </a:r>
          </a:p>
          <a:p>
            <a:pPr>
              <a:lnSpc>
                <a:spcPct val="100000"/>
              </a:lnSpc>
              <a:spcBef>
                <a:spcPts val="0"/>
              </a:spcBef>
            </a:pPr>
            <a:r>
              <a:rPr lang="en-US" sz="2000" dirty="0">
                <a:solidFill>
                  <a:srgbClr val="000000"/>
                </a:solidFill>
                <a:effectLst/>
                <a:latin typeface="IBM Plex Sans" panose="020B0503050203000203" pitchFamily="34" charset="0"/>
              </a:rPr>
              <a:t>Confirm executive sponsor, product owner, and governance model.</a:t>
            </a:r>
            <a:br>
              <a:rPr lang="en-US" sz="2000" dirty="0">
                <a:solidFill>
                  <a:srgbClr val="000000"/>
                </a:solidFill>
                <a:effectLst/>
                <a:latin typeface="IBM Plex Sans" panose="020B0503050203000203" pitchFamily="34" charset="0"/>
              </a:rPr>
            </a:br>
            <a:endParaRPr lang="en-US" sz="2000" dirty="0">
              <a:solidFill>
                <a:srgbClr val="000000"/>
              </a:solidFill>
              <a:effectLst/>
              <a:latin typeface="IBM Plex Sans" panose="020B0503050203000203" pitchFamily="34" charset="0"/>
            </a:endParaRPr>
          </a:p>
          <a:p>
            <a:pPr>
              <a:lnSpc>
                <a:spcPct val="100000"/>
              </a:lnSpc>
              <a:spcBef>
                <a:spcPts val="0"/>
              </a:spcBef>
            </a:pPr>
            <a:r>
              <a:rPr lang="en-US" sz="2000" b="1" dirty="0">
                <a:solidFill>
                  <a:srgbClr val="000000"/>
                </a:solidFill>
                <a:effectLst/>
                <a:latin typeface="IBM Plex Sans SmBld" panose="020B0503050203000203" pitchFamily="34" charset="0"/>
              </a:rPr>
              <a:t>Discovery</a:t>
            </a:r>
          </a:p>
          <a:p>
            <a:pPr>
              <a:lnSpc>
                <a:spcPct val="100000"/>
              </a:lnSpc>
              <a:spcBef>
                <a:spcPts val="0"/>
              </a:spcBef>
            </a:pPr>
            <a:r>
              <a:rPr lang="en-US" sz="2000" dirty="0">
                <a:solidFill>
                  <a:srgbClr val="000000"/>
                </a:solidFill>
                <a:effectLst/>
                <a:latin typeface="IBM Plex Sans" panose="020B0503050203000203" pitchFamily="34" charset="0"/>
              </a:rPr>
              <a:t>Understand target end users.</a:t>
            </a:r>
          </a:p>
          <a:p>
            <a:pPr>
              <a:lnSpc>
                <a:spcPct val="100000"/>
              </a:lnSpc>
              <a:spcBef>
                <a:spcPts val="0"/>
              </a:spcBef>
            </a:pPr>
            <a:r>
              <a:rPr lang="en-US" sz="2000" dirty="0">
                <a:solidFill>
                  <a:srgbClr val="000000"/>
                </a:solidFill>
                <a:effectLst/>
                <a:latin typeface="IBM Plex Sans" panose="020B0503050203000203" pitchFamily="34" charset="0"/>
              </a:rPr>
              <a:t>Understand “as-is</a:t>
            </a:r>
            <a:r>
              <a:rPr lang="en-US" sz="2000" dirty="0">
                <a:solidFill>
                  <a:srgbClr val="000000"/>
                </a:solidFill>
                <a:latin typeface="IBM Plex Sans" panose="020B0503050203000203" pitchFamily="34" charset="0"/>
              </a:rPr>
              <a:t>”</a:t>
            </a:r>
            <a:r>
              <a:rPr lang="en-US" sz="2000" dirty="0">
                <a:solidFill>
                  <a:srgbClr val="000000"/>
                </a:solidFill>
                <a:effectLst/>
                <a:latin typeface="IBM Plex Sans" panose="020B0503050203000203" pitchFamily="34" charset="0"/>
              </a:rPr>
              <a:t> context of business and/or technology.</a:t>
            </a:r>
          </a:p>
          <a:p>
            <a:pPr>
              <a:lnSpc>
                <a:spcPct val="100000"/>
              </a:lnSpc>
              <a:spcBef>
                <a:spcPts val="0"/>
              </a:spcBef>
            </a:pPr>
            <a:r>
              <a:rPr lang="en-US" sz="2000" dirty="0">
                <a:solidFill>
                  <a:srgbClr val="000000"/>
                </a:solidFill>
                <a:effectLst/>
                <a:latin typeface="IBM Plex Sans" panose="020B0503050203000203" pitchFamily="34" charset="0"/>
              </a:rPr>
              <a:t>Guide narrowing focus.</a:t>
            </a:r>
            <a:br>
              <a:rPr lang="en-US" sz="2000" dirty="0">
                <a:solidFill>
                  <a:srgbClr val="000000"/>
                </a:solidFill>
                <a:effectLst/>
                <a:latin typeface="IBM Plex Sans" panose="020B0503050203000203" pitchFamily="34" charset="0"/>
              </a:rPr>
            </a:br>
            <a:endParaRPr lang="en-US" sz="2000" dirty="0">
              <a:solidFill>
                <a:srgbClr val="000000"/>
              </a:solidFill>
              <a:effectLst/>
              <a:latin typeface="IBM Plex Sans" panose="020B0503050203000203" pitchFamily="34" charset="0"/>
            </a:endParaRPr>
          </a:p>
          <a:p>
            <a:pPr>
              <a:lnSpc>
                <a:spcPct val="100000"/>
              </a:lnSpc>
              <a:spcBef>
                <a:spcPts val="0"/>
              </a:spcBef>
            </a:pPr>
            <a:r>
              <a:rPr lang="en-US" sz="2000" b="1" dirty="0">
                <a:solidFill>
                  <a:srgbClr val="000000"/>
                </a:solidFill>
                <a:effectLst/>
                <a:latin typeface="IBM Plex Sans SmBld" panose="020B0503050203000203" pitchFamily="34" charset="0"/>
              </a:rPr>
              <a:t>Solutioning</a:t>
            </a:r>
          </a:p>
          <a:p>
            <a:pPr>
              <a:lnSpc>
                <a:spcPct val="100000"/>
              </a:lnSpc>
              <a:spcBef>
                <a:spcPts val="0"/>
              </a:spcBef>
            </a:pPr>
            <a:r>
              <a:rPr lang="en-US" sz="2000" dirty="0">
                <a:solidFill>
                  <a:srgbClr val="000000"/>
                </a:solidFill>
                <a:effectLst/>
                <a:latin typeface="IBM Plex Sans" panose="020B0503050203000203" pitchFamily="34" charset="0"/>
              </a:rPr>
              <a:t>Diverge to explore potential solutions.</a:t>
            </a:r>
            <a:br>
              <a:rPr lang="en-US" sz="2000" dirty="0">
                <a:solidFill>
                  <a:srgbClr val="000000"/>
                </a:solidFill>
                <a:effectLst/>
                <a:latin typeface="IBM Plex Sans" panose="020B0503050203000203" pitchFamily="34" charset="0"/>
              </a:rPr>
            </a:br>
            <a:r>
              <a:rPr lang="en-US" sz="2000" dirty="0">
                <a:solidFill>
                  <a:srgbClr val="000000"/>
                </a:solidFill>
                <a:effectLst/>
                <a:latin typeface="IBM Plex Sans" panose="020B0503050203000203" pitchFamily="34" charset="0"/>
              </a:rPr>
              <a:t>Converge to select solution to invest in validating.</a:t>
            </a:r>
            <a:br>
              <a:rPr lang="en-US" sz="2000" dirty="0">
                <a:solidFill>
                  <a:srgbClr val="000000"/>
                </a:solidFill>
                <a:effectLst/>
                <a:latin typeface="IBM Plex Sans" panose="020B0503050203000203" pitchFamily="34" charset="0"/>
              </a:rPr>
            </a:br>
            <a:r>
              <a:rPr lang="en-US" sz="2000" dirty="0">
                <a:solidFill>
                  <a:srgbClr val="000000"/>
                </a:solidFill>
                <a:effectLst/>
                <a:latin typeface="IBM Plex Sans" panose="020B0503050203000203" pitchFamily="34" charset="0"/>
              </a:rPr>
              <a:t>Identify platform/initial technical components to be used.</a:t>
            </a:r>
            <a:br>
              <a:rPr lang="en-US" sz="2000" dirty="0">
                <a:solidFill>
                  <a:srgbClr val="000000"/>
                </a:solidFill>
                <a:effectLst/>
                <a:latin typeface="IBM Plex Sans" panose="020B0503050203000203" pitchFamily="34" charset="0"/>
              </a:rPr>
            </a:br>
            <a:r>
              <a:rPr lang="en-US" sz="2000" dirty="0">
                <a:solidFill>
                  <a:srgbClr val="000000"/>
                </a:solidFill>
                <a:effectLst/>
                <a:latin typeface="IBM Plex Sans" panose="020B0503050203000203" pitchFamily="34" charset="0"/>
              </a:rPr>
              <a:t>Develop roadmap.</a:t>
            </a:r>
            <a:br>
              <a:rPr lang="en-US" sz="2000" dirty="0">
                <a:solidFill>
                  <a:srgbClr val="000000"/>
                </a:solidFill>
                <a:effectLst/>
                <a:latin typeface="IBM Plex Sans" panose="020B0503050203000203" pitchFamily="34" charset="0"/>
              </a:rPr>
            </a:br>
            <a:endParaRPr lang="en-US" sz="2000" dirty="0">
              <a:solidFill>
                <a:srgbClr val="000000"/>
              </a:solidFill>
              <a:effectLst/>
              <a:latin typeface="IBM Plex Sans" panose="020B0503050203000203" pitchFamily="34" charset="0"/>
            </a:endParaRPr>
          </a:p>
          <a:p>
            <a:pPr>
              <a:lnSpc>
                <a:spcPct val="100000"/>
              </a:lnSpc>
              <a:spcBef>
                <a:spcPts val="0"/>
              </a:spcBef>
            </a:pPr>
            <a:r>
              <a:rPr lang="en-US" sz="2000" b="1" dirty="0">
                <a:solidFill>
                  <a:srgbClr val="000000"/>
                </a:solidFill>
                <a:effectLst/>
                <a:latin typeface="IBM Plex Sans SmBld" panose="020B0503050203000203" pitchFamily="34" charset="0"/>
              </a:rPr>
              <a:t>Scoping</a:t>
            </a:r>
          </a:p>
          <a:p>
            <a:pPr>
              <a:lnSpc>
                <a:spcPct val="100000"/>
              </a:lnSpc>
              <a:spcBef>
                <a:spcPts val="0"/>
              </a:spcBef>
            </a:pPr>
            <a:r>
              <a:rPr lang="en-US" sz="2000" dirty="0">
                <a:solidFill>
                  <a:srgbClr val="000000"/>
                </a:solidFill>
                <a:effectLst/>
                <a:latin typeface="IBM Plex Sans" panose="020B0503050203000203" pitchFamily="34" charset="0"/>
              </a:rPr>
              <a:t>Hypothesis to be tested/proof points to be proven.</a:t>
            </a:r>
          </a:p>
          <a:p>
            <a:pPr>
              <a:lnSpc>
                <a:spcPct val="100000"/>
              </a:lnSpc>
              <a:spcBef>
                <a:spcPts val="0"/>
              </a:spcBef>
            </a:pPr>
            <a:r>
              <a:rPr lang="en-US" sz="2000" dirty="0">
                <a:solidFill>
                  <a:srgbClr val="000000"/>
                </a:solidFill>
                <a:effectLst/>
                <a:latin typeface="IBM Plex Sans" panose="020B0503050203000203" pitchFamily="34" charset="0"/>
              </a:rPr>
              <a:t>Define scope of MVP.</a:t>
            </a:r>
            <a:br>
              <a:rPr lang="en-US" sz="2000" dirty="0">
                <a:solidFill>
                  <a:srgbClr val="000000"/>
                </a:solidFill>
                <a:effectLst/>
                <a:latin typeface="IBM Plex Sans" panose="020B0503050203000203" pitchFamily="34" charset="0"/>
              </a:rPr>
            </a:br>
            <a:r>
              <a:rPr lang="en-US" sz="2000" dirty="0">
                <a:solidFill>
                  <a:srgbClr val="000000"/>
                </a:solidFill>
                <a:effectLst/>
                <a:latin typeface="IBM Plex Sans" panose="020B0503050203000203" pitchFamily="34" charset="0"/>
              </a:rPr>
              <a:t>Identify resources needed to build MVP.</a:t>
            </a:r>
          </a:p>
        </p:txBody>
      </p:sp>
      <p:sp>
        <p:nvSpPr>
          <p:cNvPr id="16" name="Text Placeholder 8">
            <a:extLst>
              <a:ext uri="{FF2B5EF4-FFF2-40B4-BE49-F238E27FC236}">
                <a16:creationId xmlns:a16="http://schemas.microsoft.com/office/drawing/2014/main" id="{A9BE5A0A-1CFB-9E69-F018-95DBE52FA8D9}"/>
              </a:ext>
            </a:extLst>
          </p:cNvPr>
          <p:cNvSpPr>
            <a:spLocks noGrp="1"/>
          </p:cNvSpPr>
          <p:nvPr>
            <p:ph type="body" sz="quarter" idx="17"/>
          </p:nvPr>
        </p:nvSpPr>
        <p:spPr>
          <a:xfrm>
            <a:off x="18859500" y="573086"/>
            <a:ext cx="4949825" cy="1903413"/>
          </a:xfrm>
        </p:spPr>
        <p:txBody>
          <a:bodyPr/>
          <a:lstStyle/>
          <a:p>
            <a:pPr>
              <a:lnSpc>
                <a:spcPct val="110000"/>
              </a:lnSpc>
            </a:pPr>
            <a:r>
              <a:rPr lang="en-US" sz="3600">
                <a:solidFill>
                  <a:srgbClr val="000000"/>
                </a:solidFill>
                <a:effectLst/>
              </a:rPr>
              <a:t>Co-execute</a:t>
            </a:r>
            <a:endParaRPr lang="en-US" sz="3600" dirty="0">
              <a:solidFill>
                <a:srgbClr val="000000"/>
              </a:solidFill>
              <a:effectLst/>
            </a:endParaRPr>
          </a:p>
        </p:txBody>
      </p:sp>
      <p:sp>
        <p:nvSpPr>
          <p:cNvPr id="7" name="Text Placeholder 6">
            <a:extLst>
              <a:ext uri="{FF2B5EF4-FFF2-40B4-BE49-F238E27FC236}">
                <a16:creationId xmlns:a16="http://schemas.microsoft.com/office/drawing/2014/main" id="{F82AC8AC-DF14-A2B1-3722-47AB87B47D31}"/>
              </a:ext>
            </a:extLst>
          </p:cNvPr>
          <p:cNvSpPr>
            <a:spLocks noGrp="1"/>
          </p:cNvSpPr>
          <p:nvPr>
            <p:ph type="body" sz="quarter" idx="14"/>
          </p:nvPr>
        </p:nvSpPr>
        <p:spPr>
          <a:xfrm>
            <a:off x="18859500" y="3044825"/>
            <a:ext cx="4953000" cy="9150350"/>
          </a:xfrm>
        </p:spPr>
        <p:txBody>
          <a:bodyPr/>
          <a:lstStyle/>
          <a:p>
            <a:pPr>
              <a:spcBef>
                <a:spcPts val="0"/>
              </a:spcBef>
            </a:pPr>
            <a:r>
              <a:rPr lang="en-US" sz="2000" b="1">
                <a:solidFill>
                  <a:srgbClr val="000000"/>
                </a:solidFill>
                <a:effectLst/>
                <a:latin typeface="IBM Plex Sans SmBld" panose="020B0503050203000203" pitchFamily="34" charset="0"/>
              </a:rPr>
              <a:t>MVP build</a:t>
            </a:r>
          </a:p>
          <a:p>
            <a:pPr>
              <a:spcBef>
                <a:spcPts val="0"/>
              </a:spcBef>
            </a:pPr>
            <a:r>
              <a:rPr lang="en-US" sz="2000">
                <a:solidFill>
                  <a:srgbClr val="000000"/>
                </a:solidFill>
                <a:effectLst/>
                <a:latin typeface="IBM Plex Sans" panose="020B0503050203000203" pitchFamily="34" charset="0"/>
              </a:rPr>
              <a:t>Build MVP that leverages IBM hybrid cloud technologies.</a:t>
            </a:r>
          </a:p>
          <a:p>
            <a:pPr>
              <a:spcBef>
                <a:spcPts val="0"/>
              </a:spcBef>
            </a:pPr>
            <a:endParaRPr lang="en-US" sz="2000">
              <a:latin typeface="IBM Plex Sans" panose="020B0503050203000203" pitchFamily="34" charset="0"/>
            </a:endParaRPr>
          </a:p>
          <a:p>
            <a:pPr>
              <a:spcBef>
                <a:spcPts val="0"/>
              </a:spcBef>
            </a:pPr>
            <a:r>
              <a:rPr lang="en-US" sz="2000">
                <a:solidFill>
                  <a:srgbClr val="000000"/>
                </a:solidFill>
                <a:effectLst/>
                <a:latin typeface="IBM Plex Sans" panose="020B0503050203000203" pitchFamily="34" charset="0"/>
              </a:rPr>
              <a:t>Define a secure minimum viable architecture that mitigates risk.</a:t>
            </a:r>
          </a:p>
          <a:p>
            <a:pPr>
              <a:spcBef>
                <a:spcPts val="0"/>
              </a:spcBef>
            </a:pPr>
            <a:br>
              <a:rPr lang="en-US" sz="2000">
                <a:solidFill>
                  <a:srgbClr val="000000"/>
                </a:solidFill>
                <a:effectLst/>
                <a:latin typeface="IBM Plex Sans" panose="020B0503050203000203" pitchFamily="34" charset="0"/>
              </a:rPr>
            </a:br>
            <a:r>
              <a:rPr lang="en-US" sz="2000">
                <a:solidFill>
                  <a:srgbClr val="000000"/>
                </a:solidFill>
                <a:effectLst/>
                <a:latin typeface="IBM Plex Sans" panose="020B0503050203000203" pitchFamily="34" charset="0"/>
              </a:rPr>
              <a:t>Set up cloud platform and automation.</a:t>
            </a:r>
          </a:p>
          <a:p>
            <a:pPr>
              <a:spcBef>
                <a:spcPts val="0"/>
              </a:spcBef>
            </a:pPr>
            <a:r>
              <a:rPr lang="en-US" sz="2000">
                <a:solidFill>
                  <a:srgbClr val="000000"/>
                </a:solidFill>
                <a:effectLst/>
                <a:latin typeface="IBM Plex Sans" panose="020B0503050203000203" pitchFamily="34" charset="0"/>
              </a:rPr>
              <a:t>Build skills and evolve culture through pairing.</a:t>
            </a:r>
            <a:endParaRPr lang="en-US" sz="2000" dirty="0">
              <a:solidFill>
                <a:srgbClr val="000000"/>
              </a:solidFill>
              <a:effectLst/>
              <a:latin typeface="IBM Plex Sans" panose="020B0503050203000203" pitchFamily="34" charset="0"/>
            </a:endParaRPr>
          </a:p>
        </p:txBody>
      </p:sp>
      <p:sp>
        <p:nvSpPr>
          <p:cNvPr id="22" name="Footer Placeholder 3">
            <a:extLst>
              <a:ext uri="{FF2B5EF4-FFF2-40B4-BE49-F238E27FC236}">
                <a16:creationId xmlns:a16="http://schemas.microsoft.com/office/drawing/2014/main" id="{06B0F4A0-D2FB-CFD0-8115-58574EAD8E6D}"/>
              </a:ext>
            </a:extLst>
          </p:cNvPr>
          <p:cNvSpPr>
            <a:spLocks noGrp="1"/>
          </p:cNvSpPr>
          <p:nvPr>
            <p:ph type="ftr" sz="quarter" idx="18"/>
          </p:nvPr>
        </p:nvSpPr>
        <p:spPr/>
        <p:txBody>
          <a:bodyPr/>
          <a:lstStyle>
            <a:lvl1pPr>
              <a:defRPr>
                <a:solidFill>
                  <a:schemeClr val="tx1"/>
                </a:solidFill>
              </a:defRPr>
            </a:lvl1pPr>
          </a:lstStyle>
          <a:p>
            <a:r>
              <a:rPr lang="en-US" sz="1600" dirty="0">
                <a:solidFill>
                  <a:srgbClr val="000000"/>
                </a:solidFill>
                <a:effectLst/>
                <a:latin typeface="IBM Plex Sans" panose="020B0503050203000203" pitchFamily="34" charset="0"/>
              </a:rPr>
              <a:t>Footer</a:t>
            </a:r>
          </a:p>
        </p:txBody>
      </p:sp>
      <p:sp>
        <p:nvSpPr>
          <p:cNvPr id="8" name="Slide Number Placeholder 7">
            <a:extLst>
              <a:ext uri="{FF2B5EF4-FFF2-40B4-BE49-F238E27FC236}">
                <a16:creationId xmlns:a16="http://schemas.microsoft.com/office/drawing/2014/main" id="{3C965366-E9DA-8278-5160-6CC3D187BC33}"/>
              </a:ext>
            </a:extLst>
          </p:cNvPr>
          <p:cNvSpPr>
            <a:spLocks noGrp="1"/>
          </p:cNvSpPr>
          <p:nvPr>
            <p:ph type="sldNum" sz="quarter" idx="4"/>
          </p:nvPr>
        </p:nvSpPr>
        <p:spPr/>
        <p:txBody>
          <a:bodyPr/>
          <a:lstStyle/>
          <a:p>
            <a:fld id="{86CB4B4D-7CA3-9044-876B-883B54F8677D}" type="slidenum">
              <a:rPr lang="en-US" smtClean="0"/>
              <a:pPr/>
              <a:t>47</a:t>
            </a:fld>
            <a:endParaRPr lang="en-US" dirty="0"/>
          </a:p>
        </p:txBody>
      </p:sp>
    </p:spTree>
    <p:extLst>
      <p:ext uri="{BB962C8B-B14F-4D97-AF65-F5344CB8AC3E}">
        <p14:creationId xmlns:p14="http://schemas.microsoft.com/office/powerpoint/2010/main" val="3446221586"/>
      </p:ext>
    </p:extLst>
  </p:cSld>
  <p:clrMapOvr>
    <a:masterClrMapping/>
  </p:clrMapOvr>
  <p:transition spd="med"/>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descr="Vertical half slide background in gray 10">
            <a:extLst>
              <a:ext uri="{FF2B5EF4-FFF2-40B4-BE49-F238E27FC236}">
                <a16:creationId xmlns:a16="http://schemas.microsoft.com/office/drawing/2014/main" id="{9A905494-9632-146E-A010-3FB0390CDFB4}"/>
              </a:ext>
            </a:extLst>
          </p:cNvPr>
          <p:cNvSpPr/>
          <p:nvPr/>
        </p:nvSpPr>
        <p:spPr bwMode="auto">
          <a:xfrm>
            <a:off x="0" y="0"/>
            <a:ext cx="12192000" cy="13716000"/>
          </a:xfrm>
          <a:prstGeom prst="rect">
            <a:avLst/>
          </a:prstGeom>
          <a:solidFill>
            <a:srgbClr val="F4F4F4"/>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dirty="0">
              <a:ln>
                <a:noFill/>
              </a:ln>
              <a:solidFill>
                <a:schemeClr val="bg1"/>
              </a:solidFill>
              <a:effectLst/>
              <a:latin typeface="+mn-lt"/>
            </a:endParaRPr>
          </a:p>
        </p:txBody>
      </p:sp>
      <p:sp>
        <p:nvSpPr>
          <p:cNvPr id="2" name="Title 1">
            <a:extLst>
              <a:ext uri="{FF2B5EF4-FFF2-40B4-BE49-F238E27FC236}">
                <a16:creationId xmlns:a16="http://schemas.microsoft.com/office/drawing/2014/main" id="{CFCEF21C-27B5-5BD7-B916-D2EA36863328}"/>
              </a:ext>
            </a:extLst>
          </p:cNvPr>
          <p:cNvSpPr>
            <a:spLocks noGrp="1"/>
          </p:cNvSpPr>
          <p:nvPr>
            <p:ph type="title"/>
          </p:nvPr>
        </p:nvSpPr>
        <p:spPr/>
        <p:txBody>
          <a:bodyPr/>
          <a:lstStyle/>
          <a:p>
            <a:r>
              <a:rPr lang="en-US" dirty="0"/>
              <a:t>Research objectives </a:t>
            </a:r>
            <a:br>
              <a:rPr lang="en-US" dirty="0"/>
            </a:br>
            <a:r>
              <a:rPr lang="en-US" dirty="0"/>
              <a:t>and approach</a:t>
            </a:r>
          </a:p>
        </p:txBody>
      </p:sp>
      <p:sp>
        <p:nvSpPr>
          <p:cNvPr id="3" name="Text Placeholder 2">
            <a:extLst>
              <a:ext uri="{FF2B5EF4-FFF2-40B4-BE49-F238E27FC236}">
                <a16:creationId xmlns:a16="http://schemas.microsoft.com/office/drawing/2014/main" id="{D6236602-67CE-96C1-8874-219512AB481C}"/>
              </a:ext>
            </a:extLst>
          </p:cNvPr>
          <p:cNvSpPr>
            <a:spLocks noGrp="1"/>
          </p:cNvSpPr>
          <p:nvPr>
            <p:ph type="body" sz="quarter" idx="16"/>
          </p:nvPr>
        </p:nvSpPr>
        <p:spPr/>
        <p:txBody>
          <a:bodyPr/>
          <a:lstStyle/>
          <a:p>
            <a:r>
              <a:rPr lang="en-US" sz="3600" dirty="0">
                <a:solidFill>
                  <a:schemeClr val="accent1"/>
                </a:solidFill>
              </a:rPr>
              <a:t>Gather messaging concepts for IBM </a:t>
            </a:r>
            <a:br>
              <a:rPr lang="en-US" sz="3600" dirty="0">
                <a:solidFill>
                  <a:schemeClr val="accent1"/>
                </a:solidFill>
              </a:rPr>
            </a:br>
            <a:r>
              <a:rPr lang="en-US" sz="3600" dirty="0">
                <a:solidFill>
                  <a:schemeClr val="accent1"/>
                </a:solidFill>
              </a:rPr>
              <a:t>AI solutions </a:t>
            </a:r>
          </a:p>
        </p:txBody>
      </p:sp>
      <p:sp>
        <p:nvSpPr>
          <p:cNvPr id="5" name="Text Placeholder 4">
            <a:extLst>
              <a:ext uri="{FF2B5EF4-FFF2-40B4-BE49-F238E27FC236}">
                <a16:creationId xmlns:a16="http://schemas.microsoft.com/office/drawing/2014/main" id="{313576C3-E5F3-E003-50F0-F52E5B1339E8}"/>
              </a:ext>
            </a:extLst>
          </p:cNvPr>
          <p:cNvSpPr>
            <a:spLocks noGrp="1"/>
          </p:cNvSpPr>
          <p:nvPr>
            <p:ph type="body" sz="quarter" idx="18"/>
          </p:nvPr>
        </p:nvSpPr>
        <p:spPr/>
        <p:txBody>
          <a:bodyPr/>
          <a:lstStyle/>
          <a:p>
            <a:pPr marL="219456" indent="-219456">
              <a:buFont typeface="IBM Plex Sans Light"/>
              <a:buChar char="−"/>
            </a:pPr>
            <a:r>
              <a:rPr lang="en-US" sz="2400" dirty="0">
                <a:latin typeface="+mn-lt"/>
              </a:rPr>
              <a:t>Review objectives and drivers or outcomes motivating them</a:t>
            </a:r>
          </a:p>
          <a:p>
            <a:pPr marL="219456" indent="-219456">
              <a:buFont typeface="IBM Plex Sans Light"/>
              <a:buChar char="−"/>
            </a:pPr>
            <a:r>
              <a:rPr lang="en-US" sz="2400" dirty="0">
                <a:latin typeface="+mn-lt"/>
              </a:rPr>
              <a:t>Study strategies and approaches for meeting objectives</a:t>
            </a:r>
          </a:p>
          <a:p>
            <a:pPr marL="219456" indent="-219456">
              <a:buFont typeface="IBM Plex Sans Light"/>
              <a:buChar char="−"/>
            </a:pPr>
            <a:r>
              <a:rPr lang="en-US" sz="2400" dirty="0">
                <a:latin typeface="+mn-lt"/>
              </a:rPr>
              <a:t>Define KPIs used to track progress toward objectives</a:t>
            </a:r>
          </a:p>
          <a:p>
            <a:pPr marL="219456" indent="-219456">
              <a:buFont typeface="IBM Plex Sans Light"/>
              <a:buChar char="−"/>
            </a:pPr>
            <a:r>
              <a:rPr lang="en-US" sz="2400" dirty="0">
                <a:latin typeface="+mn-lt"/>
              </a:rPr>
              <a:t>Articulate challenges and uncertainties in meeting objectives</a:t>
            </a:r>
          </a:p>
          <a:p>
            <a:pPr marL="219456" indent="-219456">
              <a:buFont typeface="IBM Plex Sans Light"/>
              <a:buChar char="−"/>
            </a:pPr>
            <a:r>
              <a:rPr lang="en-US" sz="2400" dirty="0">
                <a:latin typeface="+mn-lt"/>
              </a:rPr>
              <a:t>Develop roles and select teams for executing on objectives</a:t>
            </a:r>
          </a:p>
          <a:p>
            <a:pPr marL="219456" indent="-219456">
              <a:buFont typeface="IBM Plex Sans Light"/>
              <a:buChar char="−"/>
            </a:pPr>
            <a:r>
              <a:rPr lang="en-US" sz="2400" dirty="0">
                <a:latin typeface="+mn-lt"/>
              </a:rPr>
              <a:t>Determine how sustainability investments are capitalized</a:t>
            </a:r>
          </a:p>
          <a:p>
            <a:pPr marL="219456" indent="-219456">
              <a:buFont typeface="IBM Plex Sans Light"/>
              <a:buChar char="−"/>
            </a:pPr>
            <a:r>
              <a:rPr lang="en-US" sz="2400" dirty="0">
                <a:latin typeface="+mn-lt"/>
              </a:rPr>
              <a:t>Collect reactions to business imperatives for use in IBM messaging</a:t>
            </a:r>
          </a:p>
        </p:txBody>
      </p:sp>
      <p:cxnSp>
        <p:nvCxnSpPr>
          <p:cNvPr id="10" name="Straight Connector 9" descr="Vertical column divider line">
            <a:extLst>
              <a:ext uri="{FF2B5EF4-FFF2-40B4-BE49-F238E27FC236}">
                <a16:creationId xmlns:a16="http://schemas.microsoft.com/office/drawing/2014/main" id="{E009C93B-1E91-2729-0D6D-102D69C3BF88}"/>
              </a:ext>
            </a:extLst>
          </p:cNvPr>
          <p:cNvCxnSpPr/>
          <p:nvPr/>
        </p:nvCxnSpPr>
        <p:spPr bwMode="auto">
          <a:xfrm>
            <a:off x="18288000" y="569913"/>
            <a:ext cx="0" cy="1143158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4" name="Text Placeholder 3">
            <a:extLst>
              <a:ext uri="{FF2B5EF4-FFF2-40B4-BE49-F238E27FC236}">
                <a16:creationId xmlns:a16="http://schemas.microsoft.com/office/drawing/2014/main" id="{67A9CCCE-DF39-3BAB-0F35-D743DD761B3A}"/>
              </a:ext>
            </a:extLst>
          </p:cNvPr>
          <p:cNvSpPr>
            <a:spLocks noGrp="1"/>
          </p:cNvSpPr>
          <p:nvPr>
            <p:ph type="body" sz="quarter" idx="17"/>
          </p:nvPr>
        </p:nvSpPr>
        <p:spPr/>
        <p:txBody>
          <a:bodyPr/>
          <a:lstStyle/>
          <a:p>
            <a:r>
              <a:rPr lang="en-US" sz="3600" dirty="0">
                <a:solidFill>
                  <a:schemeClr val="accent1"/>
                </a:solidFill>
              </a:rPr>
              <a:t>Conduct qualitative, </a:t>
            </a:r>
            <a:br>
              <a:rPr lang="en-US" sz="3600" dirty="0">
                <a:solidFill>
                  <a:schemeClr val="accent1"/>
                </a:solidFill>
              </a:rPr>
            </a:br>
            <a:r>
              <a:rPr lang="en-US" sz="3600" dirty="0">
                <a:solidFill>
                  <a:schemeClr val="accent1"/>
                </a:solidFill>
              </a:rPr>
              <a:t>one-on-one interviews</a:t>
            </a:r>
          </a:p>
        </p:txBody>
      </p:sp>
      <p:sp>
        <p:nvSpPr>
          <p:cNvPr id="6" name="Text Placeholder 5">
            <a:extLst>
              <a:ext uri="{FF2B5EF4-FFF2-40B4-BE49-F238E27FC236}">
                <a16:creationId xmlns:a16="http://schemas.microsoft.com/office/drawing/2014/main" id="{D81C034C-3694-08F0-0CDE-191D431A51CF}"/>
              </a:ext>
            </a:extLst>
          </p:cNvPr>
          <p:cNvSpPr>
            <a:spLocks noGrp="1"/>
          </p:cNvSpPr>
          <p:nvPr>
            <p:ph type="body" sz="quarter" idx="19"/>
          </p:nvPr>
        </p:nvSpPr>
        <p:spPr/>
        <p:txBody>
          <a:bodyPr/>
          <a:lstStyle/>
          <a:p>
            <a:pPr marL="219456" indent="-219456">
              <a:buFont typeface="IBM Plex Sans Light"/>
              <a:buChar char="−"/>
            </a:pPr>
            <a:r>
              <a:rPr lang="en-US" sz="2400" dirty="0">
                <a:latin typeface="+mn-lt"/>
              </a:rPr>
              <a:t>Enable consistent coverage of major topics while probing important characteristics of each organization’s situation</a:t>
            </a:r>
          </a:p>
          <a:p>
            <a:pPr marL="219456" indent="-219456">
              <a:buFont typeface="IBM Plex Sans Light"/>
              <a:buChar char="−"/>
            </a:pPr>
            <a:r>
              <a:rPr lang="en-US" sz="2400" dirty="0">
                <a:latin typeface="+mn-lt"/>
              </a:rPr>
              <a:t>Complete 20 30-minute Zoom interviews with chief sustainability officers or most senior director plus sustainability executive in organization</a:t>
            </a:r>
          </a:p>
          <a:p>
            <a:pPr marL="219456" indent="-219456">
              <a:buFont typeface="IBM Plex Sans Light"/>
              <a:buChar char="−"/>
            </a:pPr>
            <a:r>
              <a:rPr lang="en-US" sz="2400" dirty="0">
                <a:latin typeface="+mn-lt"/>
              </a:rPr>
              <a:t>Complete 35 interviews with CIOs, CFOs, COOs and CEO</a:t>
            </a:r>
          </a:p>
          <a:p>
            <a:pPr marL="219456" indent="-219456">
              <a:buFont typeface="IBM Plex Sans Light"/>
              <a:buChar char="−"/>
            </a:pPr>
            <a:r>
              <a:rPr lang="en-US" sz="2400" dirty="0">
                <a:latin typeface="+mn-lt"/>
              </a:rPr>
              <a:t>Focus coverage primarily in North America, with some representation </a:t>
            </a:r>
            <a:br>
              <a:rPr lang="en-US" sz="2400" dirty="0">
                <a:latin typeface="+mn-lt"/>
              </a:rPr>
            </a:br>
            <a:r>
              <a:rPr lang="en-US" sz="2400" dirty="0">
                <a:latin typeface="+mn-lt"/>
              </a:rPr>
              <a:t>in UK and Germany</a:t>
            </a:r>
          </a:p>
          <a:p>
            <a:pPr marL="219456" indent="-219456">
              <a:buFont typeface="IBM Plex Sans Light"/>
              <a:buChar char="−"/>
            </a:pPr>
            <a:r>
              <a:rPr lang="en-US" sz="2400" dirty="0">
                <a:latin typeface="+mn-lt"/>
              </a:rPr>
              <a:t>Focus on large and very large enterprises to extent possible, though some midmarket as well</a:t>
            </a:r>
          </a:p>
        </p:txBody>
      </p:sp>
      <p:sp>
        <p:nvSpPr>
          <p:cNvPr id="9" name="Footer Placeholder 8">
            <a:extLst>
              <a:ext uri="{FF2B5EF4-FFF2-40B4-BE49-F238E27FC236}">
                <a16:creationId xmlns:a16="http://schemas.microsoft.com/office/drawing/2014/main" id="{26F77BD6-8F53-AFCC-B005-6A5E46C3BA65}"/>
              </a:ext>
            </a:extLst>
          </p:cNvPr>
          <p:cNvSpPr>
            <a:spLocks noGrp="1"/>
          </p:cNvSpPr>
          <p:nvPr>
            <p:ph type="ftr" sz="quarter" idx="20"/>
          </p:nvPr>
        </p:nvSpPr>
        <p:spPr/>
        <p:txBody>
          <a:bodyPr/>
          <a:lstStyle/>
          <a:p>
            <a:r>
              <a:rPr lang="en-US" dirty="0"/>
              <a:t>Footer</a:t>
            </a:r>
          </a:p>
        </p:txBody>
      </p:sp>
      <p:sp>
        <p:nvSpPr>
          <p:cNvPr id="14" name="Slide Number Placeholder 13">
            <a:extLst>
              <a:ext uri="{FF2B5EF4-FFF2-40B4-BE49-F238E27FC236}">
                <a16:creationId xmlns:a16="http://schemas.microsoft.com/office/drawing/2014/main" id="{52066E3C-7879-00A9-DC46-798D82A2BA9A}"/>
              </a:ext>
            </a:extLst>
          </p:cNvPr>
          <p:cNvSpPr>
            <a:spLocks noGrp="1"/>
          </p:cNvSpPr>
          <p:nvPr>
            <p:ph type="sldNum" sz="quarter" idx="4"/>
          </p:nvPr>
        </p:nvSpPr>
        <p:spPr/>
        <p:txBody>
          <a:bodyPr/>
          <a:lstStyle/>
          <a:p>
            <a:fld id="{86CB4B4D-7CA3-9044-876B-883B54F8677D}" type="slidenum">
              <a:rPr lang="en-US" smtClean="0"/>
              <a:pPr/>
              <a:t>48</a:t>
            </a:fld>
            <a:endParaRPr lang="en-US" dirty="0"/>
          </a:p>
        </p:txBody>
      </p:sp>
    </p:spTree>
    <p:extLst>
      <p:ext uri="{BB962C8B-B14F-4D97-AF65-F5344CB8AC3E}">
        <p14:creationId xmlns:p14="http://schemas.microsoft.com/office/powerpoint/2010/main" val="3662748716"/>
      </p:ext>
    </p:extLst>
  </p:cSld>
  <p:clrMapOvr>
    <a:masterClrMapping/>
  </p:clrMapOvr>
  <p:transition spd="med"/>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descr="Horizontal quarter slide background in blue 10">
            <a:extLst>
              <a:ext uri="{FF2B5EF4-FFF2-40B4-BE49-F238E27FC236}">
                <a16:creationId xmlns:a16="http://schemas.microsoft.com/office/drawing/2014/main" id="{C4E509A7-AE57-67ED-486C-367157B01054}"/>
              </a:ext>
            </a:extLst>
          </p:cNvPr>
          <p:cNvSpPr/>
          <p:nvPr/>
        </p:nvSpPr>
        <p:spPr bwMode="auto">
          <a:xfrm>
            <a:off x="-1" y="0"/>
            <a:ext cx="24387173" cy="3044825"/>
          </a:xfrm>
          <a:prstGeom prst="rect">
            <a:avLst/>
          </a:prstGeom>
          <a:solidFill>
            <a:srgbClr val="E5F6FF"/>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dirty="0">
              <a:ln>
                <a:noFill/>
              </a:ln>
              <a:solidFill>
                <a:schemeClr val="bg1"/>
              </a:solidFill>
              <a:effectLst/>
              <a:latin typeface="+mn-lt"/>
            </a:endParaRPr>
          </a:p>
        </p:txBody>
      </p:sp>
      <p:sp>
        <p:nvSpPr>
          <p:cNvPr id="11" name="Title 2">
            <a:extLst>
              <a:ext uri="{FF2B5EF4-FFF2-40B4-BE49-F238E27FC236}">
                <a16:creationId xmlns:a16="http://schemas.microsoft.com/office/drawing/2014/main" id="{7DEEA111-8A63-69B1-4028-EC022DB9AA5C}"/>
              </a:ext>
            </a:extLst>
          </p:cNvPr>
          <p:cNvSpPr>
            <a:spLocks noGrp="1"/>
          </p:cNvSpPr>
          <p:nvPr>
            <p:ph type="title"/>
          </p:nvPr>
        </p:nvSpPr>
        <p:spPr/>
        <p:txBody>
          <a:bodyPr/>
          <a:lstStyle/>
          <a:p>
            <a:r>
              <a:rPr lang="en-US" sz="3600" dirty="0">
                <a:solidFill>
                  <a:srgbClr val="000000"/>
                </a:solidFill>
                <a:effectLst/>
              </a:rPr>
              <a:t>Client</a:t>
            </a:r>
            <a:r>
              <a:rPr lang="en-US" sz="3600" dirty="0">
                <a:solidFill>
                  <a:srgbClr val="000000"/>
                </a:solidFill>
                <a:effectLst/>
                <a:latin typeface="IBM Plex Sans Light" panose="020B0403050203000203" pitchFamily="34" charset="0"/>
              </a:rPr>
              <a:t> highlights</a:t>
            </a:r>
          </a:p>
        </p:txBody>
      </p:sp>
      <p:sp>
        <p:nvSpPr>
          <p:cNvPr id="18" name="Text Placeholder 6">
            <a:extLst>
              <a:ext uri="{FF2B5EF4-FFF2-40B4-BE49-F238E27FC236}">
                <a16:creationId xmlns:a16="http://schemas.microsoft.com/office/drawing/2014/main" id="{6CF9EC3C-C582-09F3-BFA1-E7B8939E0282}"/>
              </a:ext>
            </a:extLst>
          </p:cNvPr>
          <p:cNvSpPr txBox="1">
            <a:spLocks/>
          </p:cNvSpPr>
          <p:nvPr/>
        </p:nvSpPr>
        <p:spPr>
          <a:xfrm>
            <a:off x="6667500" y="576072"/>
            <a:ext cx="4956175" cy="1525587"/>
          </a:xfrm>
          <a:prstGeom prst="rect">
            <a:avLst/>
          </a:prstGeom>
        </p:spPr>
        <p:txBody>
          <a:bodyPr vert="horz" lIns="0" tIns="0" rIns="0" bIns="0" rtlCol="0" anchor="t"/>
          <a:lstStyle>
            <a:defPPr>
              <a:defRPr lang="en-US"/>
            </a:defPPr>
            <a:lvl1pPr marL="0" algn="l" defTabSz="1829379" rtl="0" eaLnBrk="1" latinLnBrk="0" hangingPunct="1">
              <a:defRPr sz="1600" b="0" i="0" kern="1200">
                <a:solidFill>
                  <a:schemeClr val="tx1"/>
                </a:solidFill>
                <a:latin typeface="IBM Plex Sans" panose="020B0503050203000203" pitchFamily="34" charset="0"/>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pPr>
              <a:lnSpc>
                <a:spcPct val="110000"/>
              </a:lnSpc>
            </a:pPr>
            <a:r>
              <a:rPr lang="en-US" sz="2800" dirty="0">
                <a:solidFill>
                  <a:srgbClr val="000000"/>
                </a:solidFill>
                <a:effectLst/>
                <a:latin typeface="+mn-lt"/>
              </a:rPr>
              <a:t>Manage critical assets to </a:t>
            </a:r>
            <a:br>
              <a:rPr lang="en-US" sz="2800" dirty="0">
                <a:solidFill>
                  <a:srgbClr val="000000"/>
                </a:solidFill>
                <a:effectLst/>
                <a:latin typeface="+mn-lt"/>
              </a:rPr>
            </a:br>
            <a:r>
              <a:rPr lang="en-US" sz="2800" dirty="0">
                <a:solidFill>
                  <a:srgbClr val="000000"/>
                </a:solidFill>
                <a:effectLst/>
                <a:latin typeface="+mn-lt"/>
              </a:rPr>
              <a:t>optimize performance and </a:t>
            </a:r>
            <a:br>
              <a:rPr lang="en-US" sz="2800" dirty="0">
                <a:solidFill>
                  <a:srgbClr val="000000"/>
                </a:solidFill>
                <a:effectLst/>
                <a:latin typeface="+mn-lt"/>
              </a:rPr>
            </a:br>
            <a:r>
              <a:rPr lang="en-US" sz="2800" dirty="0">
                <a:solidFill>
                  <a:srgbClr val="000000"/>
                </a:solidFill>
                <a:effectLst/>
                <a:latin typeface="+mn-lt"/>
              </a:rPr>
              <a:t>reduce operational downtime</a:t>
            </a:r>
          </a:p>
        </p:txBody>
      </p:sp>
      <p:sp>
        <p:nvSpPr>
          <p:cNvPr id="19" name="Text Placeholder 7">
            <a:extLst>
              <a:ext uri="{FF2B5EF4-FFF2-40B4-BE49-F238E27FC236}">
                <a16:creationId xmlns:a16="http://schemas.microsoft.com/office/drawing/2014/main" id="{07E9213C-8C8A-2467-49BA-1A178C9C3F37}"/>
              </a:ext>
            </a:extLst>
          </p:cNvPr>
          <p:cNvSpPr txBox="1">
            <a:spLocks/>
          </p:cNvSpPr>
          <p:nvPr/>
        </p:nvSpPr>
        <p:spPr>
          <a:xfrm>
            <a:off x="576072" y="4576571"/>
            <a:ext cx="5238880" cy="761860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lvl1pPr marL="0" marR="0" indent="0" algn="l" defTabSz="2438400" rtl="0" eaLnBrk="1" latinLnBrk="0" hangingPunct="1">
              <a:lnSpc>
                <a:spcPct val="110000"/>
              </a:lnSpc>
              <a:spcBef>
                <a:spcPts val="0"/>
              </a:spcBef>
              <a:spcAft>
                <a:spcPts val="0"/>
              </a:spcAft>
              <a:buClrTx/>
              <a:buSzTx/>
              <a:buFontTx/>
              <a:buNone/>
              <a:tabLst/>
              <a:defRPr sz="2000" b="0" i="0" u="none" strike="noStrike" cap="none" spc="0" baseline="0">
                <a:solidFill>
                  <a:schemeClr val="tx1"/>
                </a:solidFill>
                <a:uFillTx/>
                <a:latin typeface="IBM Plex Sans" panose="020B0503050203000203" pitchFamily="34" charset="0"/>
                <a:ea typeface="+mj-ea"/>
                <a:cs typeface="+mj-cs"/>
                <a:sym typeface="IBM Plex Sans Light"/>
              </a:defRPr>
            </a:lvl1pPr>
            <a:lvl2pPr marL="182880" marR="0" indent="-182880" algn="l" defTabSz="2438400" rtl="0" eaLnBrk="1" latinLnBrk="0" hangingPunct="1">
              <a:lnSpc>
                <a:spcPct val="110000"/>
              </a:lnSpc>
              <a:spcBef>
                <a:spcPts val="0"/>
              </a:spcBef>
              <a:spcAft>
                <a:spcPts val="0"/>
              </a:spcAft>
              <a:buClrTx/>
              <a:buSzPct val="100000"/>
              <a:buFontTx/>
              <a:buChar char="–"/>
              <a:tabLst/>
              <a:defRPr sz="2000" b="0" i="0" u="none" strike="noStrike" cap="none" spc="0" baseline="0">
                <a:solidFill>
                  <a:schemeClr val="tx1"/>
                </a:solidFill>
                <a:uFillTx/>
                <a:latin typeface="IBM Plex Sans" panose="020B0503050203000203" pitchFamily="34" charset="0"/>
                <a:ea typeface="+mj-ea"/>
                <a:cs typeface="+mj-cs"/>
                <a:sym typeface="IBM Plex Sans Light"/>
              </a:defRPr>
            </a:lvl2pPr>
            <a:lvl3pPr marL="365760" marR="0" indent="-182880" algn="l" defTabSz="2438400" rtl="0" eaLnBrk="1" latinLnBrk="0" hangingPunct="1">
              <a:lnSpc>
                <a:spcPct val="110000"/>
              </a:lnSpc>
              <a:spcBef>
                <a:spcPts val="0"/>
              </a:spcBef>
              <a:spcAft>
                <a:spcPts val="0"/>
              </a:spcAft>
              <a:buClrTx/>
              <a:buSzPct val="100000"/>
              <a:buFontTx/>
              <a:buChar char="•"/>
              <a:tabLst/>
              <a:defRPr sz="2000" b="0" i="0" u="none" strike="noStrike" cap="none" spc="0" baseline="0">
                <a:solidFill>
                  <a:schemeClr val="tx1"/>
                </a:solidFill>
                <a:uFillTx/>
                <a:latin typeface="IBM Plex Sans" panose="020B0503050203000203" pitchFamily="34" charset="0"/>
                <a:ea typeface="+mj-ea"/>
                <a:cs typeface="+mj-cs"/>
                <a:sym typeface="IBM Plex Sans Light"/>
              </a:defRPr>
            </a:lvl3pPr>
            <a:lvl4pPr marL="548640" marR="0" indent="-182880" algn="l" defTabSz="2438400" rtl="0" eaLnBrk="1" latinLnBrk="0" hangingPunct="1">
              <a:lnSpc>
                <a:spcPct val="110000"/>
              </a:lnSpc>
              <a:spcBef>
                <a:spcPts val="0"/>
              </a:spcBef>
              <a:spcAft>
                <a:spcPts val="0"/>
              </a:spcAft>
              <a:buClrTx/>
              <a:buSzPct val="100000"/>
              <a:buFontTx/>
              <a:buChar char="–"/>
              <a:tabLst/>
              <a:defRPr sz="2000" b="0" i="0" u="none" strike="noStrike" cap="none" spc="0" baseline="0">
                <a:solidFill>
                  <a:schemeClr val="tx1"/>
                </a:solidFill>
                <a:uFillTx/>
                <a:latin typeface="IBM Plex Sans" panose="020B0503050203000203" pitchFamily="34" charset="0"/>
                <a:ea typeface="+mj-ea"/>
                <a:cs typeface="+mj-cs"/>
                <a:sym typeface="IBM Plex Sans Light"/>
              </a:defRPr>
            </a:lvl4pPr>
            <a:lvl5pPr marL="1143000" marR="0" indent="-457200" algn="l" defTabSz="2438400" rtl="0" eaLnBrk="1" latinLnBrk="0" hangingPunct="1">
              <a:lnSpc>
                <a:spcPct val="110000"/>
              </a:lnSpc>
              <a:spcBef>
                <a:spcPts val="0"/>
              </a:spcBef>
              <a:spcAft>
                <a:spcPts val="0"/>
              </a:spcAft>
              <a:buClrTx/>
              <a:buSzPct val="100000"/>
              <a:buFont typeface="IBM Plex Sans" panose="020B0604020202020204" pitchFamily="34" charset="0"/>
              <a:buChar char="•"/>
              <a:tabLst/>
              <a:defRPr sz="2000" b="0" i="0" u="none" strike="noStrike" cap="none" spc="0" baseline="0">
                <a:solidFill>
                  <a:schemeClr val="tx1"/>
                </a:solidFill>
                <a:uFillTx/>
                <a:latin typeface="IBM Plex Sans" panose="020B0503050203000203" pitchFamily="34" charset="0"/>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r>
              <a:rPr lang="en-US" sz="2800" kern="0" dirty="0">
                <a:latin typeface="IBM Plex Sans Medm" panose="020B0503050203000203" pitchFamily="34" charset="0"/>
              </a:rPr>
              <a:t>The Hub Power </a:t>
            </a:r>
            <a:br>
              <a:rPr lang="en-US" sz="2800" kern="0" dirty="0">
                <a:latin typeface="IBM Plex Sans Medm" panose="020B0503050203000203" pitchFamily="34" charset="0"/>
              </a:rPr>
            </a:br>
            <a:r>
              <a:rPr lang="en-US" sz="2800" kern="0" dirty="0">
                <a:latin typeface="IBM Plex Sans Medm" panose="020B0503050203000203" pitchFamily="34" charset="0"/>
              </a:rPr>
              <a:t>Company Limited</a:t>
            </a:r>
          </a:p>
          <a:p>
            <a:r>
              <a:rPr lang="en-US" sz="2800" kern="0" dirty="0">
                <a:latin typeface="+mn-lt"/>
              </a:rPr>
              <a:t>Improved its specialized health, safety, and environment-related processes to drive greater safety, efficiency, and productivity of its critical assets. Reduced safety incidents by 20%.</a:t>
            </a:r>
          </a:p>
        </p:txBody>
      </p:sp>
      <p:pic>
        <p:nvPicPr>
          <p:cNvPr id="14" name="Picture 13" descr="Photo showing factory with smokestacks ">
            <a:extLst>
              <a:ext uri="{FF2B5EF4-FFF2-40B4-BE49-F238E27FC236}">
                <a16:creationId xmlns:a16="http://schemas.microsoft.com/office/drawing/2014/main" id="{5837CEA1-2CA2-FDC0-6749-55E59DB422D3}"/>
              </a:ext>
            </a:extLst>
          </p:cNvPr>
          <p:cNvPicPr>
            <a:picLocks noChangeAspect="1"/>
          </p:cNvPicPr>
          <p:nvPr/>
        </p:nvPicPr>
        <p:blipFill>
          <a:blip r:embed="rId2"/>
          <a:stretch>
            <a:fillRect/>
          </a:stretch>
        </p:blipFill>
        <p:spPr>
          <a:xfrm>
            <a:off x="6667500" y="4572000"/>
            <a:ext cx="4953000" cy="3721100"/>
          </a:xfrm>
          <a:prstGeom prst="rect">
            <a:avLst/>
          </a:prstGeom>
        </p:spPr>
      </p:pic>
      <p:sp>
        <p:nvSpPr>
          <p:cNvPr id="16" name="Text Placeholder 4">
            <a:extLst>
              <a:ext uri="{FF2B5EF4-FFF2-40B4-BE49-F238E27FC236}">
                <a16:creationId xmlns:a16="http://schemas.microsoft.com/office/drawing/2014/main" id="{36986B10-4871-81AF-CD5F-DC264EC2F1DD}"/>
              </a:ext>
            </a:extLst>
          </p:cNvPr>
          <p:cNvSpPr>
            <a:spLocks noGrp="1"/>
          </p:cNvSpPr>
          <p:nvPr>
            <p:ph type="body" sz="quarter" idx="11"/>
          </p:nvPr>
        </p:nvSpPr>
        <p:spPr>
          <a:xfrm>
            <a:off x="12766675" y="4571999"/>
            <a:ext cx="5243378" cy="7618603"/>
          </a:xfrm>
        </p:spPr>
        <p:txBody>
          <a:bodyPr/>
          <a:lstStyle/>
          <a:p>
            <a:r>
              <a:rPr lang="en-US" sz="2800" dirty="0">
                <a:latin typeface="IBM Plex Sans Medm" panose="020B0503050203000203" pitchFamily="34" charset="0"/>
              </a:rPr>
              <a:t>Metropolitan Atlanta </a:t>
            </a:r>
            <a:br>
              <a:rPr lang="en-US" sz="2800" dirty="0">
                <a:latin typeface="IBM Plex Sans Medm" panose="020B0503050203000203" pitchFamily="34" charset="0"/>
              </a:rPr>
            </a:br>
            <a:r>
              <a:rPr lang="en-US" sz="2800" dirty="0">
                <a:latin typeface="IBM Plex Sans Medm" panose="020B0503050203000203" pitchFamily="34" charset="0"/>
              </a:rPr>
              <a:t>Rapid Transit Authority</a:t>
            </a:r>
          </a:p>
          <a:p>
            <a:r>
              <a:rPr lang="en-US" sz="2800" dirty="0">
                <a:latin typeface="+mn-lt"/>
              </a:rPr>
              <a:t>Predicted asset health to improve asset condition assessment and extend the </a:t>
            </a:r>
            <a:br>
              <a:rPr lang="en-US" sz="2800" dirty="0">
                <a:latin typeface="+mn-lt"/>
              </a:rPr>
            </a:br>
            <a:r>
              <a:rPr lang="en-US" sz="2800" dirty="0">
                <a:latin typeface="+mn-lt"/>
              </a:rPr>
              <a:t>asset lifespan.</a:t>
            </a:r>
            <a:br>
              <a:rPr lang="en-US" sz="2800" dirty="0">
                <a:latin typeface="+mn-lt"/>
              </a:rPr>
            </a:br>
            <a:endParaRPr lang="en-US" sz="2800" dirty="0">
              <a:latin typeface="+mn-lt"/>
            </a:endParaRPr>
          </a:p>
          <a:p>
            <a:r>
              <a:rPr lang="en-US" sz="2800" dirty="0">
                <a:latin typeface="+mn-lt"/>
              </a:rPr>
              <a:t>Provided a centralized view of </a:t>
            </a:r>
            <a:br>
              <a:rPr lang="en-US" sz="2800" dirty="0">
                <a:latin typeface="+mn-lt"/>
              </a:rPr>
            </a:br>
            <a:r>
              <a:rPr lang="en-US" sz="2800" dirty="0">
                <a:latin typeface="+mn-lt"/>
              </a:rPr>
              <a:t>asset performance, upping safety and efficiencies. Achieved ISO 15000 certification.</a:t>
            </a:r>
          </a:p>
        </p:txBody>
      </p:sp>
      <p:pic>
        <p:nvPicPr>
          <p:cNvPr id="15" name="Picture 14" descr="Photo showing Metropolitan Atlanta Rapid Transit Authority logo on side of train">
            <a:extLst>
              <a:ext uri="{FF2B5EF4-FFF2-40B4-BE49-F238E27FC236}">
                <a16:creationId xmlns:a16="http://schemas.microsoft.com/office/drawing/2014/main" id="{E8862104-9E2D-A5F0-D953-9FA9992D98A5}"/>
              </a:ext>
            </a:extLst>
          </p:cNvPr>
          <p:cNvPicPr>
            <a:picLocks noChangeAspect="1"/>
          </p:cNvPicPr>
          <p:nvPr/>
        </p:nvPicPr>
        <p:blipFill>
          <a:blip r:embed="rId3"/>
          <a:stretch>
            <a:fillRect/>
          </a:stretch>
        </p:blipFill>
        <p:spPr>
          <a:xfrm>
            <a:off x="18859500" y="4572000"/>
            <a:ext cx="4953000" cy="3721100"/>
          </a:xfrm>
          <a:prstGeom prst="rect">
            <a:avLst/>
          </a:prstGeom>
        </p:spPr>
      </p:pic>
      <p:sp>
        <p:nvSpPr>
          <p:cNvPr id="9" name="Footer Placeholder 8">
            <a:extLst>
              <a:ext uri="{FF2B5EF4-FFF2-40B4-BE49-F238E27FC236}">
                <a16:creationId xmlns:a16="http://schemas.microsoft.com/office/drawing/2014/main" id="{21D93231-C096-F4F2-1A13-919C4BD66D7A}"/>
              </a:ext>
            </a:extLst>
          </p:cNvPr>
          <p:cNvSpPr>
            <a:spLocks noGrp="1"/>
          </p:cNvSpPr>
          <p:nvPr>
            <p:ph type="ftr" sz="quarter" idx="18"/>
          </p:nvPr>
        </p:nvSpPr>
        <p:spPr/>
        <p:txBody>
          <a:bodyPr/>
          <a:lstStyle/>
          <a:p>
            <a:r>
              <a:rPr lang="en-US" dirty="0"/>
              <a:t>Footer</a:t>
            </a:r>
          </a:p>
        </p:txBody>
      </p:sp>
      <p:cxnSp>
        <p:nvCxnSpPr>
          <p:cNvPr id="10" name="Straight Connector 9" descr="Vertical column divider">
            <a:extLst>
              <a:ext uri="{FF2B5EF4-FFF2-40B4-BE49-F238E27FC236}">
                <a16:creationId xmlns:a16="http://schemas.microsoft.com/office/drawing/2014/main" id="{3905F8CA-96F1-8A3D-1263-D08858CB25C9}"/>
              </a:ext>
            </a:extLst>
          </p:cNvPr>
          <p:cNvCxnSpPr>
            <a:cxnSpLocks/>
          </p:cNvCxnSpPr>
          <p:nvPr/>
        </p:nvCxnSpPr>
        <p:spPr bwMode="auto">
          <a:xfrm>
            <a:off x="12192127" y="4572000"/>
            <a:ext cx="0" cy="7623175"/>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21" name="Slide Number Placeholder 20">
            <a:extLst>
              <a:ext uri="{FF2B5EF4-FFF2-40B4-BE49-F238E27FC236}">
                <a16:creationId xmlns:a16="http://schemas.microsoft.com/office/drawing/2014/main" id="{F90BD393-ADDF-9464-DBBF-E1D151AED906}"/>
              </a:ext>
            </a:extLst>
          </p:cNvPr>
          <p:cNvSpPr>
            <a:spLocks noGrp="1"/>
          </p:cNvSpPr>
          <p:nvPr>
            <p:ph type="sldNum" sz="quarter" idx="4"/>
          </p:nvPr>
        </p:nvSpPr>
        <p:spPr/>
        <p:txBody>
          <a:bodyPr/>
          <a:lstStyle/>
          <a:p>
            <a:fld id="{86CB4B4D-7CA3-9044-876B-883B54F8677D}" type="slidenum">
              <a:rPr lang="en-US" smtClean="0"/>
              <a:pPr/>
              <a:t>49</a:t>
            </a:fld>
            <a:endParaRPr lang="en-US" dirty="0"/>
          </a:p>
        </p:txBody>
      </p:sp>
    </p:spTree>
    <p:extLst>
      <p:ext uri="{BB962C8B-B14F-4D97-AF65-F5344CB8AC3E}">
        <p14:creationId xmlns:p14="http://schemas.microsoft.com/office/powerpoint/2010/main" val="3665009469"/>
      </p:ext>
    </p:extLst>
  </p:cSld>
  <p:clrMapOvr>
    <a:masterClrMapping/>
  </p:clrMapOvr>
  <p:transition spd="med"/>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438B3043-13F7-78AC-1F73-485A5DE40BB3}"/>
              </a:ext>
            </a:extLst>
          </p:cNvPr>
          <p:cNvSpPr>
            <a:spLocks noGrp="1"/>
          </p:cNvSpPr>
          <p:nvPr>
            <p:ph type="title"/>
          </p:nvPr>
        </p:nvSpPr>
        <p:spPr/>
        <p:txBody>
          <a:bodyPr/>
          <a:lstStyle/>
          <a:p>
            <a:r>
              <a:rPr lang="en-US" altLang="zh-CN" kern="1200" dirty="0">
                <a:solidFill>
                  <a:srgbClr val="000000">
                    <a:lumMod val="95000"/>
                    <a:lumOff val="5000"/>
                  </a:srgbClr>
                </a:solidFill>
              </a:rPr>
              <a:t>Challenges</a:t>
            </a:r>
            <a:endParaRPr lang="en-RO"/>
          </a:p>
        </p:txBody>
      </p:sp>
      <p:sp>
        <p:nvSpPr>
          <p:cNvPr id="3" name="Text Placeholder 2">
            <a:extLst>
              <a:ext uri="{FF2B5EF4-FFF2-40B4-BE49-F238E27FC236}">
                <a16:creationId xmlns:a16="http://schemas.microsoft.com/office/drawing/2014/main" id="{CF466038-7835-3136-E26B-E278D017CA60}"/>
              </a:ext>
            </a:extLst>
          </p:cNvPr>
          <p:cNvSpPr>
            <a:spLocks noGrp="1"/>
          </p:cNvSpPr>
          <p:nvPr>
            <p:ph type="body" sz="quarter" idx="15"/>
          </p:nvPr>
        </p:nvSpPr>
        <p:spPr/>
        <p:txBody>
          <a:bodyPr/>
          <a:lstStyle/>
          <a:p>
            <a:r>
              <a:rPr lang="en-RO">
                <a:solidFill>
                  <a:schemeClr val="accent1"/>
                </a:solidFill>
              </a:rPr>
              <a:t>01</a:t>
            </a:r>
          </a:p>
        </p:txBody>
      </p:sp>
      <p:sp>
        <p:nvSpPr>
          <p:cNvPr id="13" name="Text Placeholder 12">
            <a:extLst>
              <a:ext uri="{FF2B5EF4-FFF2-40B4-BE49-F238E27FC236}">
                <a16:creationId xmlns:a16="http://schemas.microsoft.com/office/drawing/2014/main" id="{38A95303-E122-7097-79F1-000DFFEEEC9F}"/>
              </a:ext>
            </a:extLst>
          </p:cNvPr>
          <p:cNvSpPr>
            <a:spLocks noGrp="1"/>
          </p:cNvSpPr>
          <p:nvPr>
            <p:ph type="body" sz="quarter" idx="12"/>
          </p:nvPr>
        </p:nvSpPr>
        <p:spPr/>
        <p:txBody>
          <a:bodyPr/>
          <a:lstStyle/>
          <a:p>
            <a:r>
              <a:rPr lang="en-GB" dirty="0">
                <a:latin typeface="IBM Plex Sans Medm" panose="020B0503050203000203" pitchFamily="34" charset="0"/>
              </a:rPr>
              <a:t>Chapter 2 requirements</a:t>
            </a:r>
          </a:p>
          <a:p>
            <a:r>
              <a:rPr lang="en-GB" dirty="0">
                <a:latin typeface="+mn-lt"/>
              </a:rPr>
              <a:t>Mission-critical middleware, databases and existing apps make up ~60% of the opportunity; bulk of growth will be funded through digital acceleration (80%)</a:t>
            </a:r>
          </a:p>
          <a:p>
            <a:endParaRPr lang="en-GB" dirty="0">
              <a:latin typeface="+mn-lt"/>
            </a:endParaRPr>
          </a:p>
          <a:p>
            <a:r>
              <a:rPr lang="en-GB" dirty="0">
                <a:latin typeface="+mn-lt"/>
              </a:rPr>
              <a:t>Containerization to increase substantially: ~45%–50% rewrites and ~65% net new.</a:t>
            </a:r>
          </a:p>
        </p:txBody>
      </p:sp>
      <p:sp>
        <p:nvSpPr>
          <p:cNvPr id="19" name="Text Placeholder 18">
            <a:extLst>
              <a:ext uri="{FF2B5EF4-FFF2-40B4-BE49-F238E27FC236}">
                <a16:creationId xmlns:a16="http://schemas.microsoft.com/office/drawing/2014/main" id="{35B979FB-B77F-43BA-CBC1-99745DB44217}"/>
              </a:ext>
            </a:extLst>
          </p:cNvPr>
          <p:cNvSpPr>
            <a:spLocks noGrp="1"/>
          </p:cNvSpPr>
          <p:nvPr>
            <p:ph type="body" sz="quarter" idx="13"/>
          </p:nvPr>
        </p:nvSpPr>
        <p:spPr/>
        <p:txBody>
          <a:bodyPr/>
          <a:lstStyle/>
          <a:p>
            <a:r>
              <a:rPr lang="en-GB" dirty="0">
                <a:latin typeface="IBM Plex Sans Medm" panose="020B0503050203000203" pitchFamily="34" charset="0"/>
              </a:rPr>
              <a:t>Our actions</a:t>
            </a:r>
          </a:p>
          <a:p>
            <a:r>
              <a:rPr lang="en-GB" dirty="0">
                <a:latin typeface="+mn-lt"/>
              </a:rPr>
              <a:t>In 2021, we introduced hybrid cloud journeys to capture Chapter 2 workloads on the Red Hat® OpenShift® platform: middleware, databases and Microsoft applications.</a:t>
            </a:r>
          </a:p>
          <a:p>
            <a:endParaRPr lang="en-GB" dirty="0">
              <a:latin typeface="+mn-lt"/>
            </a:endParaRPr>
          </a:p>
          <a:p>
            <a:r>
              <a:rPr lang="en-GB" dirty="0">
                <a:latin typeface="+mn-lt"/>
              </a:rPr>
              <a:t>Now we’re expanding hybrid cloud journeys to support migrations and app modernization, and to build on IBM Cloud, Microsoft Azure, Amazon Web Services (AWS) and Google Cloud Platform (GCP).</a:t>
            </a:r>
          </a:p>
          <a:p>
            <a:endParaRPr lang="en-GB" dirty="0">
              <a:latin typeface="+mn-lt"/>
            </a:endParaRPr>
          </a:p>
          <a:p>
            <a:r>
              <a:rPr lang="en-GB" dirty="0">
                <a:latin typeface="+mn-lt"/>
              </a:rPr>
              <a:t>We are also strengthening capabilities to accelerate existing mainframe modernization.</a:t>
            </a:r>
          </a:p>
          <a:p>
            <a:endParaRPr lang="en-GB" dirty="0">
              <a:latin typeface="+mn-lt"/>
            </a:endParaRPr>
          </a:p>
          <a:p>
            <a:endParaRPr lang="en-RO">
              <a:latin typeface="+mn-lt"/>
            </a:endParaRPr>
          </a:p>
        </p:txBody>
      </p:sp>
      <p:sp>
        <p:nvSpPr>
          <p:cNvPr id="35" name="Footer Placeholder 3">
            <a:extLst>
              <a:ext uri="{FF2B5EF4-FFF2-40B4-BE49-F238E27FC236}">
                <a16:creationId xmlns:a16="http://schemas.microsoft.com/office/drawing/2014/main" id="{0E228955-E819-5A64-5C86-AFB181B64141}"/>
              </a:ext>
            </a:extLst>
          </p:cNvPr>
          <p:cNvSpPr>
            <a:spLocks noGrp="1"/>
          </p:cNvSpPr>
          <p:nvPr>
            <p:ph type="ftr" sz="quarter" idx="16"/>
          </p:nvPr>
        </p:nvSpPr>
        <p:spPr>
          <a:xfrm>
            <a:off x="568324" y="12804235"/>
            <a:ext cx="4956176" cy="381000"/>
          </a:xfrm>
          <a:prstGeom prst="rect">
            <a:avLst/>
          </a:prstGeom>
        </p:spPr>
        <p:txBody>
          <a:bodyPr vert="horz" lIns="0" tIns="0" rIns="0" bIns="0" rtlCol="0" anchor="b"/>
          <a:lstStyle>
            <a:defPPr>
              <a:defRPr lang="en-US"/>
            </a:defPPr>
            <a:lvl1pPr marL="0" algn="l" defTabSz="1829379" rtl="0" eaLnBrk="1" latinLnBrk="0" hangingPunct="1">
              <a:defRPr sz="1600" b="0" i="0" kern="1200">
                <a:solidFill>
                  <a:schemeClr val="tx1"/>
                </a:solidFill>
                <a:latin typeface="IBM Plex Sans" panose="020B0503050203000203" pitchFamily="34" charset="0"/>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r>
              <a:rPr lang="en-US" dirty="0"/>
              <a:t>Footer</a:t>
            </a:r>
          </a:p>
        </p:txBody>
      </p:sp>
      <p:cxnSp>
        <p:nvCxnSpPr>
          <p:cNvPr id="10" name="Straight Connector 9" descr="Vertical column divider">
            <a:extLst>
              <a:ext uri="{FF2B5EF4-FFF2-40B4-BE49-F238E27FC236}">
                <a16:creationId xmlns:a16="http://schemas.microsoft.com/office/drawing/2014/main" id="{003D1CD4-873F-6D67-1E37-0BC4F0B1432B}"/>
              </a:ext>
            </a:extLst>
          </p:cNvPr>
          <p:cNvCxnSpPr>
            <a:cxnSpLocks/>
          </p:cNvCxnSpPr>
          <p:nvPr/>
        </p:nvCxnSpPr>
        <p:spPr bwMode="auto">
          <a:xfrm>
            <a:off x="12192127" y="570103"/>
            <a:ext cx="0" cy="1162507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4" name="Slide Number Placeholder 13">
            <a:extLst>
              <a:ext uri="{FF2B5EF4-FFF2-40B4-BE49-F238E27FC236}">
                <a16:creationId xmlns:a16="http://schemas.microsoft.com/office/drawing/2014/main" id="{08E1FD76-FC9D-4A4A-C7BB-BFD899AB9F02}"/>
              </a:ext>
            </a:extLst>
          </p:cNvPr>
          <p:cNvSpPr>
            <a:spLocks noGrp="1"/>
          </p:cNvSpPr>
          <p:nvPr>
            <p:ph type="sldNum" sz="quarter" idx="4"/>
          </p:nvPr>
        </p:nvSpPr>
        <p:spPr/>
        <p:txBody>
          <a:bodyPr/>
          <a:lstStyle/>
          <a:p>
            <a:fld id="{86CB4B4D-7CA3-9044-876B-883B54F8677D}" type="slidenum">
              <a:rPr lang="en-US" smtClean="0"/>
              <a:pPr/>
              <a:t>50</a:t>
            </a:fld>
            <a:endParaRPr lang="en-US" dirty="0"/>
          </a:p>
        </p:txBody>
      </p:sp>
    </p:spTree>
    <p:extLst>
      <p:ext uri="{BB962C8B-B14F-4D97-AF65-F5344CB8AC3E}">
        <p14:creationId xmlns:p14="http://schemas.microsoft.com/office/powerpoint/2010/main" val="151472963"/>
      </p:ext>
    </p:extLst>
  </p:cSld>
  <p:clrMapOvr>
    <a:masterClrMapping/>
  </p:clrMapOvr>
  <p:transition spd="med"/>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62C6EF-4994-3BD2-4D37-26B13DD1C1F3}"/>
              </a:ext>
            </a:extLst>
          </p:cNvPr>
          <p:cNvSpPr>
            <a:spLocks noGrp="1"/>
          </p:cNvSpPr>
          <p:nvPr>
            <p:ph type="title"/>
          </p:nvPr>
        </p:nvSpPr>
        <p:spPr>
          <a:xfrm>
            <a:off x="576072" y="384048"/>
            <a:ext cx="8555254" cy="1141412"/>
          </a:xfrm>
        </p:spPr>
        <p:txBody>
          <a:bodyPr/>
          <a:lstStyle/>
          <a:p>
            <a:r>
              <a:rPr lang="en-US" dirty="0"/>
              <a:t>Discussion guide</a:t>
            </a:r>
          </a:p>
        </p:txBody>
      </p:sp>
      <p:pic>
        <p:nvPicPr>
          <p:cNvPr id="5" name="Picture 4" descr="Photo showing man riding bicycle across pedestrian bridge superimposed over arial view of bridge over water">
            <a:extLst>
              <a:ext uri="{FF2B5EF4-FFF2-40B4-BE49-F238E27FC236}">
                <a16:creationId xmlns:a16="http://schemas.microsoft.com/office/drawing/2014/main" id="{D20E08EF-9DDF-E1E6-F0CE-699D8905C818}"/>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574674" y="3625850"/>
            <a:ext cx="8569325" cy="8569325"/>
          </a:xfrm>
          <a:prstGeom prst="rect">
            <a:avLst/>
          </a:prstGeom>
        </p:spPr>
      </p:pic>
      <p:sp>
        <p:nvSpPr>
          <p:cNvPr id="14" name="Text Placeholder 3">
            <a:extLst>
              <a:ext uri="{FF2B5EF4-FFF2-40B4-BE49-F238E27FC236}">
                <a16:creationId xmlns:a16="http://schemas.microsoft.com/office/drawing/2014/main" id="{C13A536F-5C4B-1DC3-A830-DB35CBB3EF3D}"/>
              </a:ext>
            </a:extLst>
          </p:cNvPr>
          <p:cNvSpPr txBox="1">
            <a:spLocks/>
          </p:cNvSpPr>
          <p:nvPr/>
        </p:nvSpPr>
        <p:spPr>
          <a:xfrm>
            <a:off x="12763500" y="576072"/>
            <a:ext cx="10096500" cy="85725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lvl1pPr marL="0" marR="0" indent="0" algn="l" defTabSz="2438400" rtl="0" eaLnBrk="1" latinLnBrk="0" hangingPunct="1">
              <a:lnSpc>
                <a:spcPct val="110000"/>
              </a:lnSpc>
              <a:spcBef>
                <a:spcPts val="0"/>
              </a:spcBef>
              <a:spcAft>
                <a:spcPts val="0"/>
              </a:spcAft>
              <a:buClrTx/>
              <a:buSzTx/>
              <a:buFontTx/>
              <a:buNone/>
              <a:tabLst/>
              <a:defRPr sz="3600" b="0" i="0" u="none" strike="noStrike" cap="none" spc="0" baseline="0">
                <a:solidFill>
                  <a:schemeClr val="tx1"/>
                </a:solidFill>
                <a:uFillTx/>
                <a:latin typeface="+mj-lt"/>
                <a:ea typeface="+mj-ea"/>
                <a:cs typeface="+mj-cs"/>
                <a:sym typeface="IBM Plex Sans Light"/>
              </a:defRPr>
            </a:lvl1pPr>
            <a:lvl2pPr marL="329184"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2pPr>
            <a:lvl3pPr marL="658368"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3pPr>
            <a:lvl4pPr marL="987552"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4pPr>
            <a:lvl5pPr marL="1143000" marR="0" indent="-457200" algn="l" defTabSz="2438400" rtl="0" eaLnBrk="1" latinLnBrk="0" hangingPunct="1">
              <a:lnSpc>
                <a:spcPct val="110000"/>
              </a:lnSpc>
              <a:spcBef>
                <a:spcPts val="2900"/>
              </a:spcBef>
              <a:spcAft>
                <a:spcPts val="0"/>
              </a:spcAft>
              <a:buClrTx/>
              <a:buSzPct val="100000"/>
              <a:buFont typeface="IBM Plex Sans" panose="020B0604020202020204" pitchFamily="34" charset="0"/>
              <a:buChar char="•"/>
              <a:tabLst/>
              <a:defRPr sz="3600" b="0" i="0" u="none" strike="noStrike" cap="none" spc="0" baseline="0">
                <a:solidFill>
                  <a:srgbClr val="000000"/>
                </a:solidFill>
                <a:uFillTx/>
                <a:latin typeface="+mj-lt"/>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pPr defTabSz="457206">
              <a:tabLst>
                <a:tab pos="3940224" algn="dec"/>
              </a:tabLst>
            </a:pPr>
            <a:r>
              <a:rPr lang="en-US" kern="1200" dirty="0">
                <a:ea typeface="IBM Plex Sans" charset="0"/>
                <a:cs typeface="IBM Plex Sans" charset="0"/>
              </a:rPr>
              <a:t>Key elements of cloud migrations</a:t>
            </a:r>
          </a:p>
          <a:p>
            <a:pPr defTabSz="457206">
              <a:tabLst>
                <a:tab pos="3940224" algn="dec"/>
              </a:tabLst>
            </a:pPr>
            <a:endParaRPr lang="en-US" kern="1200" dirty="0">
              <a:ea typeface="IBM Plex Sans" charset="0"/>
              <a:cs typeface="IBM Plex Sans" charset="0"/>
            </a:endParaRPr>
          </a:p>
          <a:p>
            <a:pPr defTabSz="457206">
              <a:tabLst>
                <a:tab pos="3940224" algn="dec"/>
              </a:tabLst>
            </a:pPr>
            <a:r>
              <a:rPr lang="en-US" kern="1200" dirty="0">
                <a:ea typeface="IBM Plex Sans" charset="0"/>
                <a:cs typeface="IBM Plex Sans" charset="0"/>
              </a:rPr>
              <a:t>IBM and Microsoft Azure partnership</a:t>
            </a:r>
          </a:p>
          <a:p>
            <a:pPr defTabSz="457206">
              <a:tabLst>
                <a:tab pos="3940224" algn="dec"/>
              </a:tabLst>
            </a:pPr>
            <a:endParaRPr lang="en-US" kern="1200" dirty="0">
              <a:ea typeface="IBM Plex Sans" charset="0"/>
              <a:cs typeface="IBM Plex Sans" charset="0"/>
            </a:endParaRPr>
          </a:p>
          <a:p>
            <a:pPr defTabSz="457206">
              <a:tabLst>
                <a:tab pos="3940224" algn="dec"/>
              </a:tabLst>
            </a:pPr>
            <a:r>
              <a:rPr lang="en-US" kern="1200" dirty="0">
                <a:ea typeface="IBM Plex Sans" charset="0"/>
                <a:cs typeface="IBM Plex Sans" charset="0"/>
              </a:rPr>
              <a:t>Case overviews </a:t>
            </a:r>
          </a:p>
          <a:p>
            <a:pPr defTabSz="457206">
              <a:tabLst>
                <a:tab pos="3940224" algn="dec"/>
              </a:tabLst>
            </a:pPr>
            <a:endParaRPr lang="en-US" kern="1200" dirty="0">
              <a:ea typeface="IBM Plex Sans" charset="0"/>
              <a:cs typeface="IBM Plex Sans" charset="0"/>
            </a:endParaRPr>
          </a:p>
          <a:p>
            <a:pPr defTabSz="457206">
              <a:tabLst>
                <a:tab pos="3940224" algn="dec"/>
              </a:tabLst>
            </a:pPr>
            <a:r>
              <a:rPr lang="en-US" kern="1200" dirty="0">
                <a:ea typeface="IBM Plex Sans" charset="0"/>
                <a:cs typeface="IBM Plex Sans" charset="0"/>
              </a:rPr>
              <a:t>Our assets and accelerators</a:t>
            </a:r>
          </a:p>
          <a:p>
            <a:pPr defTabSz="457206">
              <a:tabLst>
                <a:tab pos="3940224" algn="dec"/>
              </a:tabLst>
            </a:pPr>
            <a:endParaRPr lang="en-US" kern="1200" dirty="0">
              <a:ea typeface="IBM Plex Sans" charset="0"/>
              <a:cs typeface="IBM Plex Sans" charset="0"/>
            </a:endParaRPr>
          </a:p>
          <a:p>
            <a:pPr defTabSz="457206">
              <a:tabLst>
                <a:tab pos="3940224" algn="dec"/>
              </a:tabLst>
            </a:pPr>
            <a:r>
              <a:rPr lang="en-US" kern="1200" dirty="0">
                <a:ea typeface="IBM Plex Sans" charset="0"/>
                <a:cs typeface="IBM Plex Sans" charset="0"/>
              </a:rPr>
              <a:t>Path forward</a:t>
            </a:r>
          </a:p>
        </p:txBody>
      </p:sp>
      <p:sp>
        <p:nvSpPr>
          <p:cNvPr id="6" name="Footer Placeholder 5">
            <a:extLst>
              <a:ext uri="{FF2B5EF4-FFF2-40B4-BE49-F238E27FC236}">
                <a16:creationId xmlns:a16="http://schemas.microsoft.com/office/drawing/2014/main" id="{548F6680-B0BB-5A97-B568-F48C2A177F3E}"/>
              </a:ext>
            </a:extLst>
          </p:cNvPr>
          <p:cNvSpPr>
            <a:spLocks noGrp="1"/>
          </p:cNvSpPr>
          <p:nvPr>
            <p:ph type="ftr" sz="quarter" idx="16"/>
          </p:nvPr>
        </p:nvSpPr>
        <p:spPr>
          <a:xfrm>
            <a:off x="568324" y="12804235"/>
            <a:ext cx="4956176" cy="381000"/>
          </a:xfrm>
          <a:prstGeom prst="rect">
            <a:avLst/>
          </a:prstGeom>
        </p:spPr>
        <p:txBody>
          <a:bodyPr vert="horz" lIns="0" tIns="0" rIns="0" bIns="0" rtlCol="0" anchor="b"/>
          <a:lstStyle>
            <a:defPPr>
              <a:defRPr lang="en-US"/>
            </a:defPPr>
            <a:lvl1pPr marL="0" algn="l" defTabSz="1829379" rtl="0" eaLnBrk="1" latinLnBrk="0" hangingPunct="1">
              <a:defRPr sz="1600" b="0" i="0" kern="1200">
                <a:solidFill>
                  <a:schemeClr val="tx1"/>
                </a:solidFill>
                <a:latin typeface="IBM Plex Sans" panose="020B0503050203000203" pitchFamily="34" charset="0"/>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r>
              <a:rPr lang="en-US" dirty="0"/>
              <a:t>Footer</a:t>
            </a:r>
          </a:p>
        </p:txBody>
      </p:sp>
      <p:cxnSp>
        <p:nvCxnSpPr>
          <p:cNvPr id="9" name="Straight Connector 8" descr="Vertical column divider">
            <a:extLst>
              <a:ext uri="{FF2B5EF4-FFF2-40B4-BE49-F238E27FC236}">
                <a16:creationId xmlns:a16="http://schemas.microsoft.com/office/drawing/2014/main" id="{723DACEC-C4E8-1BB9-1AB9-FB56B49B5007}"/>
              </a:ext>
            </a:extLst>
          </p:cNvPr>
          <p:cNvCxnSpPr>
            <a:cxnSpLocks/>
          </p:cNvCxnSpPr>
          <p:nvPr/>
        </p:nvCxnSpPr>
        <p:spPr bwMode="auto">
          <a:xfrm>
            <a:off x="12192127" y="570103"/>
            <a:ext cx="0" cy="1162507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1" name="Slide Number Placeholder 10">
            <a:extLst>
              <a:ext uri="{FF2B5EF4-FFF2-40B4-BE49-F238E27FC236}">
                <a16:creationId xmlns:a16="http://schemas.microsoft.com/office/drawing/2014/main" id="{6CEBD4CE-EAF7-8456-D3F3-27828A5054CB}"/>
              </a:ext>
            </a:extLst>
          </p:cNvPr>
          <p:cNvSpPr>
            <a:spLocks noGrp="1"/>
          </p:cNvSpPr>
          <p:nvPr>
            <p:ph type="sldNum" sz="quarter" idx="4"/>
          </p:nvPr>
        </p:nvSpPr>
        <p:spPr/>
        <p:txBody>
          <a:bodyPr/>
          <a:lstStyle/>
          <a:p>
            <a:fld id="{86CB4B4D-7CA3-9044-876B-883B54F8677D}" type="slidenum">
              <a:rPr lang="en-US" smtClean="0"/>
              <a:pPr/>
              <a:t>51</a:t>
            </a:fld>
            <a:endParaRPr lang="en-US" dirty="0"/>
          </a:p>
        </p:txBody>
      </p:sp>
    </p:spTree>
    <p:extLst>
      <p:ext uri="{BB962C8B-B14F-4D97-AF65-F5344CB8AC3E}">
        <p14:creationId xmlns:p14="http://schemas.microsoft.com/office/powerpoint/2010/main" val="1389437469"/>
      </p:ext>
    </p:extLst>
  </p:cSld>
  <p:clrMapOvr>
    <a:masterClrMapping/>
  </p:clrMapOvr>
  <p:transition spd="med"/>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6D5DFB4-C6F8-CFFA-4572-0B58147391B0}"/>
              </a:ext>
            </a:extLst>
          </p:cNvPr>
          <p:cNvSpPr>
            <a:spLocks noGrp="1"/>
          </p:cNvSpPr>
          <p:nvPr>
            <p:ph type="title"/>
          </p:nvPr>
        </p:nvSpPr>
        <p:spPr>
          <a:xfrm>
            <a:off x="576072" y="384048"/>
            <a:ext cx="11042839" cy="4759452"/>
          </a:xfrm>
        </p:spPr>
        <p:txBody>
          <a:bodyPr/>
          <a:lstStyle/>
          <a:p>
            <a:pPr>
              <a:lnSpc>
                <a:spcPct val="100000"/>
              </a:lnSpc>
            </a:pPr>
            <a:r>
              <a:rPr lang="en-US" sz="8600" dirty="0">
                <a:solidFill>
                  <a:schemeClr val="tx2"/>
                </a:solidFill>
                <a:sym typeface="IBMPlexSans-Light"/>
                <a:rtl val="0"/>
              </a:rPr>
              <a:t>Making cloud </a:t>
            </a:r>
            <a:br>
              <a:rPr lang="en-US" sz="8600" dirty="0">
                <a:solidFill>
                  <a:schemeClr val="tx2"/>
                </a:solidFill>
                <a:sym typeface="IBMPlexSans-Light"/>
                <a:rtl val="0"/>
              </a:rPr>
            </a:br>
            <a:r>
              <a:rPr lang="en-US" sz="8600" dirty="0">
                <a:solidFill>
                  <a:schemeClr val="tx2"/>
                </a:solidFill>
                <a:sym typeface="IBMPlexSans-Light"/>
                <a:rtl val="0"/>
              </a:rPr>
              <a:t>work for regulated industry</a:t>
            </a:r>
            <a:endParaRPr lang="en-RO" sz="8600"/>
          </a:p>
        </p:txBody>
      </p:sp>
      <p:sp>
        <p:nvSpPr>
          <p:cNvPr id="10" name="Text Placeholder 5">
            <a:extLst>
              <a:ext uri="{FF2B5EF4-FFF2-40B4-BE49-F238E27FC236}">
                <a16:creationId xmlns:a16="http://schemas.microsoft.com/office/drawing/2014/main" id="{6EEC1D66-3992-ADE8-91C9-C45436C078E7}"/>
              </a:ext>
            </a:extLst>
          </p:cNvPr>
          <p:cNvSpPr txBox="1">
            <a:spLocks/>
          </p:cNvSpPr>
          <p:nvPr/>
        </p:nvSpPr>
        <p:spPr>
          <a:xfrm>
            <a:off x="12763500" y="6117265"/>
            <a:ext cx="10096500" cy="606176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lvl1pPr marL="0" marR="0" indent="0" algn="l" defTabSz="2438400" rtl="0" eaLnBrk="1" latinLnBrk="0" hangingPunct="1">
              <a:lnSpc>
                <a:spcPct val="110000"/>
              </a:lnSpc>
              <a:spcBef>
                <a:spcPts val="0"/>
              </a:spcBef>
              <a:spcAft>
                <a:spcPts val="0"/>
              </a:spcAft>
              <a:buClrTx/>
              <a:buSzTx/>
              <a:buFontTx/>
              <a:buNone/>
              <a:tabLst/>
              <a:defRPr sz="3600" b="0" i="0" u="none" strike="noStrike" cap="none" spc="0" baseline="0">
                <a:solidFill>
                  <a:schemeClr val="tx1"/>
                </a:solidFill>
                <a:uFillTx/>
                <a:latin typeface="+mj-lt"/>
                <a:ea typeface="+mj-ea"/>
                <a:cs typeface="+mj-cs"/>
                <a:sym typeface="IBM Plex Sans Light"/>
              </a:defRPr>
            </a:lvl1pPr>
            <a:lvl2pPr marL="329184"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2pPr>
            <a:lvl3pPr marL="658368"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3pPr>
            <a:lvl4pPr marL="987552"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4pPr>
            <a:lvl5pPr marL="1143000" marR="0" indent="-457200" algn="l" defTabSz="2438400" rtl="0" eaLnBrk="1" latinLnBrk="0" hangingPunct="1">
              <a:lnSpc>
                <a:spcPct val="110000"/>
              </a:lnSpc>
              <a:spcBef>
                <a:spcPts val="0"/>
              </a:spcBef>
              <a:spcAft>
                <a:spcPts val="0"/>
              </a:spcAft>
              <a:buClrTx/>
              <a:buSzPct val="100000"/>
              <a:buFont typeface="IBM Plex Sans" panose="020B0604020202020204" pitchFamily="34" charset="0"/>
              <a:buChar char="•"/>
              <a:tabLst/>
              <a:defRPr sz="3600" b="0" i="0" u="none" strike="noStrike" cap="none" spc="0" baseline="0">
                <a:solidFill>
                  <a:schemeClr val="tx1"/>
                </a:solidFill>
                <a:uFillTx/>
                <a:latin typeface="+mj-lt"/>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r>
              <a:rPr lang="en-US" kern="0" dirty="0"/>
              <a:t>Stability and resiliency </a:t>
            </a:r>
          </a:p>
          <a:p>
            <a:r>
              <a:rPr lang="en-US" kern="0" dirty="0"/>
              <a:t>Visibility and control of resources, applications</a:t>
            </a:r>
          </a:p>
          <a:p>
            <a:r>
              <a:rPr lang="en-US" kern="0" dirty="0"/>
              <a:t>Isolation and privacy</a:t>
            </a:r>
          </a:p>
          <a:p>
            <a:r>
              <a:rPr lang="en-US" kern="0" dirty="0"/>
              <a:t>Compliance, compliance, compliance</a:t>
            </a:r>
          </a:p>
          <a:p>
            <a:r>
              <a:rPr lang="en-US" kern="0" dirty="0"/>
              <a:t>Security</a:t>
            </a:r>
          </a:p>
          <a:p>
            <a:r>
              <a:rPr lang="en-US" kern="0" dirty="0"/>
              <a:t>Change management</a:t>
            </a:r>
          </a:p>
          <a:p>
            <a:r>
              <a:rPr lang="en-US" kern="0" dirty="0"/>
              <a:t>Data security and privacy </a:t>
            </a:r>
          </a:p>
          <a:p>
            <a:r>
              <a:rPr lang="en-US" kern="0" dirty="0"/>
              <a:t>Data policy and ownership</a:t>
            </a:r>
          </a:p>
          <a:p>
            <a:r>
              <a:rPr lang="en-US" kern="0" dirty="0"/>
              <a:t>Key management (including KYOK)</a:t>
            </a:r>
          </a:p>
          <a:p>
            <a:r>
              <a:rPr lang="en-US" kern="0" dirty="0"/>
              <a:t>Quantum-safe encryption</a:t>
            </a:r>
          </a:p>
        </p:txBody>
      </p:sp>
      <p:sp>
        <p:nvSpPr>
          <p:cNvPr id="2" name="Footer Placeholder 3">
            <a:extLst>
              <a:ext uri="{FF2B5EF4-FFF2-40B4-BE49-F238E27FC236}">
                <a16:creationId xmlns:a16="http://schemas.microsoft.com/office/drawing/2014/main" id="{0FE36F99-68FC-3370-3DEA-C1B9D643998B}"/>
              </a:ext>
            </a:extLst>
          </p:cNvPr>
          <p:cNvSpPr>
            <a:spLocks noGrp="1"/>
          </p:cNvSpPr>
          <p:nvPr>
            <p:ph type="ftr" sz="quarter" idx="13"/>
          </p:nvPr>
        </p:nvSpPr>
        <p:spPr>
          <a:xfrm>
            <a:off x="568324" y="12804235"/>
            <a:ext cx="4956176" cy="381000"/>
          </a:xfrm>
          <a:prstGeom prst="rect">
            <a:avLst/>
          </a:prstGeom>
        </p:spPr>
        <p:txBody>
          <a:bodyPr vert="horz" lIns="0" tIns="0" rIns="0" bIns="0" rtlCol="0" anchor="b"/>
          <a:lstStyle>
            <a:defPPr>
              <a:defRPr lang="en-US"/>
            </a:defPPr>
            <a:lvl1pPr marL="0" algn="l" defTabSz="1829379" rtl="0" eaLnBrk="1" latinLnBrk="0" hangingPunct="1">
              <a:defRPr sz="1600" b="0" i="0" kern="1200">
                <a:solidFill>
                  <a:schemeClr val="tx1"/>
                </a:solidFill>
                <a:latin typeface="IBM Plex Sans" panose="020B0503050203000203" pitchFamily="34" charset="0"/>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r>
              <a:rPr lang="en-US" dirty="0"/>
              <a:t>Footer</a:t>
            </a:r>
          </a:p>
        </p:txBody>
      </p:sp>
      <p:cxnSp>
        <p:nvCxnSpPr>
          <p:cNvPr id="9" name="Straight Connector 8" descr="Vertical column divider">
            <a:extLst>
              <a:ext uri="{FF2B5EF4-FFF2-40B4-BE49-F238E27FC236}">
                <a16:creationId xmlns:a16="http://schemas.microsoft.com/office/drawing/2014/main" id="{C49DA5DB-EA66-3FB0-2B38-A7B470C57386}"/>
              </a:ext>
            </a:extLst>
          </p:cNvPr>
          <p:cNvCxnSpPr>
            <a:cxnSpLocks/>
          </p:cNvCxnSpPr>
          <p:nvPr/>
        </p:nvCxnSpPr>
        <p:spPr bwMode="auto">
          <a:xfrm>
            <a:off x="12192127" y="570103"/>
            <a:ext cx="0" cy="1162507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1" name="Slide Number Placeholder 10">
            <a:extLst>
              <a:ext uri="{FF2B5EF4-FFF2-40B4-BE49-F238E27FC236}">
                <a16:creationId xmlns:a16="http://schemas.microsoft.com/office/drawing/2014/main" id="{25EAE925-1488-927C-3650-A526B720C6A6}"/>
              </a:ext>
            </a:extLst>
          </p:cNvPr>
          <p:cNvSpPr>
            <a:spLocks noGrp="1"/>
          </p:cNvSpPr>
          <p:nvPr>
            <p:ph type="sldNum" sz="quarter" idx="4"/>
          </p:nvPr>
        </p:nvSpPr>
        <p:spPr/>
        <p:txBody>
          <a:bodyPr/>
          <a:lstStyle/>
          <a:p>
            <a:fld id="{86CB4B4D-7CA3-9044-876B-883B54F8677D}" type="slidenum">
              <a:rPr lang="en-US" smtClean="0"/>
              <a:pPr/>
              <a:t>52</a:t>
            </a:fld>
            <a:endParaRPr lang="en-US" dirty="0"/>
          </a:p>
        </p:txBody>
      </p:sp>
    </p:spTree>
    <p:extLst>
      <p:ext uri="{BB962C8B-B14F-4D97-AF65-F5344CB8AC3E}">
        <p14:creationId xmlns:p14="http://schemas.microsoft.com/office/powerpoint/2010/main" val="265268544"/>
      </p:ext>
    </p:extLst>
  </p:cSld>
  <p:clrMapOvr>
    <a:masterClrMapping/>
  </p:clrMapOvr>
  <p:transition spd="med"/>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itle 17">
            <a:extLst>
              <a:ext uri="{FF2B5EF4-FFF2-40B4-BE49-F238E27FC236}">
                <a16:creationId xmlns:a16="http://schemas.microsoft.com/office/drawing/2014/main" id="{6EF38080-2A7D-DD0C-B313-B6CACC84DD67}"/>
              </a:ext>
            </a:extLst>
          </p:cNvPr>
          <p:cNvSpPr>
            <a:spLocks noGrp="1"/>
          </p:cNvSpPr>
          <p:nvPr>
            <p:ph type="title"/>
          </p:nvPr>
        </p:nvSpPr>
        <p:spPr>
          <a:xfrm>
            <a:off x="576072" y="576072"/>
            <a:ext cx="7424927" cy="6281928"/>
          </a:xfrm>
        </p:spPr>
        <p:txBody>
          <a:bodyPr/>
          <a:lstStyle/>
          <a:p>
            <a:r>
              <a:rPr lang="en-US" sz="4400" dirty="0"/>
              <a:t>Organizations that invest in digital experience report three times higher revenue growth for the last two fiscal years (3.6%) compared to other organizations in our survey (1.2%).</a:t>
            </a:r>
            <a:endParaRPr lang="en-US" sz="4400" baseline="30000" dirty="0"/>
          </a:p>
        </p:txBody>
      </p:sp>
      <p:sp>
        <p:nvSpPr>
          <p:cNvPr id="20" name="Text Placeholder 19">
            <a:extLst>
              <a:ext uri="{FF2B5EF4-FFF2-40B4-BE49-F238E27FC236}">
                <a16:creationId xmlns:a16="http://schemas.microsoft.com/office/drawing/2014/main" id="{6DDDE7C9-E966-52A9-BD61-0796BBFC2FB3}"/>
              </a:ext>
            </a:extLst>
          </p:cNvPr>
          <p:cNvSpPr>
            <a:spLocks noGrp="1"/>
          </p:cNvSpPr>
          <p:nvPr>
            <p:ph type="body" sz="quarter" idx="11"/>
          </p:nvPr>
        </p:nvSpPr>
        <p:spPr>
          <a:xfrm>
            <a:off x="12767581" y="4451956"/>
            <a:ext cx="10099675" cy="8572500"/>
          </a:xfrm>
        </p:spPr>
        <p:txBody>
          <a:bodyPr anchor="b"/>
          <a:lstStyle/>
          <a:p>
            <a:pPr>
              <a:lnSpc>
                <a:spcPct val="90000"/>
              </a:lnSpc>
            </a:pPr>
            <a:r>
              <a:rPr lang="en-RO" sz="25800">
                <a:solidFill>
                  <a:schemeClr val="accent1"/>
                </a:solidFill>
                <a:latin typeface="IBM Plex Sans ExtLt" panose="020B0303050203000203" pitchFamily="34" charset="0"/>
              </a:rPr>
              <a:t>3</a:t>
            </a:r>
            <a:r>
              <a:rPr lang="en-US" sz="25800" dirty="0">
                <a:solidFill>
                  <a:schemeClr val="accent1"/>
                </a:solidFill>
                <a:latin typeface="IBM Plex Sans ExtLt" panose="020B0303050203000203" pitchFamily="34" charset="0"/>
              </a:rPr>
              <a:t>x</a:t>
            </a:r>
            <a:endParaRPr lang="en-RO" sz="25800">
              <a:solidFill>
                <a:schemeClr val="accent1"/>
              </a:solidFill>
              <a:latin typeface="IBM Plex Sans ExtLt" panose="020B0303050203000203" pitchFamily="34" charset="0"/>
            </a:endParaRPr>
          </a:p>
        </p:txBody>
      </p:sp>
      <p:sp>
        <p:nvSpPr>
          <p:cNvPr id="24" name="Footer Placeholder 9">
            <a:extLst>
              <a:ext uri="{FF2B5EF4-FFF2-40B4-BE49-F238E27FC236}">
                <a16:creationId xmlns:a16="http://schemas.microsoft.com/office/drawing/2014/main" id="{C1304490-75A8-BB6B-7926-0EC7C90E86AA}"/>
              </a:ext>
            </a:extLst>
          </p:cNvPr>
          <p:cNvSpPr txBox="1">
            <a:spLocks/>
          </p:cNvSpPr>
          <p:nvPr/>
        </p:nvSpPr>
        <p:spPr>
          <a:xfrm>
            <a:off x="568324" y="11862010"/>
            <a:ext cx="8569326" cy="381000"/>
          </a:xfrm>
          <a:prstGeom prst="rect">
            <a:avLst/>
          </a:prstGeom>
        </p:spPr>
        <p:txBody>
          <a:bodyPr vert="horz" lIns="0" tIns="0" rIns="0" bIns="0" rtlCol="0" anchor="b"/>
          <a:lstStyle>
            <a:defPPr>
              <a:defRPr lang="en-US"/>
            </a:defPPr>
            <a:lvl1pPr marL="0" algn="l" defTabSz="1829379" rtl="0" eaLnBrk="1" latinLnBrk="0" hangingPunct="1">
              <a:defRPr sz="1600" b="0" i="0" kern="1200">
                <a:solidFill>
                  <a:schemeClr val="tx1"/>
                </a:solidFill>
                <a:latin typeface="IBM Plex Sans" panose="020B0503050203000203" pitchFamily="34" charset="0"/>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r>
              <a:rPr lang="en-US" dirty="0"/>
              <a:t>Source: add source here</a:t>
            </a:r>
          </a:p>
        </p:txBody>
      </p:sp>
      <p:sp>
        <p:nvSpPr>
          <p:cNvPr id="10" name="Footer Placeholder 9">
            <a:extLst>
              <a:ext uri="{FF2B5EF4-FFF2-40B4-BE49-F238E27FC236}">
                <a16:creationId xmlns:a16="http://schemas.microsoft.com/office/drawing/2014/main" id="{7D679A8F-AC0F-54A7-5994-CA7756D5831A}"/>
              </a:ext>
            </a:extLst>
          </p:cNvPr>
          <p:cNvSpPr>
            <a:spLocks noGrp="1"/>
          </p:cNvSpPr>
          <p:nvPr>
            <p:ph type="ftr" sz="quarter" idx="13"/>
          </p:nvPr>
        </p:nvSpPr>
        <p:spPr>
          <a:xfrm>
            <a:off x="568324" y="12804235"/>
            <a:ext cx="4956176" cy="381000"/>
          </a:xfrm>
          <a:prstGeom prst="rect">
            <a:avLst/>
          </a:prstGeom>
        </p:spPr>
        <p:txBody>
          <a:bodyPr vert="horz" lIns="0" tIns="0" rIns="0" bIns="0" rtlCol="0" anchor="b"/>
          <a:lstStyle>
            <a:defPPr>
              <a:defRPr lang="en-US"/>
            </a:defPPr>
            <a:lvl1pPr marL="0" algn="l" defTabSz="1829379" rtl="0" eaLnBrk="1" latinLnBrk="0" hangingPunct="1">
              <a:defRPr sz="1600" b="0" i="0" kern="1200">
                <a:solidFill>
                  <a:schemeClr val="tx1"/>
                </a:solidFill>
                <a:latin typeface="IBM Plex Sans" panose="020B0503050203000203" pitchFamily="34" charset="0"/>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r>
              <a:rPr lang="en-US" dirty="0"/>
              <a:t>Footer</a:t>
            </a:r>
          </a:p>
        </p:txBody>
      </p:sp>
      <p:cxnSp>
        <p:nvCxnSpPr>
          <p:cNvPr id="5" name="Straight Connector 4" descr="Vertical column divider">
            <a:extLst>
              <a:ext uri="{FF2B5EF4-FFF2-40B4-BE49-F238E27FC236}">
                <a16:creationId xmlns:a16="http://schemas.microsoft.com/office/drawing/2014/main" id="{C8F4B8BD-2227-AE5B-5CB0-721D8731087B}"/>
              </a:ext>
            </a:extLst>
          </p:cNvPr>
          <p:cNvCxnSpPr>
            <a:cxnSpLocks/>
          </p:cNvCxnSpPr>
          <p:nvPr/>
        </p:nvCxnSpPr>
        <p:spPr bwMode="auto">
          <a:xfrm>
            <a:off x="12192127" y="570103"/>
            <a:ext cx="0" cy="1162507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6" name="Slide Number Placeholder 5">
            <a:extLst>
              <a:ext uri="{FF2B5EF4-FFF2-40B4-BE49-F238E27FC236}">
                <a16:creationId xmlns:a16="http://schemas.microsoft.com/office/drawing/2014/main" id="{0B34F771-1CF7-8D85-9E7E-FEFB2896F006}"/>
              </a:ext>
            </a:extLst>
          </p:cNvPr>
          <p:cNvSpPr>
            <a:spLocks noGrp="1"/>
          </p:cNvSpPr>
          <p:nvPr>
            <p:ph type="sldNum" sz="quarter" idx="4"/>
          </p:nvPr>
        </p:nvSpPr>
        <p:spPr/>
        <p:txBody>
          <a:bodyPr/>
          <a:lstStyle/>
          <a:p>
            <a:fld id="{86CB4B4D-7CA3-9044-876B-883B54F8677D}" type="slidenum">
              <a:rPr lang="en-US" smtClean="0"/>
              <a:pPr/>
              <a:t>53</a:t>
            </a:fld>
            <a:endParaRPr lang="en-US" dirty="0"/>
          </a:p>
        </p:txBody>
      </p:sp>
    </p:spTree>
    <p:extLst>
      <p:ext uri="{BB962C8B-B14F-4D97-AF65-F5344CB8AC3E}">
        <p14:creationId xmlns:p14="http://schemas.microsoft.com/office/powerpoint/2010/main" val="2688521182"/>
      </p:ext>
    </p:extLst>
  </p:cSld>
  <p:clrMapOvr>
    <a:masterClrMapping/>
  </p:clrMapOvr>
  <p:transition spd="med"/>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 Placeholder 12">
            <a:extLst>
              <a:ext uri="{FF2B5EF4-FFF2-40B4-BE49-F238E27FC236}">
                <a16:creationId xmlns:a16="http://schemas.microsoft.com/office/drawing/2014/main" id="{CA7FF037-7D7C-3829-A979-36F3C48EDC46}"/>
              </a:ext>
            </a:extLst>
          </p:cNvPr>
          <p:cNvSpPr>
            <a:spLocks noGrp="1"/>
          </p:cNvSpPr>
          <p:nvPr>
            <p:ph type="body" sz="quarter" idx="12"/>
          </p:nvPr>
        </p:nvSpPr>
        <p:spPr/>
        <p:txBody>
          <a:bodyPr/>
          <a:lstStyle/>
          <a:p>
            <a:r>
              <a:rPr lang="en-US" dirty="0">
                <a:solidFill>
                  <a:srgbClr val="000000"/>
                </a:solidFill>
                <a:effectLst/>
              </a:rPr>
              <a:t>Revenue 2021 </a:t>
            </a:r>
          </a:p>
        </p:txBody>
      </p:sp>
      <p:sp>
        <p:nvSpPr>
          <p:cNvPr id="4" name="Text Placeholder 3">
            <a:extLst>
              <a:ext uri="{FF2B5EF4-FFF2-40B4-BE49-F238E27FC236}">
                <a16:creationId xmlns:a16="http://schemas.microsoft.com/office/drawing/2014/main" id="{4B696647-6AB9-AE34-9407-034FEB23EA3F}"/>
              </a:ext>
            </a:extLst>
          </p:cNvPr>
          <p:cNvSpPr>
            <a:spLocks noGrp="1"/>
          </p:cNvSpPr>
          <p:nvPr>
            <p:ph type="body" sz="quarter" idx="13"/>
          </p:nvPr>
        </p:nvSpPr>
        <p:spPr>
          <a:xfrm>
            <a:off x="576072" y="9460425"/>
            <a:ext cx="11050588" cy="3543300"/>
          </a:xfrm>
        </p:spPr>
        <p:txBody>
          <a:bodyPr/>
          <a:lstStyle/>
          <a:p>
            <a:r>
              <a:rPr lang="en-US" dirty="0">
                <a:solidFill>
                  <a:srgbClr val="000000"/>
                </a:solidFill>
                <a:effectLst/>
              </a:rPr>
              <a:t>$1.5B</a:t>
            </a:r>
          </a:p>
        </p:txBody>
      </p:sp>
      <p:sp>
        <p:nvSpPr>
          <p:cNvPr id="2" name="Text Placeholder 1">
            <a:extLst>
              <a:ext uri="{FF2B5EF4-FFF2-40B4-BE49-F238E27FC236}">
                <a16:creationId xmlns:a16="http://schemas.microsoft.com/office/drawing/2014/main" id="{7F0573C3-4CE0-E819-D7DB-156A8AB6813D}"/>
              </a:ext>
            </a:extLst>
          </p:cNvPr>
          <p:cNvSpPr>
            <a:spLocks noGrp="1"/>
          </p:cNvSpPr>
          <p:nvPr>
            <p:ph type="body" sz="quarter" idx="11"/>
          </p:nvPr>
        </p:nvSpPr>
        <p:spPr/>
        <p:txBody>
          <a:bodyPr/>
          <a:lstStyle/>
          <a:p>
            <a:r>
              <a:rPr lang="en-US" dirty="0">
                <a:solidFill>
                  <a:srgbClr val="000000"/>
                </a:solidFill>
                <a:effectLst/>
              </a:rPr>
              <a:t>Percent increase </a:t>
            </a:r>
          </a:p>
        </p:txBody>
      </p:sp>
      <p:sp>
        <p:nvSpPr>
          <p:cNvPr id="5" name="Text Placeholder 4">
            <a:extLst>
              <a:ext uri="{FF2B5EF4-FFF2-40B4-BE49-F238E27FC236}">
                <a16:creationId xmlns:a16="http://schemas.microsoft.com/office/drawing/2014/main" id="{EFFBC74B-123E-7DE9-16D3-07373B21ECD6}"/>
              </a:ext>
            </a:extLst>
          </p:cNvPr>
          <p:cNvSpPr>
            <a:spLocks noGrp="1"/>
          </p:cNvSpPr>
          <p:nvPr>
            <p:ph type="body" sz="quarter" idx="14"/>
          </p:nvPr>
        </p:nvSpPr>
        <p:spPr>
          <a:xfrm>
            <a:off x="12763500" y="9464929"/>
            <a:ext cx="11049000" cy="3543300"/>
          </a:xfrm>
        </p:spPr>
        <p:txBody>
          <a:bodyPr/>
          <a:lstStyle/>
          <a:p>
            <a:r>
              <a:rPr lang="en-US" dirty="0"/>
              <a:t>+1%</a:t>
            </a:r>
          </a:p>
        </p:txBody>
      </p:sp>
      <p:sp>
        <p:nvSpPr>
          <p:cNvPr id="9" name="Text Placeholder 3">
            <a:extLst>
              <a:ext uri="{FF2B5EF4-FFF2-40B4-BE49-F238E27FC236}">
                <a16:creationId xmlns:a16="http://schemas.microsoft.com/office/drawing/2014/main" id="{1CC74CE4-C25A-3847-5C1C-ADF299881F26}"/>
              </a:ext>
            </a:extLst>
          </p:cNvPr>
          <p:cNvSpPr txBox="1">
            <a:spLocks/>
          </p:cNvSpPr>
          <p:nvPr/>
        </p:nvSpPr>
        <p:spPr>
          <a:xfrm>
            <a:off x="12763500" y="12042648"/>
            <a:ext cx="4951413" cy="11430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b"/>
          <a:lstStyle>
            <a:lvl1pPr marL="0" marR="0" indent="0" algn="l" defTabSz="2438400" rtl="0" latinLnBrk="0">
              <a:lnSpc>
                <a:spcPct val="100000"/>
              </a:lnSpc>
              <a:spcBef>
                <a:spcPts val="0"/>
              </a:spcBef>
              <a:spcAft>
                <a:spcPts val="0"/>
              </a:spcAft>
              <a:buClrTx/>
              <a:buSzTx/>
              <a:buFontTx/>
              <a:buNone/>
              <a:tabLst/>
              <a:defRPr sz="4400" b="0" i="0" u="none" strike="noStrike" cap="none" spc="0" baseline="0">
                <a:solidFill>
                  <a:schemeClr val="tx1"/>
                </a:solidFill>
                <a:uFillTx/>
                <a:latin typeface="+mj-lt"/>
                <a:ea typeface="+mj-ea"/>
                <a:cs typeface="+mj-cs"/>
                <a:sym typeface="IBM Plex Sans Light"/>
              </a:defRPr>
            </a:lvl1pPr>
            <a:lvl2pPr marL="444465" marR="0" indent="-446749" algn="l" defTabSz="2438400" rtl="0" latinLnBrk="0">
              <a:lnSpc>
                <a:spcPct val="100000"/>
              </a:lnSpc>
              <a:spcBef>
                <a:spcPts val="0"/>
              </a:spcBef>
              <a:spcAft>
                <a:spcPts val="0"/>
              </a:spcAft>
              <a:buClrTx/>
              <a:buSzPct val="100000"/>
              <a:buFontTx/>
              <a:buChar char="–"/>
              <a:tabLst/>
              <a:defRPr sz="4400" b="0" i="0" u="none" strike="noStrike" cap="none" spc="0" baseline="0">
                <a:solidFill>
                  <a:schemeClr val="tx1"/>
                </a:solidFill>
                <a:uFillTx/>
                <a:latin typeface="+mj-lt"/>
                <a:ea typeface="+mj-ea"/>
                <a:cs typeface="+mj-cs"/>
                <a:sym typeface="IBM Plex Sans Light"/>
              </a:defRPr>
            </a:lvl2pPr>
            <a:lvl3pPr marL="615918" marR="0" indent="-446749" algn="l" defTabSz="2438400" rtl="0" latinLnBrk="0">
              <a:lnSpc>
                <a:spcPct val="100000"/>
              </a:lnSpc>
              <a:spcBef>
                <a:spcPts val="0"/>
              </a:spcBef>
              <a:spcAft>
                <a:spcPts val="0"/>
              </a:spcAft>
              <a:buClrTx/>
              <a:buSzPct val="100000"/>
              <a:buFontTx/>
              <a:buChar char="•"/>
              <a:tabLst/>
              <a:defRPr sz="4400" b="0" i="0" u="none" strike="noStrike" cap="none" spc="0" baseline="0">
                <a:solidFill>
                  <a:schemeClr val="tx1"/>
                </a:solidFill>
                <a:uFillTx/>
                <a:latin typeface="+mj-lt"/>
                <a:ea typeface="+mj-ea"/>
                <a:cs typeface="+mj-cs"/>
                <a:sym typeface="IBM Plex Sans Light"/>
              </a:defRPr>
            </a:lvl3pPr>
            <a:lvl4pPr marL="901671" marR="0" indent="-446749" algn="l" defTabSz="2438400" rtl="0" latinLnBrk="0">
              <a:lnSpc>
                <a:spcPct val="100000"/>
              </a:lnSpc>
              <a:spcBef>
                <a:spcPts val="0"/>
              </a:spcBef>
              <a:spcAft>
                <a:spcPts val="0"/>
              </a:spcAft>
              <a:buClrTx/>
              <a:buSzPct val="100000"/>
              <a:buFontTx/>
              <a:buChar char="–"/>
              <a:tabLst/>
              <a:defRPr sz="4400" b="0" i="0" u="none" strike="noStrike" cap="none" spc="0" baseline="0">
                <a:solidFill>
                  <a:schemeClr val="tx1"/>
                </a:solidFill>
                <a:uFillTx/>
                <a:latin typeface="+mj-lt"/>
                <a:ea typeface="+mj-ea"/>
                <a:cs typeface="+mj-cs"/>
                <a:sym typeface="IBM Plex Sans Light"/>
              </a:defRPr>
            </a:lvl4pPr>
            <a:lvl5pPr marL="1076298" marR="0" indent="-446749" algn="l" defTabSz="2438400" rtl="0" latinLnBrk="0">
              <a:lnSpc>
                <a:spcPct val="100000"/>
              </a:lnSpc>
              <a:spcBef>
                <a:spcPts val="0"/>
              </a:spcBef>
              <a:spcAft>
                <a:spcPts val="0"/>
              </a:spcAft>
              <a:buClrTx/>
              <a:buSzPct val="100000"/>
              <a:buFontTx/>
              <a:buChar char="»"/>
              <a:tabLst/>
              <a:defRPr sz="4400" b="0" i="0" u="none" strike="noStrike" cap="none" spc="0" baseline="0">
                <a:solidFill>
                  <a:schemeClr val="tx1"/>
                </a:solidFill>
                <a:uFillTx/>
                <a:latin typeface="+mj-lt"/>
                <a:ea typeface="+mj-ea"/>
                <a:cs typeface="+mj-cs"/>
                <a:sym typeface="IBM Plex Sans Light"/>
              </a:defRPr>
            </a:lvl5pPr>
            <a:lvl6pPr marL="1843060"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r>
              <a:rPr lang="en-US" sz="1600" kern="0" dirty="0">
                <a:latin typeface="IBM Plex Sans" panose="020B0503050203000203" pitchFamily="34" charset="0"/>
              </a:rPr>
              <a:t>Source: Lorem source name</a:t>
            </a:r>
          </a:p>
        </p:txBody>
      </p:sp>
      <p:sp>
        <p:nvSpPr>
          <p:cNvPr id="19" name="Footer Placeholder 1">
            <a:extLst>
              <a:ext uri="{FF2B5EF4-FFF2-40B4-BE49-F238E27FC236}">
                <a16:creationId xmlns:a16="http://schemas.microsoft.com/office/drawing/2014/main" id="{E98B0C95-6920-7E0D-AD52-0003F117C35D}"/>
              </a:ext>
            </a:extLst>
          </p:cNvPr>
          <p:cNvSpPr>
            <a:spLocks noGrp="1"/>
          </p:cNvSpPr>
          <p:nvPr>
            <p:ph type="ftr" sz="quarter" idx="18"/>
          </p:nvPr>
        </p:nvSpPr>
        <p:spPr>
          <a:xfrm>
            <a:off x="568324" y="12727858"/>
            <a:ext cx="5527676" cy="457377"/>
          </a:xfrm>
        </p:spPr>
        <p:txBody>
          <a:bodyPr/>
          <a:lstStyle/>
          <a:p>
            <a:r>
              <a:rPr lang="en-US" dirty="0"/>
              <a:t>Footer</a:t>
            </a:r>
          </a:p>
        </p:txBody>
      </p:sp>
      <p:cxnSp>
        <p:nvCxnSpPr>
          <p:cNvPr id="11" name="Straight Connector 10" descr="Vertical column divider">
            <a:extLst>
              <a:ext uri="{FF2B5EF4-FFF2-40B4-BE49-F238E27FC236}">
                <a16:creationId xmlns:a16="http://schemas.microsoft.com/office/drawing/2014/main" id="{F35CA19D-4CE1-68B5-CC84-A92F1C286428}"/>
              </a:ext>
            </a:extLst>
          </p:cNvPr>
          <p:cNvCxnSpPr>
            <a:cxnSpLocks/>
          </p:cNvCxnSpPr>
          <p:nvPr/>
        </p:nvCxnSpPr>
        <p:spPr bwMode="auto">
          <a:xfrm>
            <a:off x="12193587" y="569913"/>
            <a:ext cx="0" cy="1162526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2" name="Slide Number Placeholder 11">
            <a:extLst>
              <a:ext uri="{FF2B5EF4-FFF2-40B4-BE49-F238E27FC236}">
                <a16:creationId xmlns:a16="http://schemas.microsoft.com/office/drawing/2014/main" id="{F6E8CCD6-C51C-B94A-3EBA-328299B1830F}"/>
              </a:ext>
            </a:extLst>
          </p:cNvPr>
          <p:cNvSpPr>
            <a:spLocks noGrp="1"/>
          </p:cNvSpPr>
          <p:nvPr>
            <p:ph type="sldNum" sz="quarter" idx="4"/>
          </p:nvPr>
        </p:nvSpPr>
        <p:spPr/>
        <p:txBody>
          <a:bodyPr/>
          <a:lstStyle/>
          <a:p>
            <a:fld id="{86CB4B4D-7CA3-9044-876B-883B54F8677D}" type="slidenum">
              <a:rPr lang="en-US" smtClean="0"/>
              <a:pPr/>
              <a:t>54</a:t>
            </a:fld>
            <a:endParaRPr lang="en-US" dirty="0"/>
          </a:p>
        </p:txBody>
      </p:sp>
    </p:spTree>
    <p:extLst>
      <p:ext uri="{BB962C8B-B14F-4D97-AF65-F5344CB8AC3E}">
        <p14:creationId xmlns:p14="http://schemas.microsoft.com/office/powerpoint/2010/main" val="691764351"/>
      </p:ext>
    </p:extLst>
  </p:cSld>
  <p:clrMapOvr>
    <a:masterClrMapping/>
  </p:clrMapOvr>
  <p:transition spd="med"/>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itle 2">
            <a:extLst>
              <a:ext uri="{FF2B5EF4-FFF2-40B4-BE49-F238E27FC236}">
                <a16:creationId xmlns:a16="http://schemas.microsoft.com/office/drawing/2014/main" id="{44C5E75A-4650-90A3-0D97-FA5DB2740572}"/>
              </a:ext>
            </a:extLst>
          </p:cNvPr>
          <p:cNvSpPr>
            <a:spLocks noGrp="1"/>
          </p:cNvSpPr>
          <p:nvPr>
            <p:ph type="title"/>
          </p:nvPr>
        </p:nvSpPr>
        <p:spPr>
          <a:xfrm>
            <a:off x="576072" y="384048"/>
            <a:ext cx="7458977" cy="4759452"/>
          </a:xfrm>
        </p:spPr>
        <p:txBody>
          <a:bodyPr/>
          <a:lstStyle/>
          <a:p>
            <a:pPr>
              <a:lnSpc>
                <a:spcPct val="100000"/>
              </a:lnSpc>
            </a:pPr>
            <a:r>
              <a:rPr lang="en-US" sz="6400" dirty="0">
                <a:solidFill>
                  <a:srgbClr val="000000"/>
                </a:solidFill>
                <a:effectLst/>
              </a:rPr>
              <a:t>Leaders are digitally transforming business models to </a:t>
            </a:r>
            <a:r>
              <a:rPr lang="en-US" sz="6400" dirty="0">
                <a:solidFill>
                  <a:schemeClr val="accent1"/>
                </a:solidFill>
                <a:effectLst/>
              </a:rPr>
              <a:t>accelerate</a:t>
            </a:r>
            <a:r>
              <a:rPr lang="en-US" sz="6400" dirty="0">
                <a:solidFill>
                  <a:srgbClr val="000000"/>
                </a:solidFill>
                <a:effectLst/>
              </a:rPr>
              <a:t> growth</a:t>
            </a:r>
          </a:p>
        </p:txBody>
      </p:sp>
      <p:sp>
        <p:nvSpPr>
          <p:cNvPr id="23" name="Text Placeholder 3">
            <a:extLst>
              <a:ext uri="{FF2B5EF4-FFF2-40B4-BE49-F238E27FC236}">
                <a16:creationId xmlns:a16="http://schemas.microsoft.com/office/drawing/2014/main" id="{D7002237-6AB7-2DE4-BC81-E4CCE30B5C51}"/>
              </a:ext>
            </a:extLst>
          </p:cNvPr>
          <p:cNvSpPr txBox="1">
            <a:spLocks/>
          </p:cNvSpPr>
          <p:nvPr/>
        </p:nvSpPr>
        <p:spPr>
          <a:xfrm>
            <a:off x="576072" y="5038344"/>
            <a:ext cx="5832475" cy="69596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lvl1pPr marL="0" marR="0" indent="0" algn="l" defTabSz="2438400" rtl="0" eaLnBrk="1" latinLnBrk="0" hangingPunct="1">
              <a:lnSpc>
                <a:spcPct val="110000"/>
              </a:lnSpc>
              <a:spcBef>
                <a:spcPts val="0"/>
              </a:spcBef>
              <a:spcAft>
                <a:spcPts val="0"/>
              </a:spcAft>
              <a:buClrTx/>
              <a:buSzTx/>
              <a:buFontTx/>
              <a:buNone/>
              <a:tabLst/>
              <a:defRPr sz="3600" b="0" i="0" u="none" strike="noStrike" cap="none" spc="0" baseline="0">
                <a:solidFill>
                  <a:schemeClr val="tx1"/>
                </a:solidFill>
                <a:uFillTx/>
                <a:latin typeface="+mj-lt"/>
                <a:ea typeface="+mj-ea"/>
                <a:cs typeface="+mj-cs"/>
                <a:sym typeface="IBM Plex Sans Light"/>
              </a:defRPr>
            </a:lvl1pPr>
            <a:lvl2pPr marL="329184"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2pPr>
            <a:lvl3pPr marL="658368"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3pPr>
            <a:lvl4pPr marL="987552"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4pPr>
            <a:lvl5pPr marL="1143000" marR="0" indent="-457200" algn="l" defTabSz="2438400" rtl="0" eaLnBrk="1" latinLnBrk="0" hangingPunct="1">
              <a:lnSpc>
                <a:spcPct val="110000"/>
              </a:lnSpc>
              <a:spcBef>
                <a:spcPts val="2900"/>
              </a:spcBef>
              <a:spcAft>
                <a:spcPts val="0"/>
              </a:spcAft>
              <a:buClrTx/>
              <a:buSzPct val="100000"/>
              <a:buFont typeface="IBM Plex Sans" panose="020B0604020202020204" pitchFamily="34" charset="0"/>
              <a:buChar char="•"/>
              <a:tabLst/>
              <a:defRPr sz="3600" b="0" i="0" u="none" strike="noStrike" cap="none" spc="0" baseline="0">
                <a:solidFill>
                  <a:srgbClr val="000000"/>
                </a:solidFill>
                <a:uFillTx/>
                <a:latin typeface="+mj-lt"/>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r>
              <a:rPr lang="en-US" kern="0" dirty="0">
                <a:solidFill>
                  <a:srgbClr val="000000"/>
                </a:solidFill>
              </a:rPr>
              <a:t>With an increased focus on:</a:t>
            </a:r>
          </a:p>
          <a:p>
            <a:pPr marL="342900" indent="-342900">
              <a:buFont typeface="IBM Plex Sans Light"/>
              <a:buChar char="−"/>
            </a:pPr>
            <a:r>
              <a:rPr lang="en-US" kern="0" dirty="0">
                <a:solidFill>
                  <a:srgbClr val="000000"/>
                </a:solidFill>
              </a:rPr>
              <a:t>Operational excellence</a:t>
            </a:r>
          </a:p>
          <a:p>
            <a:pPr marL="342900" indent="-342900">
              <a:buFont typeface="IBM Plex Sans Light"/>
              <a:buChar char="−"/>
            </a:pPr>
            <a:r>
              <a:rPr lang="en-US" kern="0" dirty="0">
                <a:solidFill>
                  <a:srgbClr val="000000"/>
                </a:solidFill>
              </a:rPr>
              <a:t>Product leadership</a:t>
            </a:r>
          </a:p>
          <a:p>
            <a:pPr marL="342900" indent="-342900">
              <a:buFont typeface="IBM Plex Sans Light"/>
              <a:buChar char="−"/>
            </a:pPr>
            <a:r>
              <a:rPr lang="en-US" kern="0" dirty="0">
                <a:solidFill>
                  <a:srgbClr val="000000"/>
                </a:solidFill>
              </a:rPr>
              <a:t>Customer intimacy</a:t>
            </a:r>
          </a:p>
        </p:txBody>
      </p:sp>
      <p:sp>
        <p:nvSpPr>
          <p:cNvPr id="25" name="Text Placeholder 5">
            <a:extLst>
              <a:ext uri="{FF2B5EF4-FFF2-40B4-BE49-F238E27FC236}">
                <a16:creationId xmlns:a16="http://schemas.microsoft.com/office/drawing/2014/main" id="{F641327F-BA99-D264-5C56-10778C3F1D92}"/>
              </a:ext>
            </a:extLst>
          </p:cNvPr>
          <p:cNvSpPr txBox="1">
            <a:spLocks/>
          </p:cNvSpPr>
          <p:nvPr/>
        </p:nvSpPr>
        <p:spPr>
          <a:xfrm>
            <a:off x="12763500" y="576072"/>
            <a:ext cx="4953000" cy="227488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lvl1pPr marL="0" marR="0" indent="0" algn="l" defTabSz="2438400" rtl="0" eaLnBrk="1" latinLnBrk="0" hangingPunct="1">
              <a:lnSpc>
                <a:spcPct val="110000"/>
              </a:lnSpc>
              <a:spcBef>
                <a:spcPts val="0"/>
              </a:spcBef>
              <a:spcAft>
                <a:spcPts val="0"/>
              </a:spcAft>
              <a:buClrTx/>
              <a:buSzTx/>
              <a:buFontTx/>
              <a:buNone/>
              <a:tabLst/>
              <a:defRPr sz="3600" b="0" i="0" u="none" strike="noStrike" cap="none" spc="0" baseline="0">
                <a:solidFill>
                  <a:schemeClr val="tx1"/>
                </a:solidFill>
                <a:uFillTx/>
                <a:latin typeface="+mj-lt"/>
                <a:ea typeface="+mj-ea"/>
                <a:cs typeface="+mj-cs"/>
                <a:sym typeface="IBM Plex Sans Light"/>
              </a:defRPr>
            </a:lvl1pPr>
            <a:lvl2pPr marL="329184"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2pPr>
            <a:lvl3pPr marL="658368"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3pPr>
            <a:lvl4pPr marL="987552"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4pPr>
            <a:lvl5pPr marL="1143000" marR="0" indent="-457200" algn="l" defTabSz="2438400" rtl="0" eaLnBrk="1" latinLnBrk="0" hangingPunct="1">
              <a:lnSpc>
                <a:spcPct val="110000"/>
              </a:lnSpc>
              <a:spcBef>
                <a:spcPts val="2900"/>
              </a:spcBef>
              <a:spcAft>
                <a:spcPts val="0"/>
              </a:spcAft>
              <a:buClrTx/>
              <a:buSzPct val="100000"/>
              <a:buFont typeface="IBM Plex Sans" panose="020B0604020202020204" pitchFamily="34" charset="0"/>
              <a:buChar char="•"/>
              <a:tabLst/>
              <a:defRPr sz="3600" b="0" i="0" u="none" strike="noStrike" cap="none" spc="0" baseline="0">
                <a:solidFill>
                  <a:srgbClr val="000000"/>
                </a:solidFill>
                <a:uFillTx/>
                <a:latin typeface="+mj-lt"/>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r>
              <a:rPr lang="en-US" kern="0" dirty="0">
                <a:solidFill>
                  <a:srgbClr val="000000"/>
                </a:solidFill>
              </a:rPr>
              <a:t>The great digital shift:</a:t>
            </a:r>
            <a:br>
              <a:rPr lang="en-US" kern="0" dirty="0">
                <a:solidFill>
                  <a:srgbClr val="000000"/>
                </a:solidFill>
              </a:rPr>
            </a:br>
            <a:r>
              <a:rPr lang="en-US" kern="0" dirty="0">
                <a:solidFill>
                  <a:srgbClr val="000000"/>
                </a:solidFill>
              </a:rPr>
              <a:t>10 years of digitalization </a:t>
            </a:r>
            <a:br>
              <a:rPr lang="en-US" kern="0" dirty="0">
                <a:solidFill>
                  <a:srgbClr val="000000"/>
                </a:solidFill>
              </a:rPr>
            </a:br>
            <a:r>
              <a:rPr lang="en-US" kern="0" dirty="0">
                <a:solidFill>
                  <a:srgbClr val="000000"/>
                </a:solidFill>
              </a:rPr>
              <a:t>in under </a:t>
            </a:r>
            <a:r>
              <a:rPr lang="en-US" kern="0" dirty="0">
                <a:solidFill>
                  <a:schemeClr val="accent1"/>
                </a:solidFill>
              </a:rPr>
              <a:t>1 year</a:t>
            </a:r>
          </a:p>
        </p:txBody>
      </p:sp>
      <p:cxnSp>
        <p:nvCxnSpPr>
          <p:cNvPr id="14" name="Straight Connector 13" descr="Vertical column divider line">
            <a:extLst>
              <a:ext uri="{FF2B5EF4-FFF2-40B4-BE49-F238E27FC236}">
                <a16:creationId xmlns:a16="http://schemas.microsoft.com/office/drawing/2014/main" id="{E230FDFA-68A2-C877-5E96-00D23CAC49B2}"/>
              </a:ext>
            </a:extLst>
          </p:cNvPr>
          <p:cNvCxnSpPr>
            <a:cxnSpLocks/>
          </p:cNvCxnSpPr>
          <p:nvPr/>
        </p:nvCxnSpPr>
        <p:spPr bwMode="auto">
          <a:xfrm>
            <a:off x="18287883" y="569913"/>
            <a:ext cx="0" cy="171608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26" name="Text Placeholder 5">
            <a:extLst>
              <a:ext uri="{FF2B5EF4-FFF2-40B4-BE49-F238E27FC236}">
                <a16:creationId xmlns:a16="http://schemas.microsoft.com/office/drawing/2014/main" id="{006CBACE-6984-2F54-1C02-179B87888A07}"/>
              </a:ext>
            </a:extLst>
          </p:cNvPr>
          <p:cNvSpPr txBox="1">
            <a:spLocks/>
          </p:cNvSpPr>
          <p:nvPr/>
        </p:nvSpPr>
        <p:spPr>
          <a:xfrm>
            <a:off x="18859500" y="576072"/>
            <a:ext cx="4953000" cy="227488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lvl1pPr marL="0" marR="0" indent="0" algn="l" defTabSz="2438400" rtl="0" latinLnBrk="0">
              <a:lnSpc>
                <a:spcPct val="110000"/>
              </a:lnSpc>
              <a:spcBef>
                <a:spcPts val="2900"/>
              </a:spcBef>
              <a:spcAft>
                <a:spcPts val="0"/>
              </a:spcAft>
              <a:buClrTx/>
              <a:buSzTx/>
              <a:buFontTx/>
              <a:buNone/>
              <a:tabLst/>
              <a:defRPr sz="3600" b="0" i="0" u="none" strike="noStrike" cap="none" spc="0" baseline="0">
                <a:solidFill>
                  <a:srgbClr val="000000"/>
                </a:solidFill>
                <a:uFillTx/>
                <a:latin typeface="+mj-lt"/>
                <a:ea typeface="+mj-ea"/>
                <a:cs typeface="+mj-cs"/>
                <a:sym typeface="IBM Plex Sans Light"/>
              </a:defRPr>
            </a:lvl1pPr>
            <a:lvl2pPr marL="444465" marR="0" indent="-446749" algn="l" defTabSz="2438400" rtl="0" latinLnBrk="0">
              <a:lnSpc>
                <a:spcPct val="11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2pPr>
            <a:lvl3pPr marL="615918" marR="0" indent="-446749" algn="l" defTabSz="2438400" rtl="0" latinLnBrk="0">
              <a:lnSpc>
                <a:spcPct val="11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3pPr>
            <a:lvl4pPr marL="901671" marR="0" indent="-446749" algn="l" defTabSz="2438400" rtl="0" latinLnBrk="0">
              <a:lnSpc>
                <a:spcPct val="11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4pPr>
            <a:lvl5pPr marL="1076298" marR="0" indent="-446749" algn="l" defTabSz="2438400" rtl="0" latinLnBrk="0">
              <a:lnSpc>
                <a:spcPct val="11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5pPr>
            <a:lvl6pPr marL="1843060"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r>
              <a:rPr lang="en-US" kern="0" dirty="0">
                <a:solidFill>
                  <a:schemeClr val="accent1"/>
                </a:solidFill>
              </a:rPr>
              <a:t>18% </a:t>
            </a:r>
            <a:r>
              <a:rPr lang="en-US" kern="0" dirty="0"/>
              <a:t>increase from 2025 to 2026</a:t>
            </a:r>
          </a:p>
        </p:txBody>
      </p:sp>
      <p:sp>
        <p:nvSpPr>
          <p:cNvPr id="8" name="Text Placeholder 5">
            <a:extLst>
              <a:ext uri="{FF2B5EF4-FFF2-40B4-BE49-F238E27FC236}">
                <a16:creationId xmlns:a16="http://schemas.microsoft.com/office/drawing/2014/main" id="{1B1ABAB5-51B3-4617-6186-E0C3059B7BDA}"/>
              </a:ext>
            </a:extLst>
          </p:cNvPr>
          <p:cNvSpPr txBox="1">
            <a:spLocks/>
          </p:cNvSpPr>
          <p:nvPr/>
        </p:nvSpPr>
        <p:spPr>
          <a:xfrm>
            <a:off x="12763500" y="3457492"/>
            <a:ext cx="4953000" cy="227488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lvl1pPr marL="0" marR="0" indent="0" algn="l" defTabSz="2438400" rtl="0" latinLnBrk="0">
              <a:lnSpc>
                <a:spcPct val="110000"/>
              </a:lnSpc>
              <a:spcBef>
                <a:spcPts val="2900"/>
              </a:spcBef>
              <a:spcAft>
                <a:spcPts val="0"/>
              </a:spcAft>
              <a:buClrTx/>
              <a:buSzTx/>
              <a:buFontTx/>
              <a:buNone/>
              <a:tabLst/>
              <a:defRPr sz="3600" b="0" i="0" u="none" strike="noStrike" cap="none" spc="0" baseline="0">
                <a:solidFill>
                  <a:srgbClr val="000000"/>
                </a:solidFill>
                <a:uFillTx/>
                <a:latin typeface="+mj-lt"/>
                <a:ea typeface="+mj-ea"/>
                <a:cs typeface="+mj-cs"/>
                <a:sym typeface="IBM Plex Sans Light"/>
              </a:defRPr>
            </a:lvl1pPr>
            <a:lvl2pPr marL="444465" marR="0" indent="-446749" algn="l" defTabSz="2438400" rtl="0" latinLnBrk="0">
              <a:lnSpc>
                <a:spcPct val="11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2pPr>
            <a:lvl3pPr marL="615918" marR="0" indent="-446749" algn="l" defTabSz="2438400" rtl="0" latinLnBrk="0">
              <a:lnSpc>
                <a:spcPct val="11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3pPr>
            <a:lvl4pPr marL="901671" marR="0" indent="-446749" algn="l" defTabSz="2438400" rtl="0" latinLnBrk="0">
              <a:lnSpc>
                <a:spcPct val="11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4pPr>
            <a:lvl5pPr marL="1076298" marR="0" indent="-446749" algn="l" defTabSz="2438400" rtl="0" latinLnBrk="0">
              <a:lnSpc>
                <a:spcPct val="11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5pPr>
            <a:lvl6pPr marL="1843060"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pPr>
              <a:spcBef>
                <a:spcPts val="0"/>
              </a:spcBef>
            </a:pPr>
            <a:r>
              <a:rPr lang="en-US" sz="2400" kern="0" dirty="0"/>
              <a:t>Percentage of business </a:t>
            </a:r>
          </a:p>
          <a:p>
            <a:pPr>
              <a:spcBef>
                <a:spcPts val="0"/>
              </a:spcBef>
            </a:pPr>
            <a:r>
              <a:rPr lang="en-US" sz="2400" kern="0" dirty="0"/>
              <a:t>channels replaced by digital</a:t>
            </a:r>
          </a:p>
        </p:txBody>
      </p:sp>
      <p:grpSp>
        <p:nvGrpSpPr>
          <p:cNvPr id="12" name="Group 11">
            <a:extLst>
              <a:ext uri="{FF2B5EF4-FFF2-40B4-BE49-F238E27FC236}">
                <a16:creationId xmlns:a16="http://schemas.microsoft.com/office/drawing/2014/main" id="{7C90AC05-5CAF-DB57-70CA-81E28DDFDBFD}"/>
              </a:ext>
            </a:extLst>
          </p:cNvPr>
          <p:cNvGrpSpPr/>
          <p:nvPr/>
        </p:nvGrpSpPr>
        <p:grpSpPr>
          <a:xfrm>
            <a:off x="12769850" y="4953515"/>
            <a:ext cx="11049000" cy="7306973"/>
            <a:chOff x="12769850" y="4953515"/>
            <a:chExt cx="11049000" cy="7306973"/>
          </a:xfrm>
        </p:grpSpPr>
        <p:sp>
          <p:nvSpPr>
            <p:cNvPr id="11" name="Rectangle 10">
              <a:extLst>
                <a:ext uri="{FF2B5EF4-FFF2-40B4-BE49-F238E27FC236}">
                  <a16:creationId xmlns:a16="http://schemas.microsoft.com/office/drawing/2014/main" id="{C02787A4-4CAF-D4DB-716C-21C95C736111}"/>
                </a:ext>
              </a:extLst>
            </p:cNvPr>
            <p:cNvSpPr/>
            <p:nvPr/>
          </p:nvSpPr>
          <p:spPr bwMode="auto">
            <a:xfrm>
              <a:off x="22307024" y="5181600"/>
              <a:ext cx="932117" cy="6487886"/>
            </a:xfrm>
            <a:prstGeom prst="rect">
              <a:avLst/>
            </a:prstGeom>
            <a:solidFill>
              <a:srgbClr val="E5F6FF"/>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endParaRPr lang="en-US" dirty="0"/>
            </a:p>
          </p:txBody>
        </p:sp>
        <p:graphicFrame>
          <p:nvGraphicFramePr>
            <p:cNvPr id="24" name="Chart 23">
              <a:extLst>
                <a:ext uri="{FF2B5EF4-FFF2-40B4-BE49-F238E27FC236}">
                  <a16:creationId xmlns:a16="http://schemas.microsoft.com/office/drawing/2014/main" id="{20F4CA8D-771F-0A09-D1FF-C051AD39436F}"/>
                </a:ext>
              </a:extLst>
            </p:cNvPr>
            <p:cNvGraphicFramePr/>
            <p:nvPr/>
          </p:nvGraphicFramePr>
          <p:xfrm>
            <a:off x="12769850" y="4953515"/>
            <a:ext cx="11049000" cy="7306973"/>
          </p:xfrm>
          <a:graphic>
            <a:graphicData uri="http://schemas.openxmlformats.org/drawingml/2006/chart">
              <c:chart xmlns:c="http://schemas.openxmlformats.org/drawingml/2006/chart" xmlns:r="http://schemas.openxmlformats.org/officeDocument/2006/relationships" r:id="rId2"/>
            </a:graphicData>
          </a:graphic>
        </p:graphicFrame>
      </p:grpSp>
      <p:sp>
        <p:nvSpPr>
          <p:cNvPr id="9" name="Footer Placeholder 8">
            <a:extLst>
              <a:ext uri="{FF2B5EF4-FFF2-40B4-BE49-F238E27FC236}">
                <a16:creationId xmlns:a16="http://schemas.microsoft.com/office/drawing/2014/main" id="{21D93231-C096-F4F2-1A13-919C4BD66D7A}"/>
              </a:ext>
            </a:extLst>
          </p:cNvPr>
          <p:cNvSpPr>
            <a:spLocks noGrp="1"/>
          </p:cNvSpPr>
          <p:nvPr>
            <p:ph type="ftr" sz="quarter" idx="18"/>
          </p:nvPr>
        </p:nvSpPr>
        <p:spPr/>
        <p:txBody>
          <a:bodyPr/>
          <a:lstStyle/>
          <a:p>
            <a:r>
              <a:rPr lang="en-US" dirty="0"/>
              <a:t>Footer</a:t>
            </a:r>
          </a:p>
        </p:txBody>
      </p:sp>
      <p:cxnSp>
        <p:nvCxnSpPr>
          <p:cNvPr id="6" name="Straight Connector 5" descr="Vertical column divider">
            <a:extLst>
              <a:ext uri="{FF2B5EF4-FFF2-40B4-BE49-F238E27FC236}">
                <a16:creationId xmlns:a16="http://schemas.microsoft.com/office/drawing/2014/main" id="{059A5B09-4687-216B-7380-956519DE5339}"/>
              </a:ext>
            </a:extLst>
          </p:cNvPr>
          <p:cNvCxnSpPr>
            <a:cxnSpLocks/>
          </p:cNvCxnSpPr>
          <p:nvPr/>
        </p:nvCxnSpPr>
        <p:spPr bwMode="auto">
          <a:xfrm>
            <a:off x="12192127" y="570103"/>
            <a:ext cx="0" cy="1162507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3" name="Slide Number Placeholder 12">
            <a:extLst>
              <a:ext uri="{FF2B5EF4-FFF2-40B4-BE49-F238E27FC236}">
                <a16:creationId xmlns:a16="http://schemas.microsoft.com/office/drawing/2014/main" id="{5DB284AD-35A2-8343-6753-5BF5D4B11397}"/>
              </a:ext>
            </a:extLst>
          </p:cNvPr>
          <p:cNvSpPr>
            <a:spLocks noGrp="1"/>
          </p:cNvSpPr>
          <p:nvPr>
            <p:ph type="sldNum" sz="quarter" idx="4"/>
          </p:nvPr>
        </p:nvSpPr>
        <p:spPr/>
        <p:txBody>
          <a:bodyPr/>
          <a:lstStyle/>
          <a:p>
            <a:fld id="{86CB4B4D-7CA3-9044-876B-883B54F8677D}" type="slidenum">
              <a:rPr lang="en-US" smtClean="0"/>
              <a:pPr/>
              <a:t>55</a:t>
            </a:fld>
            <a:endParaRPr lang="en-US" dirty="0"/>
          </a:p>
        </p:txBody>
      </p:sp>
    </p:spTree>
    <p:extLst>
      <p:ext uri="{BB962C8B-B14F-4D97-AF65-F5344CB8AC3E}">
        <p14:creationId xmlns:p14="http://schemas.microsoft.com/office/powerpoint/2010/main" val="2503164359"/>
      </p:ext>
    </p:extLst>
  </p:cSld>
  <p:clrMapOvr>
    <a:masterClrMapping/>
  </p:clrMapOvr>
  <p:transition spd="med"/>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2AAA82-CFDC-60B5-2162-DE9169C08F6A}"/>
              </a:ext>
            </a:extLst>
          </p:cNvPr>
          <p:cNvSpPr>
            <a:spLocks noGrp="1"/>
          </p:cNvSpPr>
          <p:nvPr>
            <p:ph type="title"/>
          </p:nvPr>
        </p:nvSpPr>
        <p:spPr/>
        <p:txBody>
          <a:bodyPr/>
          <a:lstStyle/>
          <a:p>
            <a:r>
              <a:rPr lang="en-US" dirty="0"/>
              <a:t>Team structure:</a:t>
            </a:r>
            <a:br>
              <a:rPr lang="en-US" dirty="0"/>
            </a:br>
            <a:r>
              <a:rPr lang="en-US" dirty="0"/>
              <a:t>Role definitions</a:t>
            </a:r>
          </a:p>
        </p:txBody>
      </p:sp>
      <p:sp>
        <p:nvSpPr>
          <p:cNvPr id="3" name="Text Placeholder 2">
            <a:extLst>
              <a:ext uri="{FF2B5EF4-FFF2-40B4-BE49-F238E27FC236}">
                <a16:creationId xmlns:a16="http://schemas.microsoft.com/office/drawing/2014/main" id="{86AC72F0-44AC-8897-BB5A-5B9A1F79A552}"/>
              </a:ext>
            </a:extLst>
          </p:cNvPr>
          <p:cNvSpPr>
            <a:spLocks noGrp="1"/>
          </p:cNvSpPr>
          <p:nvPr>
            <p:ph type="body" sz="quarter" idx="11"/>
          </p:nvPr>
        </p:nvSpPr>
        <p:spPr/>
        <p:txBody>
          <a:bodyPr/>
          <a:lstStyle/>
          <a:p>
            <a:r>
              <a:rPr lang="en-US" dirty="0">
                <a:solidFill>
                  <a:schemeClr val="accent1"/>
                </a:solidFill>
              </a:rPr>
              <a:t>Program leadership</a:t>
            </a:r>
          </a:p>
          <a:p>
            <a:endParaRPr lang="en-US" dirty="0">
              <a:solidFill>
                <a:schemeClr val="accent1"/>
              </a:solidFill>
            </a:endParaRPr>
          </a:p>
        </p:txBody>
      </p:sp>
      <p:sp>
        <p:nvSpPr>
          <p:cNvPr id="7" name="Text Placeholder 2">
            <a:extLst>
              <a:ext uri="{FF2B5EF4-FFF2-40B4-BE49-F238E27FC236}">
                <a16:creationId xmlns:a16="http://schemas.microsoft.com/office/drawing/2014/main" id="{09351D6F-A66B-2A21-C824-F9D8268B37CF}"/>
              </a:ext>
            </a:extLst>
          </p:cNvPr>
          <p:cNvSpPr txBox="1">
            <a:spLocks/>
          </p:cNvSpPr>
          <p:nvPr/>
        </p:nvSpPr>
        <p:spPr>
          <a:xfrm>
            <a:off x="568326" y="4572000"/>
            <a:ext cx="7813673" cy="562497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lvl1pPr marL="0" marR="0" indent="0" algn="l" defTabSz="2438400" rtl="0" latinLnBrk="0">
              <a:lnSpc>
                <a:spcPct val="110000"/>
              </a:lnSpc>
              <a:spcBef>
                <a:spcPts val="0"/>
              </a:spcBef>
              <a:spcAft>
                <a:spcPts val="0"/>
              </a:spcAft>
              <a:buClrTx/>
              <a:buSzTx/>
              <a:buFontTx/>
              <a:buNone/>
              <a:tabLst/>
              <a:defRPr sz="3600" b="0" i="0" u="none" strike="noStrike" cap="none" spc="0" baseline="0">
                <a:solidFill>
                  <a:schemeClr val="tx1"/>
                </a:solidFill>
                <a:uFillTx/>
                <a:latin typeface="+mj-lt"/>
                <a:ea typeface="+mj-ea"/>
                <a:cs typeface="+mj-cs"/>
                <a:sym typeface="IBM Plex Sans Light"/>
              </a:defRPr>
            </a:lvl1pPr>
            <a:lvl2pPr marL="444465" marR="0" indent="-446749" algn="l" defTabSz="2438400" rtl="0" latinLnBrk="0">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2pPr>
            <a:lvl3pPr marL="615918" marR="0" indent="-446749" algn="l" defTabSz="2438400" rtl="0" latinLnBrk="0">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3pPr>
            <a:lvl4pPr marL="901671" marR="0" indent="-446749" algn="l" defTabSz="2438400" rtl="0" latinLnBrk="0">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4pPr>
            <a:lvl5pPr marL="1076298" marR="0" indent="-446749" algn="l" defTabSz="2438400" rtl="0" latinLnBrk="0">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5pPr>
            <a:lvl6pPr marL="1843060"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r>
              <a:rPr lang="en-US" sz="2400" kern="0" dirty="0">
                <a:latin typeface="IBM Plex Sans Medm" panose="020B0503050203000203" pitchFamily="34" charset="0"/>
              </a:rPr>
              <a:t>Account director</a:t>
            </a:r>
          </a:p>
          <a:p>
            <a:r>
              <a:rPr lang="en-US" sz="2400" kern="0" dirty="0"/>
              <a:t>Serves as the point of contact for client’s executive and </a:t>
            </a:r>
            <a:br>
              <a:rPr lang="en-US" sz="2400" kern="0" dirty="0"/>
            </a:br>
            <a:r>
              <a:rPr lang="en-US" sz="2400" kern="0" dirty="0"/>
              <a:t>C-level staff to align the RPO program at a strategic level. Owns the RPO partnership and is the ultimate point of accountability for program success; ensures client’s satisfaction with the services we provide.</a:t>
            </a:r>
          </a:p>
          <a:p>
            <a:endParaRPr lang="en-US" sz="2400" kern="0" dirty="0"/>
          </a:p>
          <a:p>
            <a:endParaRPr lang="en-US" sz="2400" kern="0" dirty="0"/>
          </a:p>
          <a:p>
            <a:r>
              <a:rPr lang="en-US" sz="2400" kern="0" dirty="0">
                <a:latin typeface="IBM Plex Sans Medm" panose="020B0503050203000203" pitchFamily="34" charset="0"/>
              </a:rPr>
              <a:t>Talent acquisition manager</a:t>
            </a:r>
          </a:p>
          <a:p>
            <a:r>
              <a:rPr lang="en-US" sz="2400" kern="0" dirty="0"/>
              <a:t>Manages day-to-day RPO operations, ensuring ongoing fulfilment of hiring requests and resource alignment relative to client’s hiring demand.</a:t>
            </a:r>
          </a:p>
          <a:p>
            <a:endParaRPr lang="en-US" sz="2400" kern="0" dirty="0"/>
          </a:p>
          <a:p>
            <a:endParaRPr lang="en-US" sz="2400" kern="0" dirty="0"/>
          </a:p>
          <a:p>
            <a:endParaRPr lang="en-US" sz="2400" kern="0" dirty="0"/>
          </a:p>
          <a:p>
            <a:endParaRPr lang="en-US" sz="2400" kern="0" dirty="0"/>
          </a:p>
          <a:p>
            <a:endParaRPr lang="en-US" sz="2400" kern="0" dirty="0"/>
          </a:p>
          <a:p>
            <a:endParaRPr lang="en-US" sz="2400" kern="0" dirty="0"/>
          </a:p>
        </p:txBody>
      </p:sp>
      <p:cxnSp>
        <p:nvCxnSpPr>
          <p:cNvPr id="12" name="Straight Connector 11" descr="Horizontal row divider line">
            <a:extLst>
              <a:ext uri="{FF2B5EF4-FFF2-40B4-BE49-F238E27FC236}">
                <a16:creationId xmlns:a16="http://schemas.microsoft.com/office/drawing/2014/main" id="{99052404-088D-4FB5-21E1-B8AEFEB66ABA}"/>
              </a:ext>
            </a:extLst>
          </p:cNvPr>
          <p:cNvCxnSpPr>
            <a:cxnSpLocks/>
          </p:cNvCxnSpPr>
          <p:nvPr/>
        </p:nvCxnSpPr>
        <p:spPr bwMode="auto">
          <a:xfrm flipH="1">
            <a:off x="578835" y="7272732"/>
            <a:ext cx="11040078"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4" name="Text Placeholder 3">
            <a:extLst>
              <a:ext uri="{FF2B5EF4-FFF2-40B4-BE49-F238E27FC236}">
                <a16:creationId xmlns:a16="http://schemas.microsoft.com/office/drawing/2014/main" id="{1420A861-6A4D-FA7D-F08D-8D8F8CD6E5D3}"/>
              </a:ext>
            </a:extLst>
          </p:cNvPr>
          <p:cNvSpPr>
            <a:spLocks noGrp="1"/>
          </p:cNvSpPr>
          <p:nvPr>
            <p:ph type="body" sz="quarter" idx="12"/>
          </p:nvPr>
        </p:nvSpPr>
        <p:spPr/>
        <p:txBody>
          <a:bodyPr/>
          <a:lstStyle/>
          <a:p>
            <a:r>
              <a:rPr lang="en-US" dirty="0">
                <a:solidFill>
                  <a:schemeClr val="accent1"/>
                </a:solidFill>
              </a:rPr>
              <a:t>Strategy and innovation</a:t>
            </a:r>
          </a:p>
        </p:txBody>
      </p:sp>
      <p:sp>
        <p:nvSpPr>
          <p:cNvPr id="11" name="Text Placeholder 2">
            <a:extLst>
              <a:ext uri="{FF2B5EF4-FFF2-40B4-BE49-F238E27FC236}">
                <a16:creationId xmlns:a16="http://schemas.microsoft.com/office/drawing/2014/main" id="{3E2C3D86-7CA1-0123-5EFF-5DCDF68D1ADE}"/>
              </a:ext>
            </a:extLst>
          </p:cNvPr>
          <p:cNvSpPr txBox="1">
            <a:spLocks/>
          </p:cNvSpPr>
          <p:nvPr/>
        </p:nvSpPr>
        <p:spPr>
          <a:xfrm>
            <a:off x="12767897" y="4572000"/>
            <a:ext cx="7790228" cy="658368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lvl1pPr marL="0" marR="0" indent="0" algn="l" defTabSz="2438400" rtl="0" latinLnBrk="0">
              <a:lnSpc>
                <a:spcPct val="110000"/>
              </a:lnSpc>
              <a:spcBef>
                <a:spcPts val="0"/>
              </a:spcBef>
              <a:spcAft>
                <a:spcPts val="0"/>
              </a:spcAft>
              <a:buClrTx/>
              <a:buSzTx/>
              <a:buFontTx/>
              <a:buNone/>
              <a:tabLst/>
              <a:defRPr sz="3600" b="0" i="0" u="none" strike="noStrike" cap="none" spc="0" baseline="0">
                <a:solidFill>
                  <a:schemeClr val="tx1"/>
                </a:solidFill>
                <a:uFillTx/>
                <a:latin typeface="+mj-lt"/>
                <a:ea typeface="+mj-ea"/>
                <a:cs typeface="+mj-cs"/>
                <a:sym typeface="IBM Plex Sans Light"/>
              </a:defRPr>
            </a:lvl1pPr>
            <a:lvl2pPr marL="444465" marR="0" indent="-446749" algn="l" defTabSz="2438400" rtl="0" latinLnBrk="0">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2pPr>
            <a:lvl3pPr marL="615918" marR="0" indent="-446749" algn="l" defTabSz="2438400" rtl="0" latinLnBrk="0">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3pPr>
            <a:lvl4pPr marL="901671" marR="0" indent="-446749" algn="l" defTabSz="2438400" rtl="0" latinLnBrk="0">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4pPr>
            <a:lvl5pPr marL="1076298" marR="0" indent="-446749" algn="l" defTabSz="2438400" rtl="0" latinLnBrk="0">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5pPr>
            <a:lvl6pPr marL="1843060"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r>
              <a:rPr lang="en-US" sz="2400" kern="0" dirty="0">
                <a:latin typeface="IBM Plex Sans Medm" panose="020B0503050203000203" pitchFamily="34" charset="0"/>
              </a:rPr>
              <a:t>Technology lead</a:t>
            </a:r>
          </a:p>
          <a:p>
            <a:r>
              <a:rPr lang="en-US" sz="2400" kern="0" dirty="0"/>
              <a:t>Offers guidance on applicable IBM technologies and </a:t>
            </a:r>
            <a:br>
              <a:rPr lang="en-US" sz="2400" kern="0" dirty="0"/>
            </a:br>
            <a:r>
              <a:rPr lang="en-US" sz="2400" kern="0" dirty="0"/>
              <a:t>how they will be incorporated to elevate performance </a:t>
            </a:r>
            <a:br>
              <a:rPr lang="en-US" sz="2400" kern="0" dirty="0"/>
            </a:br>
            <a:r>
              <a:rPr lang="en-US" sz="2400" kern="0" dirty="0"/>
              <a:t>and value.</a:t>
            </a:r>
          </a:p>
          <a:p>
            <a:endParaRPr lang="en-US" sz="2400" kern="0" dirty="0"/>
          </a:p>
          <a:p>
            <a:endParaRPr lang="en-US" sz="2400" kern="0" dirty="0"/>
          </a:p>
          <a:p>
            <a:endParaRPr lang="en-US" sz="2400" kern="0" dirty="0"/>
          </a:p>
          <a:p>
            <a:endParaRPr lang="en-US" sz="2400" kern="0" dirty="0"/>
          </a:p>
          <a:p>
            <a:r>
              <a:rPr lang="en-US" sz="2400" kern="0" dirty="0">
                <a:latin typeface="IBM Plex Sans Medm" panose="020B0503050203000203" pitchFamily="34" charset="0"/>
              </a:rPr>
              <a:t>Innovation council and client success lead</a:t>
            </a:r>
          </a:p>
          <a:p>
            <a:r>
              <a:rPr lang="en-US" sz="2400" kern="0" dirty="0"/>
              <a:t>Drive the long-term success of your RPO program by aligning IBM’s ongoing innovations in talent acquisition with client’s hiring needs and manages change across RPO partnership stakeholders, both at the onset of the contract as well as throughout its duration/evolution.</a:t>
            </a:r>
          </a:p>
          <a:p>
            <a:endParaRPr lang="en-US" sz="2400" kern="0" dirty="0"/>
          </a:p>
          <a:p>
            <a:endParaRPr lang="en-US" sz="2400" kern="0" dirty="0"/>
          </a:p>
          <a:p>
            <a:endParaRPr lang="en-US" sz="2400" kern="0" dirty="0"/>
          </a:p>
          <a:p>
            <a:endParaRPr lang="en-US" sz="2400" kern="0" dirty="0"/>
          </a:p>
          <a:p>
            <a:endParaRPr lang="en-US" sz="2400" kern="0" dirty="0"/>
          </a:p>
          <a:p>
            <a:endParaRPr lang="en-US" sz="2400" kern="0" dirty="0"/>
          </a:p>
          <a:p>
            <a:endParaRPr lang="en-US" sz="2400" kern="0" dirty="0"/>
          </a:p>
          <a:p>
            <a:endParaRPr lang="en-US" sz="2400" kern="0" dirty="0"/>
          </a:p>
          <a:p>
            <a:endParaRPr lang="en-US" sz="2400" kern="0" dirty="0"/>
          </a:p>
        </p:txBody>
      </p:sp>
      <p:cxnSp>
        <p:nvCxnSpPr>
          <p:cNvPr id="15" name="Straight Connector 14" descr="Horizontal row divider line">
            <a:extLst>
              <a:ext uri="{FF2B5EF4-FFF2-40B4-BE49-F238E27FC236}">
                <a16:creationId xmlns:a16="http://schemas.microsoft.com/office/drawing/2014/main" id="{CF610735-DCF7-4F07-A6A1-B6283294FDC3}"/>
              </a:ext>
            </a:extLst>
          </p:cNvPr>
          <p:cNvCxnSpPr>
            <a:cxnSpLocks/>
          </p:cNvCxnSpPr>
          <p:nvPr/>
        </p:nvCxnSpPr>
        <p:spPr bwMode="auto">
          <a:xfrm flipH="1">
            <a:off x="12763500" y="7272732"/>
            <a:ext cx="11041063"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3" name="Straight Connector 12" descr="Vertical column divider">
            <a:extLst>
              <a:ext uri="{FF2B5EF4-FFF2-40B4-BE49-F238E27FC236}">
                <a16:creationId xmlns:a16="http://schemas.microsoft.com/office/drawing/2014/main" id="{88163B65-D10F-8E0C-03E1-D303871A2DAC}"/>
              </a:ext>
            </a:extLst>
          </p:cNvPr>
          <p:cNvCxnSpPr>
            <a:cxnSpLocks/>
          </p:cNvCxnSpPr>
          <p:nvPr/>
        </p:nvCxnSpPr>
        <p:spPr bwMode="auto">
          <a:xfrm>
            <a:off x="12192127" y="3044825"/>
            <a:ext cx="0" cy="915035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8" name="Footer Placeholder 17">
            <a:extLst>
              <a:ext uri="{FF2B5EF4-FFF2-40B4-BE49-F238E27FC236}">
                <a16:creationId xmlns:a16="http://schemas.microsoft.com/office/drawing/2014/main" id="{188280FA-204F-9331-5AA7-C4C5D0230AE5}"/>
              </a:ext>
            </a:extLst>
          </p:cNvPr>
          <p:cNvSpPr>
            <a:spLocks noGrp="1"/>
          </p:cNvSpPr>
          <p:nvPr>
            <p:ph type="ftr" sz="quarter" idx="18"/>
          </p:nvPr>
        </p:nvSpPr>
        <p:spPr/>
        <p:txBody>
          <a:bodyPr/>
          <a:lstStyle/>
          <a:p>
            <a:r>
              <a:rPr lang="en-US" dirty="0"/>
              <a:t>Footer</a:t>
            </a:r>
          </a:p>
        </p:txBody>
      </p:sp>
      <p:sp>
        <p:nvSpPr>
          <p:cNvPr id="19" name="Slide Number Placeholder 18">
            <a:extLst>
              <a:ext uri="{FF2B5EF4-FFF2-40B4-BE49-F238E27FC236}">
                <a16:creationId xmlns:a16="http://schemas.microsoft.com/office/drawing/2014/main" id="{4734E0D1-BE4A-7748-5DCF-7A25244299DE}"/>
              </a:ext>
            </a:extLst>
          </p:cNvPr>
          <p:cNvSpPr>
            <a:spLocks noGrp="1"/>
          </p:cNvSpPr>
          <p:nvPr>
            <p:ph type="sldNum" sz="quarter" idx="4"/>
          </p:nvPr>
        </p:nvSpPr>
        <p:spPr/>
        <p:txBody>
          <a:bodyPr/>
          <a:lstStyle/>
          <a:p>
            <a:fld id="{86CB4B4D-7CA3-9044-876B-883B54F8677D}" type="slidenum">
              <a:rPr lang="en-US" smtClean="0"/>
              <a:pPr/>
              <a:t>56</a:t>
            </a:fld>
            <a:endParaRPr lang="en-US" dirty="0"/>
          </a:p>
        </p:txBody>
      </p:sp>
    </p:spTree>
    <p:extLst>
      <p:ext uri="{BB962C8B-B14F-4D97-AF65-F5344CB8AC3E}">
        <p14:creationId xmlns:p14="http://schemas.microsoft.com/office/powerpoint/2010/main" val="580521686"/>
      </p:ext>
    </p:extLst>
  </p:cSld>
  <p:clrMapOvr>
    <a:masterClrMapping/>
  </p:clrMapOvr>
  <p:transition spd="med"/>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438B3043-13F7-78AC-1F73-485A5DE40BB3}"/>
              </a:ext>
            </a:extLst>
          </p:cNvPr>
          <p:cNvSpPr>
            <a:spLocks noGrp="1"/>
          </p:cNvSpPr>
          <p:nvPr>
            <p:ph type="title"/>
          </p:nvPr>
        </p:nvSpPr>
        <p:spPr>
          <a:xfrm>
            <a:off x="576072" y="576072"/>
            <a:ext cx="11038077" cy="1100326"/>
          </a:xfrm>
        </p:spPr>
        <p:txBody>
          <a:bodyPr/>
          <a:lstStyle/>
          <a:p>
            <a:r>
              <a:rPr lang="en-US" altLang="zh-CN" sz="2800" kern="1200" dirty="0">
                <a:solidFill>
                  <a:srgbClr val="000000">
                    <a:lumMod val="95000"/>
                    <a:lumOff val="5000"/>
                  </a:srgbClr>
                </a:solidFill>
              </a:rPr>
              <a:t>To establish market dominance in hybrid cloud consulting, </a:t>
            </a:r>
            <a:br>
              <a:rPr lang="en-US" altLang="zh-CN" sz="2800" kern="1200" dirty="0">
                <a:solidFill>
                  <a:srgbClr val="000000">
                    <a:lumMod val="95000"/>
                    <a:lumOff val="5000"/>
                  </a:srgbClr>
                </a:solidFill>
              </a:rPr>
            </a:br>
            <a:r>
              <a:rPr lang="en-US" altLang="zh-CN" sz="2800" kern="1200" dirty="0">
                <a:solidFill>
                  <a:srgbClr val="000000">
                    <a:lumMod val="95000"/>
                    <a:lumOff val="5000"/>
                  </a:srgbClr>
                </a:solidFill>
              </a:rPr>
              <a:t>hybrid cloud solutions must address two challenges:</a:t>
            </a:r>
            <a:endParaRPr lang="en-RO" sz="2800"/>
          </a:p>
        </p:txBody>
      </p:sp>
      <p:sp>
        <p:nvSpPr>
          <p:cNvPr id="9" name="Title 10">
            <a:extLst>
              <a:ext uri="{FF2B5EF4-FFF2-40B4-BE49-F238E27FC236}">
                <a16:creationId xmlns:a16="http://schemas.microsoft.com/office/drawing/2014/main" id="{FF05EB92-1DCF-8ADC-F751-9E80334E3E45}"/>
              </a:ext>
            </a:extLst>
          </p:cNvPr>
          <p:cNvSpPr txBox="1">
            <a:spLocks/>
          </p:cNvSpPr>
          <p:nvPr/>
        </p:nvSpPr>
        <p:spPr>
          <a:xfrm>
            <a:off x="568227" y="2224799"/>
            <a:ext cx="10093325" cy="87419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lvl1pPr marL="0" marR="0" indent="0" algn="l" defTabSz="2438400" rtl="0" latinLnBrk="0">
              <a:lnSpc>
                <a:spcPct val="110000"/>
              </a:lnSpc>
              <a:spcBef>
                <a:spcPts val="0"/>
              </a:spcBef>
              <a:spcAft>
                <a:spcPts val="0"/>
              </a:spcAft>
              <a:buClrTx/>
              <a:buSzTx/>
              <a:buFontTx/>
              <a:buNone/>
              <a:tabLst/>
              <a:defRPr sz="3600" b="0" i="0" u="none" strike="noStrike" cap="none" spc="0" baseline="0">
                <a:solidFill>
                  <a:schemeClr val="tx1"/>
                </a:solidFill>
                <a:uFillTx/>
                <a:latin typeface="+mj-lt"/>
                <a:ea typeface="+mj-ea"/>
                <a:cs typeface="+mj-cs"/>
                <a:sym typeface="IBM Plex Sans Light"/>
              </a:defRPr>
            </a:lvl1pPr>
            <a:lvl2pPr marL="0" marR="0" indent="0"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2pPr>
            <a:lvl3pPr marL="0" marR="0" indent="0"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3pPr>
            <a:lvl4pPr marL="0" marR="0" indent="0"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4pPr>
            <a:lvl5pPr marL="0" marR="0" indent="0"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5pPr>
            <a:lvl6pPr marL="0" marR="0" indent="362568"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6pPr>
            <a:lvl7pPr marL="0" marR="0" indent="725139"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7pPr>
            <a:lvl8pPr marL="0" marR="0" indent="1087706"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8pPr>
            <a:lvl9pPr marL="0" marR="0" indent="1450276"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9pPr>
          </a:lstStyle>
          <a:p>
            <a:pPr>
              <a:lnSpc>
                <a:spcPct val="100000"/>
              </a:lnSpc>
            </a:pPr>
            <a:r>
              <a:rPr lang="en-US" altLang="zh-CN" sz="4400" dirty="0">
                <a:solidFill>
                  <a:schemeClr val="accent1"/>
                </a:solidFill>
              </a:rPr>
              <a:t>↓</a:t>
            </a:r>
            <a:endParaRPr lang="en-RO" sz="4400" kern="0">
              <a:solidFill>
                <a:schemeClr val="accent1"/>
              </a:solidFill>
            </a:endParaRPr>
          </a:p>
        </p:txBody>
      </p:sp>
      <p:cxnSp>
        <p:nvCxnSpPr>
          <p:cNvPr id="27" name="Straight Connector 26" descr="Horizontal row divider line">
            <a:extLst>
              <a:ext uri="{FF2B5EF4-FFF2-40B4-BE49-F238E27FC236}">
                <a16:creationId xmlns:a16="http://schemas.microsoft.com/office/drawing/2014/main" id="{8672A0D1-604D-17F6-4FD0-49495AD02C7A}"/>
              </a:ext>
            </a:extLst>
          </p:cNvPr>
          <p:cNvCxnSpPr>
            <a:cxnSpLocks/>
          </p:cNvCxnSpPr>
          <p:nvPr/>
        </p:nvCxnSpPr>
        <p:spPr bwMode="auto">
          <a:xfrm flipH="1">
            <a:off x="568325" y="3048000"/>
            <a:ext cx="11050588"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3" name="Text Placeholder 12">
            <a:extLst>
              <a:ext uri="{FF2B5EF4-FFF2-40B4-BE49-F238E27FC236}">
                <a16:creationId xmlns:a16="http://schemas.microsoft.com/office/drawing/2014/main" id="{38A95303-E122-7097-79F1-000DFFEEEC9F}"/>
              </a:ext>
            </a:extLst>
          </p:cNvPr>
          <p:cNvSpPr>
            <a:spLocks noGrp="1"/>
          </p:cNvSpPr>
          <p:nvPr>
            <p:ph type="body" sz="quarter" idx="11"/>
          </p:nvPr>
        </p:nvSpPr>
        <p:spPr>
          <a:xfrm>
            <a:off x="576072" y="3596407"/>
            <a:ext cx="5507227" cy="3822702"/>
          </a:xfrm>
        </p:spPr>
        <p:txBody>
          <a:bodyPr/>
          <a:lstStyle/>
          <a:p>
            <a:pPr>
              <a:lnSpc>
                <a:spcPct val="100000"/>
              </a:lnSpc>
            </a:pPr>
            <a:r>
              <a:rPr lang="en-GB" sz="4400" dirty="0">
                <a:solidFill>
                  <a:schemeClr val="accent1"/>
                </a:solidFill>
              </a:rPr>
              <a:t>01</a:t>
            </a:r>
          </a:p>
          <a:p>
            <a:r>
              <a:rPr lang="en-GB" sz="2800" dirty="0"/>
              <a:t>Help clients address </a:t>
            </a:r>
            <a:br>
              <a:rPr lang="en-GB" sz="2800" dirty="0"/>
            </a:br>
            <a:r>
              <a:rPr lang="en-GB" sz="2800" dirty="0"/>
              <a:t>complexity of Chapter 2 </a:t>
            </a:r>
            <a:br>
              <a:rPr lang="en-GB" sz="2800" dirty="0"/>
            </a:br>
            <a:r>
              <a:rPr lang="en-GB" sz="2800" dirty="0"/>
              <a:t>cloud modernization</a:t>
            </a:r>
          </a:p>
          <a:p>
            <a:endParaRPr lang="en-GB" sz="2800" dirty="0"/>
          </a:p>
          <a:p>
            <a:endParaRPr lang="en-RO" sz="2800"/>
          </a:p>
        </p:txBody>
      </p:sp>
      <p:sp>
        <p:nvSpPr>
          <p:cNvPr id="31" name="Text Placeholder 18">
            <a:extLst>
              <a:ext uri="{FF2B5EF4-FFF2-40B4-BE49-F238E27FC236}">
                <a16:creationId xmlns:a16="http://schemas.microsoft.com/office/drawing/2014/main" id="{24F2E870-DA91-BAF4-1183-BC937750FBF9}"/>
              </a:ext>
            </a:extLst>
          </p:cNvPr>
          <p:cNvSpPr txBox="1">
            <a:spLocks/>
          </p:cNvSpPr>
          <p:nvPr/>
        </p:nvSpPr>
        <p:spPr>
          <a:xfrm>
            <a:off x="6661150" y="3596407"/>
            <a:ext cx="4952999" cy="380170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lvl1pPr marL="0" marR="0" indent="0" algn="l" defTabSz="2438400" rtl="0" latinLnBrk="0">
              <a:lnSpc>
                <a:spcPct val="110000"/>
              </a:lnSpc>
              <a:spcBef>
                <a:spcPts val="0"/>
              </a:spcBef>
              <a:spcAft>
                <a:spcPts val="0"/>
              </a:spcAft>
              <a:buClrTx/>
              <a:buSzTx/>
              <a:buFontTx/>
              <a:buNone/>
              <a:tabLst/>
              <a:defRPr sz="3600" b="0" i="0" u="none" strike="noStrike" cap="none" spc="0" baseline="0">
                <a:solidFill>
                  <a:schemeClr val="tx1"/>
                </a:solidFill>
                <a:uFillTx/>
                <a:latin typeface="+mj-lt"/>
                <a:ea typeface="+mj-ea"/>
                <a:cs typeface="+mj-cs"/>
                <a:sym typeface="IBM Plex Sans Light"/>
              </a:defRPr>
            </a:lvl1pPr>
            <a:lvl2pPr marL="444465" marR="0" indent="-446749" algn="l" defTabSz="2438400" rtl="0" latinLnBrk="0">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2pPr>
            <a:lvl3pPr marL="615918" marR="0" indent="-446749" algn="l" defTabSz="2438400" rtl="0" latinLnBrk="0">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3pPr>
            <a:lvl4pPr marL="901671" marR="0" indent="-446749" algn="l" defTabSz="2438400" rtl="0" latinLnBrk="0">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4pPr>
            <a:lvl5pPr marL="1076298" marR="0" indent="-446749" algn="l" defTabSz="2438400" rtl="0" latinLnBrk="0">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5pPr>
            <a:lvl6pPr marL="1843060"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r>
              <a:rPr lang="en-GB" sz="2000" kern="0" dirty="0">
                <a:latin typeface="IBM Plex Sans" panose="020B0503050203000203" pitchFamily="34" charset="0"/>
              </a:rPr>
              <a:t>Chapter 2 requirements: </a:t>
            </a:r>
          </a:p>
          <a:p>
            <a:pPr marL="256032" lvl="1" indent="-256032"/>
            <a:r>
              <a:rPr lang="en-GB" sz="2000" kern="0" dirty="0">
                <a:latin typeface="IBM Plex Sans" panose="020B0503050203000203" pitchFamily="34" charset="0"/>
              </a:rPr>
              <a:t>Mission-critical middleware, databases and existing apps make up ~60% of the opportunity; bulk of growth will be funded through digital acceleration (80%)</a:t>
            </a:r>
          </a:p>
          <a:p>
            <a:pPr marL="256032" lvl="1" indent="-256032"/>
            <a:r>
              <a:rPr lang="en-GB" sz="2000" kern="0" dirty="0">
                <a:latin typeface="IBM Plex Sans" panose="020B0503050203000203" pitchFamily="34" charset="0"/>
              </a:rPr>
              <a:t>Containerization to increase substantially: ~45%-50% rewrites </a:t>
            </a:r>
            <a:br>
              <a:rPr lang="en-GB" sz="2000" kern="0" dirty="0">
                <a:latin typeface="IBM Plex Sans" panose="020B0503050203000203" pitchFamily="34" charset="0"/>
              </a:rPr>
            </a:br>
            <a:r>
              <a:rPr lang="en-GB" sz="2000" kern="0" dirty="0">
                <a:latin typeface="IBM Plex Sans" panose="020B0503050203000203" pitchFamily="34" charset="0"/>
              </a:rPr>
              <a:t>and ~65% net new</a:t>
            </a:r>
          </a:p>
        </p:txBody>
      </p:sp>
      <p:cxnSp>
        <p:nvCxnSpPr>
          <p:cNvPr id="12" name="Straight Connector 11" descr="Horizontal row divider line">
            <a:extLst>
              <a:ext uri="{FF2B5EF4-FFF2-40B4-BE49-F238E27FC236}">
                <a16:creationId xmlns:a16="http://schemas.microsoft.com/office/drawing/2014/main" id="{3AD3B563-DC55-2323-A581-891CE95D0022}"/>
              </a:ext>
            </a:extLst>
          </p:cNvPr>
          <p:cNvCxnSpPr>
            <a:cxnSpLocks/>
          </p:cNvCxnSpPr>
          <p:nvPr/>
        </p:nvCxnSpPr>
        <p:spPr bwMode="auto">
          <a:xfrm flipH="1">
            <a:off x="568325" y="7622239"/>
            <a:ext cx="11050588"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22" name="Text Placeholder 12">
            <a:extLst>
              <a:ext uri="{FF2B5EF4-FFF2-40B4-BE49-F238E27FC236}">
                <a16:creationId xmlns:a16="http://schemas.microsoft.com/office/drawing/2014/main" id="{C47A2D46-C835-9C37-1F1D-E6FD3132578C}"/>
              </a:ext>
            </a:extLst>
          </p:cNvPr>
          <p:cNvSpPr txBox="1">
            <a:spLocks/>
          </p:cNvSpPr>
          <p:nvPr/>
        </p:nvSpPr>
        <p:spPr>
          <a:xfrm>
            <a:off x="568325" y="7970068"/>
            <a:ext cx="4956175" cy="422509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lvl1pPr marL="0" marR="0" indent="0" algn="l" defTabSz="2438400" rtl="0" latinLnBrk="0">
              <a:lnSpc>
                <a:spcPct val="110000"/>
              </a:lnSpc>
              <a:spcBef>
                <a:spcPts val="0"/>
              </a:spcBef>
              <a:spcAft>
                <a:spcPts val="0"/>
              </a:spcAft>
              <a:buClrTx/>
              <a:buSzTx/>
              <a:buFontTx/>
              <a:buNone/>
              <a:tabLst/>
              <a:defRPr sz="3600" b="0" i="0" u="none" strike="noStrike" cap="none" spc="0" baseline="0">
                <a:solidFill>
                  <a:schemeClr val="tx1"/>
                </a:solidFill>
                <a:uFillTx/>
                <a:latin typeface="+mj-lt"/>
                <a:ea typeface="+mj-ea"/>
                <a:cs typeface="+mj-cs"/>
                <a:sym typeface="IBM Plex Sans Light"/>
              </a:defRPr>
            </a:lvl1pPr>
            <a:lvl2pPr marL="444465" marR="0" indent="-446749" algn="l" defTabSz="2438400" rtl="0" latinLnBrk="0">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2pPr>
            <a:lvl3pPr marL="615918" marR="0" indent="-446749" algn="l" defTabSz="2438400" rtl="0" latinLnBrk="0">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3pPr>
            <a:lvl4pPr marL="901671" marR="0" indent="-446749" algn="l" defTabSz="2438400" rtl="0" latinLnBrk="0">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4pPr>
            <a:lvl5pPr marL="1076298" marR="0" indent="-446749" algn="l" defTabSz="2438400" rtl="0" latinLnBrk="0">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5pPr>
            <a:lvl6pPr marL="1843060"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pPr>
              <a:lnSpc>
                <a:spcPct val="100000"/>
              </a:lnSpc>
            </a:pPr>
            <a:r>
              <a:rPr lang="en-GB" sz="4400" kern="0" dirty="0">
                <a:solidFill>
                  <a:schemeClr val="accent1"/>
                </a:solidFill>
              </a:rPr>
              <a:t>02</a:t>
            </a:r>
          </a:p>
          <a:p>
            <a:r>
              <a:rPr lang="en-GB" sz="2800" kern="0" dirty="0"/>
              <a:t>Simplify and accelerate solutioning and delivery </a:t>
            </a:r>
            <a:br>
              <a:rPr lang="en-GB" sz="2800" kern="0" dirty="0"/>
            </a:br>
            <a:r>
              <a:rPr lang="en-GB" sz="2800" kern="0" dirty="0"/>
              <a:t>at global scale</a:t>
            </a:r>
          </a:p>
          <a:p>
            <a:endParaRPr lang="en-GB" sz="2800" kern="0" dirty="0"/>
          </a:p>
        </p:txBody>
      </p:sp>
      <p:sp>
        <p:nvSpPr>
          <p:cNvPr id="32" name="Text Placeholder 18">
            <a:extLst>
              <a:ext uri="{FF2B5EF4-FFF2-40B4-BE49-F238E27FC236}">
                <a16:creationId xmlns:a16="http://schemas.microsoft.com/office/drawing/2014/main" id="{C108F0AD-3D9D-6426-765D-2DA30781CB91}"/>
              </a:ext>
            </a:extLst>
          </p:cNvPr>
          <p:cNvSpPr txBox="1">
            <a:spLocks/>
          </p:cNvSpPr>
          <p:nvPr/>
        </p:nvSpPr>
        <p:spPr>
          <a:xfrm>
            <a:off x="6661150" y="7970068"/>
            <a:ext cx="4952999" cy="422510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lvl1pPr marL="0" marR="0" indent="0" algn="l" defTabSz="2438400" rtl="0" latinLnBrk="0">
              <a:lnSpc>
                <a:spcPct val="110000"/>
              </a:lnSpc>
              <a:spcBef>
                <a:spcPts val="0"/>
              </a:spcBef>
              <a:spcAft>
                <a:spcPts val="0"/>
              </a:spcAft>
              <a:buClrTx/>
              <a:buSzTx/>
              <a:buFontTx/>
              <a:buNone/>
              <a:tabLst/>
              <a:defRPr sz="3600" b="0" i="0" u="none" strike="noStrike" cap="none" spc="0" baseline="0">
                <a:solidFill>
                  <a:schemeClr val="tx1"/>
                </a:solidFill>
                <a:uFillTx/>
                <a:latin typeface="+mj-lt"/>
                <a:ea typeface="+mj-ea"/>
                <a:cs typeface="+mj-cs"/>
                <a:sym typeface="IBM Plex Sans Light"/>
              </a:defRPr>
            </a:lvl1pPr>
            <a:lvl2pPr marL="444465" marR="0" indent="-446749" algn="l" defTabSz="2438400" rtl="0" latinLnBrk="0">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2pPr>
            <a:lvl3pPr marL="615918" marR="0" indent="-446749" algn="l" defTabSz="2438400" rtl="0" latinLnBrk="0">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3pPr>
            <a:lvl4pPr marL="901671" marR="0" indent="-446749" algn="l" defTabSz="2438400" rtl="0" latinLnBrk="0">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4pPr>
            <a:lvl5pPr marL="1076298" marR="0" indent="-446749" algn="l" defTabSz="2438400" rtl="0" latinLnBrk="0">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5pPr>
            <a:lvl6pPr marL="1843060"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pPr marL="256032" lvl="1" indent="-256032"/>
            <a:r>
              <a:rPr lang="en-GB" sz="2000" kern="0" dirty="0">
                <a:latin typeface="IBM Plex Sans" panose="020B0503050203000203" pitchFamily="34" charset="0"/>
              </a:rPr>
              <a:t>Proposal development relies heavily on a few local experts with multiple handoffs to different SMEs—time consuming and not scalable</a:t>
            </a:r>
          </a:p>
          <a:p>
            <a:pPr marL="256032" lvl="1" indent="-256032"/>
            <a:r>
              <a:rPr lang="en-GB" sz="2000" kern="0" dirty="0">
                <a:latin typeface="IBM Plex Sans" panose="020B0503050203000203" pitchFamily="34" charset="0"/>
              </a:rPr>
              <a:t>Delivery driven by aggregation of best practices, offering content in scope, assets and methods; relying primarily on skills of resources available, leading to inconsistency and higher risk exposure</a:t>
            </a:r>
          </a:p>
          <a:p>
            <a:pPr marL="256032" lvl="1" indent="-256032"/>
            <a:r>
              <a:rPr lang="en-GB" sz="2000" kern="0" dirty="0">
                <a:latin typeface="IBM Plex Sans" panose="020B0503050203000203" pitchFamily="34" charset="0"/>
              </a:rPr>
              <a:t>Limited reuse and harvesting of content development by proposal and client delivery teams globally</a:t>
            </a:r>
          </a:p>
        </p:txBody>
      </p:sp>
      <p:sp>
        <p:nvSpPr>
          <p:cNvPr id="2" name="Rectangle 1" descr="Vertical half slide background in blue 10">
            <a:extLst>
              <a:ext uri="{FF2B5EF4-FFF2-40B4-BE49-F238E27FC236}">
                <a16:creationId xmlns:a16="http://schemas.microsoft.com/office/drawing/2014/main" id="{8740FD69-456A-8114-0BA2-16216F637AD7}"/>
              </a:ext>
            </a:extLst>
          </p:cNvPr>
          <p:cNvSpPr/>
          <p:nvPr/>
        </p:nvSpPr>
        <p:spPr bwMode="auto">
          <a:xfrm>
            <a:off x="12192000" y="0"/>
            <a:ext cx="12195175" cy="13716000"/>
          </a:xfrm>
          <a:prstGeom prst="rect">
            <a:avLst/>
          </a:prstGeom>
          <a:solidFill>
            <a:srgbClr val="E5F6FF"/>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RO" sz="1400" b="0" i="0" u="none" strike="noStrike" cap="none" normalizeH="0" baseline="0">
              <a:ln>
                <a:noFill/>
              </a:ln>
              <a:solidFill>
                <a:schemeClr val="bg1"/>
              </a:solidFill>
              <a:effectLst/>
              <a:latin typeface="+mn-lt"/>
            </a:endParaRPr>
          </a:p>
        </p:txBody>
      </p:sp>
      <p:sp>
        <p:nvSpPr>
          <p:cNvPr id="23" name="Title 10">
            <a:extLst>
              <a:ext uri="{FF2B5EF4-FFF2-40B4-BE49-F238E27FC236}">
                <a16:creationId xmlns:a16="http://schemas.microsoft.com/office/drawing/2014/main" id="{A1C0F050-BB87-C399-3BEB-329F053AFE33}"/>
              </a:ext>
            </a:extLst>
          </p:cNvPr>
          <p:cNvSpPr txBox="1">
            <a:spLocks/>
          </p:cNvSpPr>
          <p:nvPr/>
        </p:nvSpPr>
        <p:spPr>
          <a:xfrm>
            <a:off x="12766675" y="2224799"/>
            <a:ext cx="10093325" cy="76726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lvl1pPr marL="0" marR="0" indent="0" algn="l" defTabSz="2438400" rtl="0" latinLnBrk="0">
              <a:lnSpc>
                <a:spcPct val="110000"/>
              </a:lnSpc>
              <a:spcBef>
                <a:spcPts val="0"/>
              </a:spcBef>
              <a:spcAft>
                <a:spcPts val="0"/>
              </a:spcAft>
              <a:buClrTx/>
              <a:buSzTx/>
              <a:buFontTx/>
              <a:buNone/>
              <a:tabLst/>
              <a:defRPr sz="3600" b="0" i="0" u="none" strike="noStrike" cap="none" spc="0" baseline="0">
                <a:solidFill>
                  <a:schemeClr val="tx1"/>
                </a:solidFill>
                <a:uFillTx/>
                <a:latin typeface="+mj-lt"/>
                <a:ea typeface="+mj-ea"/>
                <a:cs typeface="+mj-cs"/>
                <a:sym typeface="IBM Plex Sans Light"/>
              </a:defRPr>
            </a:lvl1pPr>
            <a:lvl2pPr marL="0" marR="0" indent="0"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2pPr>
            <a:lvl3pPr marL="0" marR="0" indent="0"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3pPr>
            <a:lvl4pPr marL="0" marR="0" indent="0"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4pPr>
            <a:lvl5pPr marL="0" marR="0" indent="0"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5pPr>
            <a:lvl6pPr marL="0" marR="0" indent="362568"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6pPr>
            <a:lvl7pPr marL="0" marR="0" indent="725139"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7pPr>
            <a:lvl8pPr marL="0" marR="0" indent="1087706"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8pPr>
            <a:lvl9pPr marL="0" marR="0" indent="1450276"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9pPr>
          </a:lstStyle>
          <a:p>
            <a:pPr>
              <a:lnSpc>
                <a:spcPct val="100000"/>
              </a:lnSpc>
            </a:pPr>
            <a:r>
              <a:rPr lang="en-US" altLang="zh-CN" sz="4400" kern="1200" dirty="0">
                <a:solidFill>
                  <a:schemeClr val="accent1"/>
                </a:solidFill>
              </a:rPr>
              <a:t>Our actions</a:t>
            </a:r>
            <a:endParaRPr lang="en-RO" sz="4400" kern="0">
              <a:solidFill>
                <a:schemeClr val="accent1"/>
              </a:solidFill>
            </a:endParaRPr>
          </a:p>
        </p:txBody>
      </p:sp>
      <p:cxnSp>
        <p:nvCxnSpPr>
          <p:cNvPr id="8" name="Straight Connector 7" descr="Horizontal row divider line">
            <a:extLst>
              <a:ext uri="{FF2B5EF4-FFF2-40B4-BE49-F238E27FC236}">
                <a16:creationId xmlns:a16="http://schemas.microsoft.com/office/drawing/2014/main" id="{4EF0A842-45BB-9C0C-6303-07500A876365}"/>
              </a:ext>
            </a:extLst>
          </p:cNvPr>
          <p:cNvCxnSpPr>
            <a:cxnSpLocks/>
          </p:cNvCxnSpPr>
          <p:nvPr/>
        </p:nvCxnSpPr>
        <p:spPr bwMode="auto">
          <a:xfrm flipH="1">
            <a:off x="12763500" y="3048000"/>
            <a:ext cx="11049000"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9" name="Text Placeholder 18">
            <a:extLst>
              <a:ext uri="{FF2B5EF4-FFF2-40B4-BE49-F238E27FC236}">
                <a16:creationId xmlns:a16="http://schemas.microsoft.com/office/drawing/2014/main" id="{35B979FB-B77F-43BA-CBC1-99745DB44217}"/>
              </a:ext>
            </a:extLst>
          </p:cNvPr>
          <p:cNvSpPr>
            <a:spLocks noGrp="1"/>
          </p:cNvSpPr>
          <p:nvPr>
            <p:ph type="body" sz="quarter" idx="12"/>
          </p:nvPr>
        </p:nvSpPr>
        <p:spPr>
          <a:xfrm>
            <a:off x="12763500" y="3596407"/>
            <a:ext cx="10096500" cy="3822702"/>
          </a:xfrm>
        </p:spPr>
        <p:txBody>
          <a:bodyPr/>
          <a:lstStyle/>
          <a:p>
            <a:pPr marL="256032" lvl="1" indent="-256032"/>
            <a:r>
              <a:rPr lang="en-GB" sz="2000" dirty="0">
                <a:latin typeface="IBM Plex Sans" panose="020B0503050203000203" pitchFamily="34" charset="0"/>
              </a:rPr>
              <a:t>In 2021, we introduced hybrid cloud journeys to capture Chapter 2 workloads on the Red Hat® OpenShift® platform: middleware, databases and Microsoft applications</a:t>
            </a:r>
          </a:p>
          <a:p>
            <a:pPr marL="256032" lvl="1" indent="-256032"/>
            <a:r>
              <a:rPr lang="en-GB" sz="2000" dirty="0">
                <a:latin typeface="IBM Plex Sans" panose="020B0503050203000203" pitchFamily="34" charset="0"/>
              </a:rPr>
              <a:t>Now we’re expanding hybrid cloud journeys to support migrations and app modernization, and to build on IBM Cloud, Microsoft Azure, Amazon Web Services (AWS) and Google Cloud Platform (GCP)</a:t>
            </a:r>
          </a:p>
          <a:p>
            <a:pPr marL="256032" lvl="1" indent="-256032"/>
            <a:r>
              <a:rPr lang="en-GB" sz="2000" dirty="0">
                <a:latin typeface="IBM Plex Sans" panose="020B0503050203000203" pitchFamily="34" charset="0"/>
              </a:rPr>
              <a:t>Also strengthening capabilities to accelerate existing mainframe modernization</a:t>
            </a:r>
          </a:p>
          <a:p>
            <a:pPr marL="256032" indent="-256032"/>
            <a:endParaRPr lang="en-GB" sz="2000" dirty="0">
              <a:latin typeface="IBM Plex Sans" panose="020B0503050203000203" pitchFamily="34" charset="0"/>
            </a:endParaRPr>
          </a:p>
          <a:p>
            <a:pPr marL="256032" indent="-256032"/>
            <a:endParaRPr lang="en-RO" sz="2000">
              <a:latin typeface="IBM Plex Sans" panose="020B0503050203000203" pitchFamily="34" charset="0"/>
            </a:endParaRPr>
          </a:p>
        </p:txBody>
      </p:sp>
      <p:cxnSp>
        <p:nvCxnSpPr>
          <p:cNvPr id="5" name="Straight Connector 4" descr="Horizontal row divider line">
            <a:extLst>
              <a:ext uri="{FF2B5EF4-FFF2-40B4-BE49-F238E27FC236}">
                <a16:creationId xmlns:a16="http://schemas.microsoft.com/office/drawing/2014/main" id="{218EB20D-5A3B-1206-FA33-81D36B29D4BC}"/>
              </a:ext>
            </a:extLst>
          </p:cNvPr>
          <p:cNvCxnSpPr>
            <a:cxnSpLocks/>
          </p:cNvCxnSpPr>
          <p:nvPr/>
        </p:nvCxnSpPr>
        <p:spPr bwMode="auto">
          <a:xfrm flipH="1">
            <a:off x="12763500" y="7622239"/>
            <a:ext cx="11049000"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30" name="Text Placeholder 18">
            <a:extLst>
              <a:ext uri="{FF2B5EF4-FFF2-40B4-BE49-F238E27FC236}">
                <a16:creationId xmlns:a16="http://schemas.microsoft.com/office/drawing/2014/main" id="{EC2FCEFF-78A8-A91D-9818-AB36D0992795}"/>
              </a:ext>
            </a:extLst>
          </p:cNvPr>
          <p:cNvSpPr txBox="1">
            <a:spLocks/>
          </p:cNvSpPr>
          <p:nvPr/>
        </p:nvSpPr>
        <p:spPr>
          <a:xfrm>
            <a:off x="12763500" y="7970068"/>
            <a:ext cx="10096500" cy="422510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lvl1pPr marL="0" marR="0" indent="0" algn="l" defTabSz="2438400" rtl="0" latinLnBrk="0">
              <a:lnSpc>
                <a:spcPct val="110000"/>
              </a:lnSpc>
              <a:spcBef>
                <a:spcPts val="0"/>
              </a:spcBef>
              <a:spcAft>
                <a:spcPts val="0"/>
              </a:spcAft>
              <a:buClrTx/>
              <a:buSzTx/>
              <a:buFontTx/>
              <a:buNone/>
              <a:tabLst/>
              <a:defRPr sz="3600" b="0" i="0" u="none" strike="noStrike" cap="none" spc="0" baseline="0">
                <a:solidFill>
                  <a:schemeClr val="tx1"/>
                </a:solidFill>
                <a:uFillTx/>
                <a:latin typeface="+mj-lt"/>
                <a:ea typeface="+mj-ea"/>
                <a:cs typeface="+mj-cs"/>
                <a:sym typeface="IBM Plex Sans Light"/>
              </a:defRPr>
            </a:lvl1pPr>
            <a:lvl2pPr marL="444465" marR="0" indent="-446749" algn="l" defTabSz="2438400" rtl="0" latinLnBrk="0">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2pPr>
            <a:lvl3pPr marL="615918" marR="0" indent="-446749" algn="l" defTabSz="2438400" rtl="0" latinLnBrk="0">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3pPr>
            <a:lvl4pPr marL="901671" marR="0" indent="-446749" algn="l" defTabSz="2438400" rtl="0" latinLnBrk="0">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4pPr>
            <a:lvl5pPr marL="1076298" marR="0" indent="-446749" algn="l" defTabSz="2438400" rtl="0" latinLnBrk="0">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5pPr>
            <a:lvl6pPr marL="1843060"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r>
              <a:rPr lang="en-GB" sz="2000" kern="0" dirty="0">
                <a:latin typeface="IBM Plex Sans" panose="020B0503050203000203" pitchFamily="34" charset="0"/>
              </a:rPr>
              <a:t>Through the introduction of the Hybrid Cloud Workbench:</a:t>
            </a:r>
          </a:p>
          <a:p>
            <a:pPr marL="256032" lvl="1" indent="-256032"/>
            <a:r>
              <a:rPr lang="en-GB" sz="2000" kern="0" dirty="0">
                <a:latin typeface="IBM Plex Sans" panose="020B0503050203000203" pitchFamily="34" charset="0"/>
              </a:rPr>
              <a:t>Accelerate discovery, sizing, solutioning and proposal generation, and guided low-touch delivery with codified assets and accelerators, driving consistency and predictability in outcomes</a:t>
            </a:r>
          </a:p>
          <a:p>
            <a:pPr marL="256032" lvl="1" indent="-256032"/>
            <a:r>
              <a:rPr lang="en-GB" sz="2000" kern="0" dirty="0">
                <a:latin typeface="IBM Plex Sans" panose="020B0503050203000203" pitchFamily="34" charset="0"/>
              </a:rPr>
              <a:t>Improve co-creation and reuse of assets through crowdsourcing across clients, acquisitions, partners and open source</a:t>
            </a:r>
          </a:p>
          <a:p>
            <a:pPr marL="256032" lvl="1" indent="-256032"/>
            <a:r>
              <a:rPr lang="en-GB" sz="2000" kern="0" dirty="0">
                <a:latin typeface="IBM Plex Sans" panose="020B0503050203000203" pitchFamily="34" charset="0"/>
              </a:rPr>
              <a:t>Improve branding of Hybrid Cloud Workbench to differentiate against Accenture myNav, Deloitte innoWake, TCS MasterCraft and other competitors</a:t>
            </a:r>
          </a:p>
          <a:p>
            <a:endParaRPr lang="en-GB" sz="2000" kern="0" dirty="0">
              <a:latin typeface="IBM Plex Sans" panose="020B0503050203000203" pitchFamily="34" charset="0"/>
            </a:endParaRPr>
          </a:p>
        </p:txBody>
      </p:sp>
      <p:sp>
        <p:nvSpPr>
          <p:cNvPr id="35" name="Footer Placeholder 3">
            <a:extLst>
              <a:ext uri="{FF2B5EF4-FFF2-40B4-BE49-F238E27FC236}">
                <a16:creationId xmlns:a16="http://schemas.microsoft.com/office/drawing/2014/main" id="{0E228955-E819-5A64-5C86-AFB181B64141}"/>
              </a:ext>
            </a:extLst>
          </p:cNvPr>
          <p:cNvSpPr>
            <a:spLocks noGrp="1"/>
          </p:cNvSpPr>
          <p:nvPr>
            <p:ph type="ftr" sz="quarter" idx="13"/>
          </p:nvPr>
        </p:nvSpPr>
        <p:spPr>
          <a:xfrm>
            <a:off x="568324" y="12804235"/>
            <a:ext cx="4956176" cy="381000"/>
          </a:xfrm>
          <a:prstGeom prst="rect">
            <a:avLst/>
          </a:prstGeom>
        </p:spPr>
        <p:txBody>
          <a:bodyPr vert="horz" lIns="0" tIns="0" rIns="0" bIns="0" rtlCol="0" anchor="b"/>
          <a:lstStyle>
            <a:defPPr>
              <a:defRPr lang="en-US"/>
            </a:defPPr>
            <a:lvl1pPr marL="0" algn="l" defTabSz="1829379" rtl="0" eaLnBrk="1" latinLnBrk="0" hangingPunct="1">
              <a:defRPr sz="1600" b="0" i="0" kern="1200">
                <a:solidFill>
                  <a:schemeClr val="tx1"/>
                </a:solidFill>
                <a:latin typeface="IBM Plex Sans" panose="020B0503050203000203" pitchFamily="34" charset="0"/>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r>
              <a:rPr lang="en-US" dirty="0"/>
              <a:t>Footer</a:t>
            </a:r>
          </a:p>
        </p:txBody>
      </p:sp>
      <p:sp>
        <p:nvSpPr>
          <p:cNvPr id="10" name="Slide Number Placeholder 9">
            <a:extLst>
              <a:ext uri="{FF2B5EF4-FFF2-40B4-BE49-F238E27FC236}">
                <a16:creationId xmlns:a16="http://schemas.microsoft.com/office/drawing/2014/main" id="{08CB32CE-7905-AAFB-79A9-AF84D29DDA41}"/>
              </a:ext>
            </a:extLst>
          </p:cNvPr>
          <p:cNvSpPr>
            <a:spLocks noGrp="1"/>
          </p:cNvSpPr>
          <p:nvPr>
            <p:ph type="sldNum" sz="quarter" idx="4"/>
          </p:nvPr>
        </p:nvSpPr>
        <p:spPr/>
        <p:txBody>
          <a:bodyPr/>
          <a:lstStyle/>
          <a:p>
            <a:fld id="{86CB4B4D-7CA3-9044-876B-883B54F8677D}" type="slidenum">
              <a:rPr lang="en-US" smtClean="0"/>
              <a:pPr/>
              <a:t>57</a:t>
            </a:fld>
            <a:endParaRPr lang="en-US" dirty="0"/>
          </a:p>
        </p:txBody>
      </p:sp>
    </p:spTree>
    <p:extLst>
      <p:ext uri="{BB962C8B-B14F-4D97-AF65-F5344CB8AC3E}">
        <p14:creationId xmlns:p14="http://schemas.microsoft.com/office/powerpoint/2010/main" val="28944317"/>
      </p:ext>
    </p:extLst>
  </p:cSld>
  <p:clrMapOvr>
    <a:masterClrMapping/>
  </p:clrMapOvr>
  <p:transition spd="med"/>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62C6EF-4994-3BD2-4D37-26B13DD1C1F3}"/>
              </a:ext>
            </a:extLst>
          </p:cNvPr>
          <p:cNvSpPr>
            <a:spLocks noGrp="1"/>
          </p:cNvSpPr>
          <p:nvPr>
            <p:ph type="title"/>
          </p:nvPr>
        </p:nvSpPr>
        <p:spPr/>
        <p:txBody>
          <a:bodyPr/>
          <a:lstStyle/>
          <a:p>
            <a:r>
              <a:rPr lang="en-US" sz="3600" dirty="0"/>
              <a:t>IBM Expertise with </a:t>
            </a:r>
            <a:br>
              <a:rPr lang="en-US" sz="3600" dirty="0"/>
            </a:br>
            <a:r>
              <a:rPr lang="en-US" sz="3600" dirty="0"/>
              <a:t>Oracle Cloud HCM and Taleo</a:t>
            </a:r>
            <a:br>
              <a:rPr lang="en-US" sz="3600" dirty="0"/>
            </a:br>
            <a:endParaRPr lang="en-US" sz="3600" dirty="0"/>
          </a:p>
        </p:txBody>
      </p:sp>
      <p:sp>
        <p:nvSpPr>
          <p:cNvPr id="3" name="Text Placeholder 2">
            <a:extLst>
              <a:ext uri="{FF2B5EF4-FFF2-40B4-BE49-F238E27FC236}">
                <a16:creationId xmlns:a16="http://schemas.microsoft.com/office/drawing/2014/main" id="{9E2865AD-D1DA-93EE-548F-D368FB940EB4}"/>
              </a:ext>
            </a:extLst>
          </p:cNvPr>
          <p:cNvSpPr>
            <a:spLocks noGrp="1"/>
          </p:cNvSpPr>
          <p:nvPr>
            <p:ph type="body" sz="quarter" idx="11"/>
          </p:nvPr>
        </p:nvSpPr>
        <p:spPr/>
        <p:txBody>
          <a:bodyPr/>
          <a:lstStyle/>
          <a:p>
            <a:r>
              <a:rPr lang="en-US" sz="2800" dirty="0"/>
              <a:t>IBM has more than 950 Oracle HR consultants who hold 800+ Oracle Cloud HCM and Oracle Taleo certifications. We are a preferred BPO partner for HCM and payroll on the Oracle Cloud platform, and a Cloud Excellence Implementer (CEI) approved for several Oracle Cloud HCM and Taleo modules. </a:t>
            </a:r>
          </a:p>
          <a:p>
            <a:endParaRPr lang="en-US" sz="2800" dirty="0"/>
          </a:p>
        </p:txBody>
      </p:sp>
      <p:sp>
        <p:nvSpPr>
          <p:cNvPr id="5" name="Rectangle 4" descr="Vertical half slide background in blue 10">
            <a:extLst>
              <a:ext uri="{FF2B5EF4-FFF2-40B4-BE49-F238E27FC236}">
                <a16:creationId xmlns:a16="http://schemas.microsoft.com/office/drawing/2014/main" id="{EB408518-74F1-026C-4B1F-8BD2419C5ED0}"/>
              </a:ext>
            </a:extLst>
          </p:cNvPr>
          <p:cNvSpPr/>
          <p:nvPr/>
        </p:nvSpPr>
        <p:spPr bwMode="auto">
          <a:xfrm>
            <a:off x="12192000" y="0"/>
            <a:ext cx="12195175" cy="13716000"/>
          </a:xfrm>
          <a:prstGeom prst="rect">
            <a:avLst/>
          </a:prstGeom>
          <a:solidFill>
            <a:srgbClr val="E5F6FF"/>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RO" sz="1400" b="0" i="0" u="none" strike="noStrike" cap="none" normalizeH="0" baseline="0">
              <a:ln>
                <a:noFill/>
              </a:ln>
              <a:solidFill>
                <a:schemeClr val="bg1"/>
              </a:solidFill>
              <a:effectLst/>
              <a:latin typeface="+mn-lt"/>
            </a:endParaRPr>
          </a:p>
        </p:txBody>
      </p:sp>
      <p:cxnSp>
        <p:nvCxnSpPr>
          <p:cNvPr id="7" name="Straight Connector 6" descr="Horizontal row divider line">
            <a:extLst>
              <a:ext uri="{FF2B5EF4-FFF2-40B4-BE49-F238E27FC236}">
                <a16:creationId xmlns:a16="http://schemas.microsoft.com/office/drawing/2014/main" id="{F6769585-1369-532E-2B26-383FA5DEB73E}"/>
              </a:ext>
              <a:ext uri="{C183D7F6-B498-43B3-948B-1728B52AA6E4}">
                <adec:decorative xmlns:adec="http://schemas.microsoft.com/office/drawing/2017/decorative" val="0"/>
              </a:ext>
            </a:extLst>
          </p:cNvPr>
          <p:cNvCxnSpPr>
            <a:cxnSpLocks/>
          </p:cNvCxnSpPr>
          <p:nvPr/>
        </p:nvCxnSpPr>
        <p:spPr bwMode="auto">
          <a:xfrm>
            <a:off x="12763500" y="3048000"/>
            <a:ext cx="11049000"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0" name="Text Placeholder 1">
            <a:extLst>
              <a:ext uri="{FF2B5EF4-FFF2-40B4-BE49-F238E27FC236}">
                <a16:creationId xmlns:a16="http://schemas.microsoft.com/office/drawing/2014/main" id="{737C047D-2090-4CF0-1965-62CBAA184207}"/>
              </a:ext>
            </a:extLst>
          </p:cNvPr>
          <p:cNvSpPr txBox="1">
            <a:spLocks/>
          </p:cNvSpPr>
          <p:nvPr/>
        </p:nvSpPr>
        <p:spPr>
          <a:xfrm>
            <a:off x="12768263" y="3337561"/>
            <a:ext cx="2342197" cy="95249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lvl1pPr marL="0" marR="0" indent="0" algn="l" defTabSz="2438400" rtl="0" latinLnBrk="0">
              <a:lnSpc>
                <a:spcPct val="100000"/>
              </a:lnSpc>
              <a:spcBef>
                <a:spcPts val="0"/>
              </a:spcBef>
              <a:spcAft>
                <a:spcPts val="0"/>
              </a:spcAft>
              <a:buClrTx/>
              <a:buSzTx/>
              <a:buFontTx/>
              <a:buNone/>
              <a:tabLst/>
              <a:defRPr sz="6400" b="0" i="0" u="none" strike="noStrike" cap="none" spc="0" baseline="0">
                <a:solidFill>
                  <a:schemeClr val="tx1"/>
                </a:solidFill>
                <a:uFillTx/>
                <a:latin typeface="+mj-lt"/>
                <a:ea typeface="+mj-ea"/>
                <a:cs typeface="+mj-cs"/>
                <a:sym typeface="IBM Plex Sans Light"/>
              </a:defRPr>
            </a:lvl1pPr>
            <a:lvl2pPr marL="444465" marR="0" indent="-446749" algn="l" defTabSz="2438400" rtl="0" latinLnBrk="0">
              <a:lnSpc>
                <a:spcPct val="110000"/>
              </a:lnSpc>
              <a:spcBef>
                <a:spcPts val="0"/>
              </a:spcBef>
              <a:spcAft>
                <a:spcPts val="0"/>
              </a:spcAft>
              <a:buClrTx/>
              <a:buSzPct val="100000"/>
              <a:buFontTx/>
              <a:buChar char="–"/>
              <a:tabLst/>
              <a:defRPr sz="2800" b="0" i="0" u="none" strike="noStrike" cap="none" spc="0" baseline="0">
                <a:solidFill>
                  <a:srgbClr val="000000"/>
                </a:solidFill>
                <a:uFillTx/>
                <a:latin typeface="+mj-lt"/>
                <a:ea typeface="+mj-ea"/>
                <a:cs typeface="+mj-cs"/>
                <a:sym typeface="IBM Plex Sans Light"/>
              </a:defRPr>
            </a:lvl2pPr>
            <a:lvl3pPr marL="615918" marR="0" indent="-446749" algn="l" defTabSz="2438400" rtl="0" latinLnBrk="0">
              <a:lnSpc>
                <a:spcPct val="110000"/>
              </a:lnSpc>
              <a:spcBef>
                <a:spcPts val="0"/>
              </a:spcBef>
              <a:spcAft>
                <a:spcPts val="0"/>
              </a:spcAft>
              <a:buClrTx/>
              <a:buSzPct val="100000"/>
              <a:buFontTx/>
              <a:buChar char="•"/>
              <a:tabLst/>
              <a:defRPr sz="2800" b="0" i="0" u="none" strike="noStrike" cap="none" spc="0" baseline="0">
                <a:solidFill>
                  <a:srgbClr val="000000"/>
                </a:solidFill>
                <a:uFillTx/>
                <a:latin typeface="+mj-lt"/>
                <a:ea typeface="+mj-ea"/>
                <a:cs typeface="+mj-cs"/>
                <a:sym typeface="IBM Plex Sans Light"/>
              </a:defRPr>
            </a:lvl3pPr>
            <a:lvl4pPr marL="901671" marR="0" indent="-446749" algn="l" defTabSz="2438400" rtl="0" latinLnBrk="0">
              <a:lnSpc>
                <a:spcPct val="110000"/>
              </a:lnSpc>
              <a:spcBef>
                <a:spcPts val="0"/>
              </a:spcBef>
              <a:spcAft>
                <a:spcPts val="0"/>
              </a:spcAft>
              <a:buClrTx/>
              <a:buSzPct val="100000"/>
              <a:buFontTx/>
              <a:buChar char="–"/>
              <a:tabLst/>
              <a:defRPr sz="2800" b="0" i="0" u="none" strike="noStrike" cap="none" spc="0" baseline="0">
                <a:solidFill>
                  <a:srgbClr val="000000"/>
                </a:solidFill>
                <a:uFillTx/>
                <a:latin typeface="+mj-lt"/>
                <a:ea typeface="+mj-ea"/>
                <a:cs typeface="+mj-cs"/>
                <a:sym typeface="IBM Plex Sans Light"/>
              </a:defRPr>
            </a:lvl4pPr>
            <a:lvl5pPr marL="1076298" marR="0" indent="-446749" algn="l" defTabSz="2438400" rtl="0" latinLnBrk="0">
              <a:lnSpc>
                <a:spcPct val="110000"/>
              </a:lnSpc>
              <a:spcBef>
                <a:spcPts val="0"/>
              </a:spcBef>
              <a:spcAft>
                <a:spcPts val="0"/>
              </a:spcAft>
              <a:buClrTx/>
              <a:buSzPct val="100000"/>
              <a:buFontTx/>
              <a:buChar char="»"/>
              <a:tabLst/>
              <a:defRPr sz="2800" b="0" i="0" u="none" strike="noStrike" cap="none" spc="0" baseline="0">
                <a:solidFill>
                  <a:srgbClr val="000000"/>
                </a:solidFill>
                <a:uFillTx/>
                <a:latin typeface="+mj-lt"/>
                <a:ea typeface="+mj-ea"/>
                <a:cs typeface="+mj-cs"/>
                <a:sym typeface="IBM Plex Sans Light"/>
              </a:defRPr>
            </a:lvl5pPr>
            <a:lvl6pPr marL="1843060"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r>
              <a:rPr lang="en-US" kern="0" dirty="0">
                <a:solidFill>
                  <a:schemeClr val="accent1"/>
                </a:solidFill>
              </a:rPr>
              <a:t>800+</a:t>
            </a:r>
          </a:p>
        </p:txBody>
      </p:sp>
      <p:sp>
        <p:nvSpPr>
          <p:cNvPr id="11" name="Text Placeholder 4">
            <a:extLst>
              <a:ext uri="{FF2B5EF4-FFF2-40B4-BE49-F238E27FC236}">
                <a16:creationId xmlns:a16="http://schemas.microsoft.com/office/drawing/2014/main" id="{D7338D67-AD88-8DD8-B705-59446E94E583}"/>
              </a:ext>
            </a:extLst>
          </p:cNvPr>
          <p:cNvSpPr txBox="1">
            <a:spLocks/>
          </p:cNvSpPr>
          <p:nvPr/>
        </p:nvSpPr>
        <p:spPr>
          <a:xfrm>
            <a:off x="16002000" y="3429001"/>
            <a:ext cx="4363721" cy="95249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lvl1pPr marL="0" marR="0" indent="0" algn="l" defTabSz="2438400" rtl="0" latinLnBrk="0">
              <a:lnSpc>
                <a:spcPct val="110000"/>
              </a:lnSpc>
              <a:spcBef>
                <a:spcPts val="0"/>
              </a:spcBef>
              <a:spcAft>
                <a:spcPts val="0"/>
              </a:spcAft>
              <a:buClrTx/>
              <a:buSzTx/>
              <a:buFontTx/>
              <a:buNone/>
              <a:tabLst/>
              <a:defRPr sz="2800" b="0" i="0" u="none" strike="noStrike" cap="none" spc="0" baseline="0">
                <a:solidFill>
                  <a:schemeClr val="tx1"/>
                </a:solidFill>
                <a:uFillTx/>
                <a:latin typeface="IBM Plex Sans Light" panose="020B0403050203000203" pitchFamily="34" charset="0"/>
                <a:ea typeface="+mj-ea"/>
                <a:cs typeface="+mj-cs"/>
                <a:sym typeface="IBM Plex Sans Light"/>
              </a:defRPr>
            </a:lvl1pPr>
            <a:lvl2pPr marL="444465" marR="0" indent="-446749" algn="l" defTabSz="2438400" rtl="0" latinLnBrk="0">
              <a:lnSpc>
                <a:spcPct val="110000"/>
              </a:lnSpc>
              <a:spcBef>
                <a:spcPts val="0"/>
              </a:spcBef>
              <a:spcAft>
                <a:spcPts val="0"/>
              </a:spcAft>
              <a:buClrTx/>
              <a:buSzPct val="100000"/>
              <a:buFontTx/>
              <a:buChar char="–"/>
              <a:tabLst/>
              <a:defRPr sz="2800" b="0" i="0" u="none" strike="noStrike" cap="none" spc="0" baseline="0">
                <a:solidFill>
                  <a:schemeClr val="tx1"/>
                </a:solidFill>
                <a:uFillTx/>
                <a:latin typeface="IBM Plex Sans Light" panose="020B0403050203000203" pitchFamily="34" charset="0"/>
                <a:ea typeface="+mj-ea"/>
                <a:cs typeface="+mj-cs"/>
                <a:sym typeface="IBM Plex Sans Light"/>
              </a:defRPr>
            </a:lvl2pPr>
            <a:lvl3pPr marL="615918" marR="0" indent="-446749" algn="l" defTabSz="2438400" rtl="0" latinLnBrk="0">
              <a:lnSpc>
                <a:spcPct val="110000"/>
              </a:lnSpc>
              <a:spcBef>
                <a:spcPts val="0"/>
              </a:spcBef>
              <a:spcAft>
                <a:spcPts val="0"/>
              </a:spcAft>
              <a:buClrTx/>
              <a:buSzPct val="100000"/>
              <a:buFontTx/>
              <a:buChar char="•"/>
              <a:tabLst/>
              <a:defRPr sz="2800" b="0" i="0" u="none" strike="noStrike" cap="none" spc="0" baseline="0">
                <a:solidFill>
                  <a:schemeClr val="tx1"/>
                </a:solidFill>
                <a:uFillTx/>
                <a:latin typeface="IBM Plex Sans Light" panose="020B0403050203000203" pitchFamily="34" charset="0"/>
                <a:ea typeface="+mj-ea"/>
                <a:cs typeface="+mj-cs"/>
                <a:sym typeface="IBM Plex Sans Light"/>
              </a:defRPr>
            </a:lvl3pPr>
            <a:lvl4pPr marL="901671" marR="0" indent="-446749" algn="l" defTabSz="2438400" rtl="0" latinLnBrk="0">
              <a:lnSpc>
                <a:spcPct val="110000"/>
              </a:lnSpc>
              <a:spcBef>
                <a:spcPts val="0"/>
              </a:spcBef>
              <a:spcAft>
                <a:spcPts val="0"/>
              </a:spcAft>
              <a:buClrTx/>
              <a:buSzPct val="100000"/>
              <a:buFontTx/>
              <a:buChar char="–"/>
              <a:tabLst/>
              <a:defRPr sz="2800" b="0" i="0" u="none" strike="noStrike" cap="none" spc="0" baseline="0">
                <a:solidFill>
                  <a:schemeClr val="tx1"/>
                </a:solidFill>
                <a:uFillTx/>
                <a:latin typeface="IBM Plex Sans Light" panose="020B0403050203000203" pitchFamily="34" charset="0"/>
                <a:ea typeface="+mj-ea"/>
                <a:cs typeface="+mj-cs"/>
                <a:sym typeface="IBM Plex Sans Light"/>
              </a:defRPr>
            </a:lvl4pPr>
            <a:lvl5pPr marL="1076298" marR="0" indent="-446749" algn="l" defTabSz="2438400" rtl="0" latinLnBrk="0">
              <a:lnSpc>
                <a:spcPct val="110000"/>
              </a:lnSpc>
              <a:spcBef>
                <a:spcPts val="0"/>
              </a:spcBef>
              <a:spcAft>
                <a:spcPts val="0"/>
              </a:spcAft>
              <a:buClrTx/>
              <a:buSzPct val="100000"/>
              <a:buFontTx/>
              <a:buChar char="»"/>
              <a:tabLst/>
              <a:defRPr sz="2800" b="0" i="0" u="none" strike="noStrike" cap="none" spc="0" baseline="0">
                <a:solidFill>
                  <a:schemeClr val="tx1"/>
                </a:solidFill>
                <a:uFillTx/>
                <a:latin typeface="IBM Plex Sans Light" panose="020B0403050203000203" pitchFamily="34" charset="0"/>
                <a:ea typeface="+mj-ea"/>
                <a:cs typeface="+mj-cs"/>
                <a:sym typeface="IBM Plex Sans Light"/>
              </a:defRPr>
            </a:lvl5pPr>
            <a:lvl6pPr marL="1843060"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pPr>
              <a:lnSpc>
                <a:spcPct val="100000"/>
              </a:lnSpc>
            </a:pPr>
            <a:r>
              <a:rPr lang="en-US" kern="0" dirty="0"/>
              <a:t>Oracle Cloud HCM and Taleo certified consultants</a:t>
            </a:r>
          </a:p>
        </p:txBody>
      </p:sp>
      <p:cxnSp>
        <p:nvCxnSpPr>
          <p:cNvPr id="12" name="Straight Connector 11" descr="Horizontal row divider line">
            <a:extLst>
              <a:ext uri="{FF2B5EF4-FFF2-40B4-BE49-F238E27FC236}">
                <a16:creationId xmlns:a16="http://schemas.microsoft.com/office/drawing/2014/main" id="{1692C387-3174-55E9-D56A-00F388E9B66B}"/>
              </a:ext>
              <a:ext uri="{C183D7F6-B498-43B3-948B-1728B52AA6E4}">
                <adec:decorative xmlns:adec="http://schemas.microsoft.com/office/drawing/2017/decorative" val="0"/>
              </a:ext>
            </a:extLst>
          </p:cNvPr>
          <p:cNvCxnSpPr>
            <a:cxnSpLocks/>
          </p:cNvCxnSpPr>
          <p:nvPr/>
        </p:nvCxnSpPr>
        <p:spPr bwMode="auto">
          <a:xfrm>
            <a:off x="12754494" y="5524500"/>
            <a:ext cx="11049000"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22" name="Text Placeholder 1">
            <a:extLst>
              <a:ext uri="{FF2B5EF4-FFF2-40B4-BE49-F238E27FC236}">
                <a16:creationId xmlns:a16="http://schemas.microsoft.com/office/drawing/2014/main" id="{ABF7626F-44DF-FFC2-F082-514BD4E2FDCB}"/>
              </a:ext>
            </a:extLst>
          </p:cNvPr>
          <p:cNvSpPr txBox="1">
            <a:spLocks/>
          </p:cNvSpPr>
          <p:nvPr/>
        </p:nvSpPr>
        <p:spPr>
          <a:xfrm>
            <a:off x="12768263" y="5783581"/>
            <a:ext cx="2342197" cy="95249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lvl1pPr marL="0" marR="0" indent="0" algn="l" defTabSz="2438400" rtl="0" latinLnBrk="0">
              <a:lnSpc>
                <a:spcPct val="100000"/>
              </a:lnSpc>
              <a:spcBef>
                <a:spcPts val="0"/>
              </a:spcBef>
              <a:spcAft>
                <a:spcPts val="0"/>
              </a:spcAft>
              <a:buClrTx/>
              <a:buSzTx/>
              <a:buFontTx/>
              <a:buNone/>
              <a:tabLst/>
              <a:defRPr sz="6400" b="0" i="0" u="none" strike="noStrike" cap="none" spc="0" baseline="0">
                <a:solidFill>
                  <a:schemeClr val="tx1"/>
                </a:solidFill>
                <a:uFillTx/>
                <a:latin typeface="+mj-lt"/>
                <a:ea typeface="+mj-ea"/>
                <a:cs typeface="+mj-cs"/>
                <a:sym typeface="IBM Plex Sans Light"/>
              </a:defRPr>
            </a:lvl1pPr>
            <a:lvl2pPr marL="444465" marR="0" indent="-446749" algn="l" defTabSz="2438400" rtl="0" latinLnBrk="0">
              <a:lnSpc>
                <a:spcPct val="110000"/>
              </a:lnSpc>
              <a:spcBef>
                <a:spcPts val="0"/>
              </a:spcBef>
              <a:spcAft>
                <a:spcPts val="0"/>
              </a:spcAft>
              <a:buClrTx/>
              <a:buSzPct val="100000"/>
              <a:buFontTx/>
              <a:buChar char="–"/>
              <a:tabLst/>
              <a:defRPr sz="2800" b="0" i="0" u="none" strike="noStrike" cap="none" spc="0" baseline="0">
                <a:solidFill>
                  <a:srgbClr val="000000"/>
                </a:solidFill>
                <a:uFillTx/>
                <a:latin typeface="+mj-lt"/>
                <a:ea typeface="+mj-ea"/>
                <a:cs typeface="+mj-cs"/>
                <a:sym typeface="IBM Plex Sans Light"/>
              </a:defRPr>
            </a:lvl2pPr>
            <a:lvl3pPr marL="615918" marR="0" indent="-446749" algn="l" defTabSz="2438400" rtl="0" latinLnBrk="0">
              <a:lnSpc>
                <a:spcPct val="110000"/>
              </a:lnSpc>
              <a:spcBef>
                <a:spcPts val="0"/>
              </a:spcBef>
              <a:spcAft>
                <a:spcPts val="0"/>
              </a:spcAft>
              <a:buClrTx/>
              <a:buSzPct val="100000"/>
              <a:buFontTx/>
              <a:buChar char="•"/>
              <a:tabLst/>
              <a:defRPr sz="2800" b="0" i="0" u="none" strike="noStrike" cap="none" spc="0" baseline="0">
                <a:solidFill>
                  <a:srgbClr val="000000"/>
                </a:solidFill>
                <a:uFillTx/>
                <a:latin typeface="+mj-lt"/>
                <a:ea typeface="+mj-ea"/>
                <a:cs typeface="+mj-cs"/>
                <a:sym typeface="IBM Plex Sans Light"/>
              </a:defRPr>
            </a:lvl3pPr>
            <a:lvl4pPr marL="901671" marR="0" indent="-446749" algn="l" defTabSz="2438400" rtl="0" latinLnBrk="0">
              <a:lnSpc>
                <a:spcPct val="110000"/>
              </a:lnSpc>
              <a:spcBef>
                <a:spcPts val="0"/>
              </a:spcBef>
              <a:spcAft>
                <a:spcPts val="0"/>
              </a:spcAft>
              <a:buClrTx/>
              <a:buSzPct val="100000"/>
              <a:buFontTx/>
              <a:buChar char="–"/>
              <a:tabLst/>
              <a:defRPr sz="2800" b="0" i="0" u="none" strike="noStrike" cap="none" spc="0" baseline="0">
                <a:solidFill>
                  <a:srgbClr val="000000"/>
                </a:solidFill>
                <a:uFillTx/>
                <a:latin typeface="+mj-lt"/>
                <a:ea typeface="+mj-ea"/>
                <a:cs typeface="+mj-cs"/>
                <a:sym typeface="IBM Plex Sans Light"/>
              </a:defRPr>
            </a:lvl4pPr>
            <a:lvl5pPr marL="1076298" marR="0" indent="-446749" algn="l" defTabSz="2438400" rtl="0" latinLnBrk="0">
              <a:lnSpc>
                <a:spcPct val="110000"/>
              </a:lnSpc>
              <a:spcBef>
                <a:spcPts val="0"/>
              </a:spcBef>
              <a:spcAft>
                <a:spcPts val="0"/>
              </a:spcAft>
              <a:buClrTx/>
              <a:buSzPct val="100000"/>
              <a:buFontTx/>
              <a:buChar char="»"/>
              <a:tabLst/>
              <a:defRPr sz="2800" b="0" i="0" u="none" strike="noStrike" cap="none" spc="0" baseline="0">
                <a:solidFill>
                  <a:srgbClr val="000000"/>
                </a:solidFill>
                <a:uFillTx/>
                <a:latin typeface="+mj-lt"/>
                <a:ea typeface="+mj-ea"/>
                <a:cs typeface="+mj-cs"/>
                <a:sym typeface="IBM Plex Sans Light"/>
              </a:defRPr>
            </a:lvl5pPr>
            <a:lvl6pPr marL="1843060"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r>
              <a:rPr lang="en-US" kern="0" dirty="0">
                <a:solidFill>
                  <a:schemeClr val="accent1"/>
                </a:solidFill>
              </a:rPr>
              <a:t>35+</a:t>
            </a:r>
          </a:p>
        </p:txBody>
      </p:sp>
      <p:sp>
        <p:nvSpPr>
          <p:cNvPr id="23" name="Text Placeholder 4">
            <a:extLst>
              <a:ext uri="{FF2B5EF4-FFF2-40B4-BE49-F238E27FC236}">
                <a16:creationId xmlns:a16="http://schemas.microsoft.com/office/drawing/2014/main" id="{70CF9E95-27CD-2F4C-688C-3FB05455D9DC}"/>
              </a:ext>
            </a:extLst>
          </p:cNvPr>
          <p:cNvSpPr txBox="1">
            <a:spLocks/>
          </p:cNvSpPr>
          <p:nvPr/>
        </p:nvSpPr>
        <p:spPr>
          <a:xfrm>
            <a:off x="16002000" y="5920741"/>
            <a:ext cx="4363721" cy="95249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lvl1pPr marL="0" marR="0" indent="0" algn="l" defTabSz="2438400" rtl="0" latinLnBrk="0">
              <a:lnSpc>
                <a:spcPct val="110000"/>
              </a:lnSpc>
              <a:spcBef>
                <a:spcPts val="0"/>
              </a:spcBef>
              <a:spcAft>
                <a:spcPts val="0"/>
              </a:spcAft>
              <a:buClrTx/>
              <a:buSzTx/>
              <a:buFontTx/>
              <a:buNone/>
              <a:tabLst/>
              <a:defRPr sz="2800" b="0" i="0" u="none" strike="noStrike" cap="none" spc="0" baseline="0">
                <a:solidFill>
                  <a:schemeClr val="tx1"/>
                </a:solidFill>
                <a:uFillTx/>
                <a:latin typeface="IBM Plex Sans Light" panose="020B0403050203000203" pitchFamily="34" charset="0"/>
                <a:ea typeface="+mj-ea"/>
                <a:cs typeface="+mj-cs"/>
                <a:sym typeface="IBM Plex Sans Light"/>
              </a:defRPr>
            </a:lvl1pPr>
            <a:lvl2pPr marL="444465" marR="0" indent="-446749" algn="l" defTabSz="2438400" rtl="0" latinLnBrk="0">
              <a:lnSpc>
                <a:spcPct val="110000"/>
              </a:lnSpc>
              <a:spcBef>
                <a:spcPts val="0"/>
              </a:spcBef>
              <a:spcAft>
                <a:spcPts val="0"/>
              </a:spcAft>
              <a:buClrTx/>
              <a:buSzPct val="100000"/>
              <a:buFontTx/>
              <a:buChar char="–"/>
              <a:tabLst/>
              <a:defRPr sz="2800" b="0" i="0" u="none" strike="noStrike" cap="none" spc="0" baseline="0">
                <a:solidFill>
                  <a:schemeClr val="tx1"/>
                </a:solidFill>
                <a:uFillTx/>
                <a:latin typeface="IBM Plex Sans Light" panose="020B0403050203000203" pitchFamily="34" charset="0"/>
                <a:ea typeface="+mj-ea"/>
                <a:cs typeface="+mj-cs"/>
                <a:sym typeface="IBM Plex Sans Light"/>
              </a:defRPr>
            </a:lvl2pPr>
            <a:lvl3pPr marL="615918" marR="0" indent="-446749" algn="l" defTabSz="2438400" rtl="0" latinLnBrk="0">
              <a:lnSpc>
                <a:spcPct val="110000"/>
              </a:lnSpc>
              <a:spcBef>
                <a:spcPts val="0"/>
              </a:spcBef>
              <a:spcAft>
                <a:spcPts val="0"/>
              </a:spcAft>
              <a:buClrTx/>
              <a:buSzPct val="100000"/>
              <a:buFontTx/>
              <a:buChar char="•"/>
              <a:tabLst/>
              <a:defRPr sz="2800" b="0" i="0" u="none" strike="noStrike" cap="none" spc="0" baseline="0">
                <a:solidFill>
                  <a:schemeClr val="tx1"/>
                </a:solidFill>
                <a:uFillTx/>
                <a:latin typeface="IBM Plex Sans Light" panose="020B0403050203000203" pitchFamily="34" charset="0"/>
                <a:ea typeface="+mj-ea"/>
                <a:cs typeface="+mj-cs"/>
                <a:sym typeface="IBM Plex Sans Light"/>
              </a:defRPr>
            </a:lvl3pPr>
            <a:lvl4pPr marL="901671" marR="0" indent="-446749" algn="l" defTabSz="2438400" rtl="0" latinLnBrk="0">
              <a:lnSpc>
                <a:spcPct val="110000"/>
              </a:lnSpc>
              <a:spcBef>
                <a:spcPts val="0"/>
              </a:spcBef>
              <a:spcAft>
                <a:spcPts val="0"/>
              </a:spcAft>
              <a:buClrTx/>
              <a:buSzPct val="100000"/>
              <a:buFontTx/>
              <a:buChar char="–"/>
              <a:tabLst/>
              <a:defRPr sz="2800" b="0" i="0" u="none" strike="noStrike" cap="none" spc="0" baseline="0">
                <a:solidFill>
                  <a:schemeClr val="tx1"/>
                </a:solidFill>
                <a:uFillTx/>
                <a:latin typeface="IBM Plex Sans Light" panose="020B0403050203000203" pitchFamily="34" charset="0"/>
                <a:ea typeface="+mj-ea"/>
                <a:cs typeface="+mj-cs"/>
                <a:sym typeface="IBM Plex Sans Light"/>
              </a:defRPr>
            </a:lvl4pPr>
            <a:lvl5pPr marL="1076298" marR="0" indent="-446749" algn="l" defTabSz="2438400" rtl="0" latinLnBrk="0">
              <a:lnSpc>
                <a:spcPct val="110000"/>
              </a:lnSpc>
              <a:spcBef>
                <a:spcPts val="0"/>
              </a:spcBef>
              <a:spcAft>
                <a:spcPts val="0"/>
              </a:spcAft>
              <a:buClrTx/>
              <a:buSzPct val="100000"/>
              <a:buFontTx/>
              <a:buChar char="»"/>
              <a:tabLst/>
              <a:defRPr sz="2800" b="0" i="0" u="none" strike="noStrike" cap="none" spc="0" baseline="0">
                <a:solidFill>
                  <a:schemeClr val="tx1"/>
                </a:solidFill>
                <a:uFillTx/>
                <a:latin typeface="IBM Plex Sans Light" panose="020B0403050203000203" pitchFamily="34" charset="0"/>
                <a:ea typeface="+mj-ea"/>
                <a:cs typeface="+mj-cs"/>
                <a:sym typeface="IBM Plex Sans Light"/>
              </a:defRPr>
            </a:lvl5pPr>
            <a:lvl6pPr marL="1843060"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pPr>
              <a:lnSpc>
                <a:spcPct val="100000"/>
              </a:lnSpc>
            </a:pPr>
            <a:r>
              <a:rPr lang="en-US" kern="0" dirty="0"/>
              <a:t>Oracle Cloud HCM and Taleo go-lives </a:t>
            </a:r>
          </a:p>
        </p:txBody>
      </p:sp>
      <p:cxnSp>
        <p:nvCxnSpPr>
          <p:cNvPr id="13" name="Straight Connector 12" descr="Horizontal row divider line">
            <a:extLst>
              <a:ext uri="{FF2B5EF4-FFF2-40B4-BE49-F238E27FC236}">
                <a16:creationId xmlns:a16="http://schemas.microsoft.com/office/drawing/2014/main" id="{0DCF7BCC-4DEE-9438-06F3-D31DF113372D}"/>
              </a:ext>
              <a:ext uri="{C183D7F6-B498-43B3-948B-1728B52AA6E4}">
                <adec:decorative xmlns:adec="http://schemas.microsoft.com/office/drawing/2017/decorative" val="0"/>
              </a:ext>
            </a:extLst>
          </p:cNvPr>
          <p:cNvCxnSpPr>
            <a:cxnSpLocks/>
          </p:cNvCxnSpPr>
          <p:nvPr/>
        </p:nvCxnSpPr>
        <p:spPr bwMode="auto">
          <a:xfrm>
            <a:off x="12763500" y="8001000"/>
            <a:ext cx="11049000"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24" name="Text Placeholder 1">
            <a:extLst>
              <a:ext uri="{FF2B5EF4-FFF2-40B4-BE49-F238E27FC236}">
                <a16:creationId xmlns:a16="http://schemas.microsoft.com/office/drawing/2014/main" id="{BE995837-3A39-256A-94C5-CAD828DEF7AB}"/>
              </a:ext>
            </a:extLst>
          </p:cNvPr>
          <p:cNvSpPr txBox="1">
            <a:spLocks/>
          </p:cNvSpPr>
          <p:nvPr/>
        </p:nvSpPr>
        <p:spPr>
          <a:xfrm>
            <a:off x="12768263" y="8293325"/>
            <a:ext cx="2342197" cy="95249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lvl1pPr marL="0" marR="0" indent="0" algn="l" defTabSz="2438400" rtl="0" latinLnBrk="0">
              <a:lnSpc>
                <a:spcPct val="100000"/>
              </a:lnSpc>
              <a:spcBef>
                <a:spcPts val="0"/>
              </a:spcBef>
              <a:spcAft>
                <a:spcPts val="0"/>
              </a:spcAft>
              <a:buClrTx/>
              <a:buSzTx/>
              <a:buFontTx/>
              <a:buNone/>
              <a:tabLst/>
              <a:defRPr sz="6400" b="0" i="0" u="none" strike="noStrike" cap="none" spc="0" baseline="0">
                <a:solidFill>
                  <a:schemeClr val="tx1"/>
                </a:solidFill>
                <a:uFillTx/>
                <a:latin typeface="+mj-lt"/>
                <a:ea typeface="+mj-ea"/>
                <a:cs typeface="+mj-cs"/>
                <a:sym typeface="IBM Plex Sans Light"/>
              </a:defRPr>
            </a:lvl1pPr>
            <a:lvl2pPr marL="444465" marR="0" indent="-446749" algn="l" defTabSz="2438400" rtl="0" latinLnBrk="0">
              <a:lnSpc>
                <a:spcPct val="110000"/>
              </a:lnSpc>
              <a:spcBef>
                <a:spcPts val="0"/>
              </a:spcBef>
              <a:spcAft>
                <a:spcPts val="0"/>
              </a:spcAft>
              <a:buClrTx/>
              <a:buSzPct val="100000"/>
              <a:buFontTx/>
              <a:buChar char="–"/>
              <a:tabLst/>
              <a:defRPr sz="2800" b="0" i="0" u="none" strike="noStrike" cap="none" spc="0" baseline="0">
                <a:solidFill>
                  <a:srgbClr val="000000"/>
                </a:solidFill>
                <a:uFillTx/>
                <a:latin typeface="+mj-lt"/>
                <a:ea typeface="+mj-ea"/>
                <a:cs typeface="+mj-cs"/>
                <a:sym typeface="IBM Plex Sans Light"/>
              </a:defRPr>
            </a:lvl2pPr>
            <a:lvl3pPr marL="615918" marR="0" indent="-446749" algn="l" defTabSz="2438400" rtl="0" latinLnBrk="0">
              <a:lnSpc>
                <a:spcPct val="110000"/>
              </a:lnSpc>
              <a:spcBef>
                <a:spcPts val="0"/>
              </a:spcBef>
              <a:spcAft>
                <a:spcPts val="0"/>
              </a:spcAft>
              <a:buClrTx/>
              <a:buSzPct val="100000"/>
              <a:buFontTx/>
              <a:buChar char="•"/>
              <a:tabLst/>
              <a:defRPr sz="2800" b="0" i="0" u="none" strike="noStrike" cap="none" spc="0" baseline="0">
                <a:solidFill>
                  <a:srgbClr val="000000"/>
                </a:solidFill>
                <a:uFillTx/>
                <a:latin typeface="+mj-lt"/>
                <a:ea typeface="+mj-ea"/>
                <a:cs typeface="+mj-cs"/>
                <a:sym typeface="IBM Plex Sans Light"/>
              </a:defRPr>
            </a:lvl3pPr>
            <a:lvl4pPr marL="901671" marR="0" indent="-446749" algn="l" defTabSz="2438400" rtl="0" latinLnBrk="0">
              <a:lnSpc>
                <a:spcPct val="110000"/>
              </a:lnSpc>
              <a:spcBef>
                <a:spcPts val="0"/>
              </a:spcBef>
              <a:spcAft>
                <a:spcPts val="0"/>
              </a:spcAft>
              <a:buClrTx/>
              <a:buSzPct val="100000"/>
              <a:buFontTx/>
              <a:buChar char="–"/>
              <a:tabLst/>
              <a:defRPr sz="2800" b="0" i="0" u="none" strike="noStrike" cap="none" spc="0" baseline="0">
                <a:solidFill>
                  <a:srgbClr val="000000"/>
                </a:solidFill>
                <a:uFillTx/>
                <a:latin typeface="+mj-lt"/>
                <a:ea typeface="+mj-ea"/>
                <a:cs typeface="+mj-cs"/>
                <a:sym typeface="IBM Plex Sans Light"/>
              </a:defRPr>
            </a:lvl4pPr>
            <a:lvl5pPr marL="1076298" marR="0" indent="-446749" algn="l" defTabSz="2438400" rtl="0" latinLnBrk="0">
              <a:lnSpc>
                <a:spcPct val="110000"/>
              </a:lnSpc>
              <a:spcBef>
                <a:spcPts val="0"/>
              </a:spcBef>
              <a:spcAft>
                <a:spcPts val="0"/>
              </a:spcAft>
              <a:buClrTx/>
              <a:buSzPct val="100000"/>
              <a:buFontTx/>
              <a:buChar char="»"/>
              <a:tabLst/>
              <a:defRPr sz="2800" b="0" i="0" u="none" strike="noStrike" cap="none" spc="0" baseline="0">
                <a:solidFill>
                  <a:srgbClr val="000000"/>
                </a:solidFill>
                <a:uFillTx/>
                <a:latin typeface="+mj-lt"/>
                <a:ea typeface="+mj-ea"/>
                <a:cs typeface="+mj-cs"/>
                <a:sym typeface="IBM Plex Sans Light"/>
              </a:defRPr>
            </a:lvl5pPr>
            <a:lvl6pPr marL="1843060"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r>
              <a:rPr lang="en-US" kern="0" dirty="0">
                <a:solidFill>
                  <a:schemeClr val="accent1"/>
                </a:solidFill>
              </a:rPr>
              <a:t>8</a:t>
            </a:r>
          </a:p>
        </p:txBody>
      </p:sp>
      <p:sp>
        <p:nvSpPr>
          <p:cNvPr id="25" name="Text Placeholder 4">
            <a:extLst>
              <a:ext uri="{FF2B5EF4-FFF2-40B4-BE49-F238E27FC236}">
                <a16:creationId xmlns:a16="http://schemas.microsoft.com/office/drawing/2014/main" id="{91BCFB98-379B-84C2-2334-79F1F09FC4F1}"/>
              </a:ext>
            </a:extLst>
          </p:cNvPr>
          <p:cNvSpPr txBox="1">
            <a:spLocks/>
          </p:cNvSpPr>
          <p:nvPr/>
        </p:nvSpPr>
        <p:spPr>
          <a:xfrm>
            <a:off x="16002000" y="8407631"/>
            <a:ext cx="4838700" cy="95249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lvl1pPr marL="0" marR="0" indent="0" algn="l" defTabSz="2438400" rtl="0" latinLnBrk="0">
              <a:lnSpc>
                <a:spcPct val="110000"/>
              </a:lnSpc>
              <a:spcBef>
                <a:spcPts val="0"/>
              </a:spcBef>
              <a:spcAft>
                <a:spcPts val="0"/>
              </a:spcAft>
              <a:buClrTx/>
              <a:buSzTx/>
              <a:buFontTx/>
              <a:buNone/>
              <a:tabLst/>
              <a:defRPr sz="2800" b="0" i="0" u="none" strike="noStrike" cap="none" spc="0" baseline="0">
                <a:solidFill>
                  <a:schemeClr val="tx1"/>
                </a:solidFill>
                <a:uFillTx/>
                <a:latin typeface="IBM Plex Sans Light" panose="020B0403050203000203" pitchFamily="34" charset="0"/>
                <a:ea typeface="+mj-ea"/>
                <a:cs typeface="+mj-cs"/>
                <a:sym typeface="IBM Plex Sans Light"/>
              </a:defRPr>
            </a:lvl1pPr>
            <a:lvl2pPr marL="444465" marR="0" indent="-446749" algn="l" defTabSz="2438400" rtl="0" latinLnBrk="0">
              <a:lnSpc>
                <a:spcPct val="110000"/>
              </a:lnSpc>
              <a:spcBef>
                <a:spcPts val="0"/>
              </a:spcBef>
              <a:spcAft>
                <a:spcPts val="0"/>
              </a:spcAft>
              <a:buClrTx/>
              <a:buSzPct val="100000"/>
              <a:buFontTx/>
              <a:buChar char="–"/>
              <a:tabLst/>
              <a:defRPr sz="2800" b="0" i="0" u="none" strike="noStrike" cap="none" spc="0" baseline="0">
                <a:solidFill>
                  <a:schemeClr val="tx1"/>
                </a:solidFill>
                <a:uFillTx/>
                <a:latin typeface="IBM Plex Sans Light" panose="020B0403050203000203" pitchFamily="34" charset="0"/>
                <a:ea typeface="+mj-ea"/>
                <a:cs typeface="+mj-cs"/>
                <a:sym typeface="IBM Plex Sans Light"/>
              </a:defRPr>
            </a:lvl2pPr>
            <a:lvl3pPr marL="615918" marR="0" indent="-446749" algn="l" defTabSz="2438400" rtl="0" latinLnBrk="0">
              <a:lnSpc>
                <a:spcPct val="110000"/>
              </a:lnSpc>
              <a:spcBef>
                <a:spcPts val="0"/>
              </a:spcBef>
              <a:spcAft>
                <a:spcPts val="0"/>
              </a:spcAft>
              <a:buClrTx/>
              <a:buSzPct val="100000"/>
              <a:buFontTx/>
              <a:buChar char="•"/>
              <a:tabLst/>
              <a:defRPr sz="2800" b="0" i="0" u="none" strike="noStrike" cap="none" spc="0" baseline="0">
                <a:solidFill>
                  <a:schemeClr val="tx1"/>
                </a:solidFill>
                <a:uFillTx/>
                <a:latin typeface="IBM Plex Sans Light" panose="020B0403050203000203" pitchFamily="34" charset="0"/>
                <a:ea typeface="+mj-ea"/>
                <a:cs typeface="+mj-cs"/>
                <a:sym typeface="IBM Plex Sans Light"/>
              </a:defRPr>
            </a:lvl3pPr>
            <a:lvl4pPr marL="901671" marR="0" indent="-446749" algn="l" defTabSz="2438400" rtl="0" latinLnBrk="0">
              <a:lnSpc>
                <a:spcPct val="110000"/>
              </a:lnSpc>
              <a:spcBef>
                <a:spcPts val="0"/>
              </a:spcBef>
              <a:spcAft>
                <a:spcPts val="0"/>
              </a:spcAft>
              <a:buClrTx/>
              <a:buSzPct val="100000"/>
              <a:buFontTx/>
              <a:buChar char="–"/>
              <a:tabLst/>
              <a:defRPr sz="2800" b="0" i="0" u="none" strike="noStrike" cap="none" spc="0" baseline="0">
                <a:solidFill>
                  <a:schemeClr val="tx1"/>
                </a:solidFill>
                <a:uFillTx/>
                <a:latin typeface="IBM Plex Sans Light" panose="020B0403050203000203" pitchFamily="34" charset="0"/>
                <a:ea typeface="+mj-ea"/>
                <a:cs typeface="+mj-cs"/>
                <a:sym typeface="IBM Plex Sans Light"/>
              </a:defRPr>
            </a:lvl4pPr>
            <a:lvl5pPr marL="1076298" marR="0" indent="-446749" algn="l" defTabSz="2438400" rtl="0" latinLnBrk="0">
              <a:lnSpc>
                <a:spcPct val="110000"/>
              </a:lnSpc>
              <a:spcBef>
                <a:spcPts val="0"/>
              </a:spcBef>
              <a:spcAft>
                <a:spcPts val="0"/>
              </a:spcAft>
              <a:buClrTx/>
              <a:buSzPct val="100000"/>
              <a:buFontTx/>
              <a:buChar char="»"/>
              <a:tabLst/>
              <a:defRPr sz="2800" b="0" i="0" u="none" strike="noStrike" cap="none" spc="0" baseline="0">
                <a:solidFill>
                  <a:schemeClr val="tx1"/>
                </a:solidFill>
                <a:uFillTx/>
                <a:latin typeface="IBM Plex Sans Light" panose="020B0403050203000203" pitchFamily="34" charset="0"/>
                <a:ea typeface="+mj-ea"/>
                <a:cs typeface="+mj-cs"/>
                <a:sym typeface="IBM Plex Sans Light"/>
              </a:defRPr>
            </a:lvl5pPr>
            <a:lvl6pPr marL="1843060"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pPr>
              <a:lnSpc>
                <a:spcPct val="100000"/>
              </a:lnSpc>
            </a:pPr>
            <a:r>
              <a:rPr lang="en-US" kern="0" dirty="0"/>
              <a:t>CEI approved for eight Cloud HCM </a:t>
            </a:r>
            <a:r>
              <a:rPr lang="en-US" dirty="0">
                <a:ea typeface="IBM Plex Sans" charset="0"/>
                <a:cs typeface="IBM Plex Sans" charset="0"/>
              </a:rPr>
              <a:t>and Taleo modules</a:t>
            </a:r>
          </a:p>
        </p:txBody>
      </p:sp>
      <p:sp>
        <p:nvSpPr>
          <p:cNvPr id="6" name="Footer Placeholder 5">
            <a:extLst>
              <a:ext uri="{FF2B5EF4-FFF2-40B4-BE49-F238E27FC236}">
                <a16:creationId xmlns:a16="http://schemas.microsoft.com/office/drawing/2014/main" id="{548F6680-B0BB-5A97-B568-F48C2A177F3E}"/>
              </a:ext>
            </a:extLst>
          </p:cNvPr>
          <p:cNvSpPr>
            <a:spLocks noGrp="1"/>
          </p:cNvSpPr>
          <p:nvPr>
            <p:ph type="ftr" sz="quarter" idx="13"/>
          </p:nvPr>
        </p:nvSpPr>
        <p:spPr>
          <a:xfrm>
            <a:off x="568324" y="12804235"/>
            <a:ext cx="4956176" cy="381000"/>
          </a:xfrm>
          <a:prstGeom prst="rect">
            <a:avLst/>
          </a:prstGeom>
        </p:spPr>
        <p:txBody>
          <a:bodyPr vert="horz" lIns="0" tIns="0" rIns="0" bIns="0" rtlCol="0" anchor="b"/>
          <a:lstStyle>
            <a:defPPr>
              <a:defRPr lang="en-US"/>
            </a:defPPr>
            <a:lvl1pPr marL="0" algn="l" defTabSz="1829379" rtl="0" eaLnBrk="1" latinLnBrk="0" hangingPunct="1">
              <a:defRPr sz="1600" b="0" i="0" kern="1200">
                <a:solidFill>
                  <a:schemeClr val="tx1"/>
                </a:solidFill>
                <a:latin typeface="IBM Plex Sans" panose="020B0503050203000203" pitchFamily="34" charset="0"/>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r>
              <a:rPr lang="en-US" dirty="0"/>
              <a:t>Footer</a:t>
            </a:r>
          </a:p>
        </p:txBody>
      </p:sp>
      <p:sp>
        <p:nvSpPr>
          <p:cNvPr id="15" name="Slide Number Placeholder 14">
            <a:extLst>
              <a:ext uri="{FF2B5EF4-FFF2-40B4-BE49-F238E27FC236}">
                <a16:creationId xmlns:a16="http://schemas.microsoft.com/office/drawing/2014/main" id="{6409C2F7-F2BE-C502-9FFC-7F858BAB1048}"/>
              </a:ext>
            </a:extLst>
          </p:cNvPr>
          <p:cNvSpPr>
            <a:spLocks noGrp="1"/>
          </p:cNvSpPr>
          <p:nvPr>
            <p:ph type="sldNum" sz="quarter" idx="4"/>
          </p:nvPr>
        </p:nvSpPr>
        <p:spPr/>
        <p:txBody>
          <a:bodyPr/>
          <a:lstStyle/>
          <a:p>
            <a:fld id="{86CB4B4D-7CA3-9044-876B-883B54F8677D}" type="slidenum">
              <a:rPr lang="en-US" smtClean="0"/>
              <a:pPr/>
              <a:t>58</a:t>
            </a:fld>
            <a:endParaRPr lang="en-US" dirty="0"/>
          </a:p>
        </p:txBody>
      </p:sp>
    </p:spTree>
    <p:extLst>
      <p:ext uri="{BB962C8B-B14F-4D97-AF65-F5344CB8AC3E}">
        <p14:creationId xmlns:p14="http://schemas.microsoft.com/office/powerpoint/2010/main" val="2103104009"/>
      </p:ext>
    </p:extLst>
  </p:cSld>
  <p:clrMapOvr>
    <a:masterClrMapping/>
  </p:clrMapOvr>
  <p:transition spd="med"/>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A63B98A-63E0-51EE-3452-1453E3FD6512}"/>
              </a:ext>
            </a:extLst>
          </p:cNvPr>
          <p:cNvSpPr>
            <a:spLocks noGrp="1"/>
          </p:cNvSpPr>
          <p:nvPr>
            <p:ph type="title"/>
          </p:nvPr>
        </p:nvSpPr>
        <p:spPr>
          <a:xfrm>
            <a:off x="576072" y="576072"/>
            <a:ext cx="4949825" cy="2852928"/>
          </a:xfrm>
        </p:spPr>
        <p:txBody>
          <a:bodyPr/>
          <a:lstStyle/>
          <a:p>
            <a:r>
              <a:rPr lang="en-US" sz="3600" dirty="0"/>
              <a:t>Understanding the disconnect between buyers and sellers</a:t>
            </a:r>
          </a:p>
        </p:txBody>
      </p:sp>
      <p:sp>
        <p:nvSpPr>
          <p:cNvPr id="16" name="Text Placeholder 4">
            <a:extLst>
              <a:ext uri="{FF2B5EF4-FFF2-40B4-BE49-F238E27FC236}">
                <a16:creationId xmlns:a16="http://schemas.microsoft.com/office/drawing/2014/main" id="{7752AE41-7625-5CA7-A671-43D99E22E35A}"/>
              </a:ext>
            </a:extLst>
          </p:cNvPr>
          <p:cNvSpPr txBox="1">
            <a:spLocks/>
          </p:cNvSpPr>
          <p:nvPr/>
        </p:nvSpPr>
        <p:spPr>
          <a:xfrm>
            <a:off x="576072" y="3043270"/>
            <a:ext cx="4955820" cy="870437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lvl1pPr marL="0" marR="0" indent="0" algn="l" defTabSz="2438400" rtl="0" latinLnBrk="0">
              <a:lnSpc>
                <a:spcPct val="110000"/>
              </a:lnSpc>
              <a:spcBef>
                <a:spcPts val="2900"/>
              </a:spcBef>
              <a:spcAft>
                <a:spcPts val="0"/>
              </a:spcAft>
              <a:buClrTx/>
              <a:buSzTx/>
              <a:buFontTx/>
              <a:buNone/>
              <a:tabLst/>
              <a:defRPr sz="3600" b="0" i="0" u="none" strike="noStrike" cap="none" spc="0" baseline="0">
                <a:solidFill>
                  <a:srgbClr val="000000"/>
                </a:solidFill>
                <a:uFillTx/>
                <a:latin typeface="+mj-lt"/>
                <a:ea typeface="+mj-ea"/>
                <a:cs typeface="+mj-cs"/>
                <a:sym typeface="IBM Plex Sans Light"/>
              </a:defRPr>
            </a:lvl1pPr>
            <a:lvl2pPr marL="444465" marR="0" indent="-446749" algn="l" defTabSz="2438400" rtl="0" latinLnBrk="0">
              <a:lnSpc>
                <a:spcPct val="11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2pPr>
            <a:lvl3pPr marL="615918" marR="0" indent="-446749" algn="l" defTabSz="2438400" rtl="0" latinLnBrk="0">
              <a:lnSpc>
                <a:spcPct val="11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3pPr>
            <a:lvl4pPr marL="901671" marR="0" indent="-446749" algn="l" defTabSz="2438400" rtl="0" latinLnBrk="0">
              <a:lnSpc>
                <a:spcPct val="11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4pPr>
            <a:lvl5pPr marL="1076298" marR="0" indent="-446749" algn="l" defTabSz="2438400" rtl="0" latinLnBrk="0">
              <a:lnSpc>
                <a:spcPct val="11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5pPr>
            <a:lvl6pPr marL="1843060"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pPr marL="256032" lvl="1" indent="-256032">
              <a:spcBef>
                <a:spcPts val="0"/>
              </a:spcBef>
            </a:pPr>
            <a:r>
              <a:rPr lang="en-US" sz="2400" dirty="0"/>
              <a:t>Buyers’ expectations have </a:t>
            </a:r>
            <a:br>
              <a:rPr lang="en-US" sz="2400" dirty="0"/>
            </a:br>
            <a:r>
              <a:rPr lang="en-US" sz="2400" dirty="0"/>
              <a:t>skyrocketed and many organizations have not kept pace</a:t>
            </a:r>
          </a:p>
          <a:p>
            <a:pPr marL="256032" lvl="1" indent="-256032">
              <a:spcBef>
                <a:spcPts val="0"/>
              </a:spcBef>
            </a:pPr>
            <a:r>
              <a:rPr lang="en-US" sz="2400" dirty="0"/>
              <a:t>Internal competing objectives and priorities causing silos and lack of coordination</a:t>
            </a:r>
          </a:p>
          <a:p>
            <a:pPr marL="256032" lvl="1" indent="-256032">
              <a:spcBef>
                <a:spcPts val="0"/>
              </a:spcBef>
            </a:pPr>
            <a:r>
              <a:rPr lang="en-US" sz="2400" dirty="0"/>
              <a:t>Complex tech, process and compensation integration due </a:t>
            </a:r>
            <a:br>
              <a:rPr lang="en-US" sz="2400" dirty="0"/>
            </a:br>
            <a:r>
              <a:rPr lang="en-US" sz="2400" dirty="0"/>
              <a:t>to M&amp;A</a:t>
            </a:r>
          </a:p>
          <a:p>
            <a:pPr marL="256032" lvl="1" indent="-256032">
              <a:spcBef>
                <a:spcPts val="0"/>
              </a:spcBef>
            </a:pPr>
            <a:r>
              <a:rPr lang="en-US" sz="2400" dirty="0"/>
              <a:t>High turnover</a:t>
            </a:r>
          </a:p>
          <a:p>
            <a:pPr marL="256032" lvl="1" indent="-256032">
              <a:spcBef>
                <a:spcPts val="0"/>
              </a:spcBef>
            </a:pPr>
            <a:r>
              <a:rPr lang="en-US" sz="2400" dirty="0"/>
              <a:t>Lack of modernization of processes and workflows, causing friction in the system</a:t>
            </a:r>
          </a:p>
          <a:p>
            <a:pPr marL="256032" lvl="1" indent="-256032">
              <a:spcBef>
                <a:spcPts val="0"/>
              </a:spcBef>
            </a:pPr>
            <a:r>
              <a:rPr lang="en-US" sz="2400" dirty="0"/>
              <a:t>Failed tech platform programs that did not deliver on the promised KPIs</a:t>
            </a:r>
          </a:p>
        </p:txBody>
      </p:sp>
      <p:sp>
        <p:nvSpPr>
          <p:cNvPr id="17" name="Text Placeholder 4">
            <a:extLst>
              <a:ext uri="{FF2B5EF4-FFF2-40B4-BE49-F238E27FC236}">
                <a16:creationId xmlns:a16="http://schemas.microsoft.com/office/drawing/2014/main" id="{AC0A2D2B-B1E0-2F05-FABA-66BC95488FA9}"/>
              </a:ext>
            </a:extLst>
          </p:cNvPr>
          <p:cNvSpPr txBox="1">
            <a:spLocks/>
          </p:cNvSpPr>
          <p:nvPr/>
        </p:nvSpPr>
        <p:spPr>
          <a:xfrm>
            <a:off x="6669088" y="3043270"/>
            <a:ext cx="4949825" cy="870437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lvl1pPr marL="0" marR="0" indent="0" algn="l" defTabSz="2438400" rtl="0" latinLnBrk="0">
              <a:lnSpc>
                <a:spcPct val="110000"/>
              </a:lnSpc>
              <a:spcBef>
                <a:spcPts val="2900"/>
              </a:spcBef>
              <a:spcAft>
                <a:spcPts val="0"/>
              </a:spcAft>
              <a:buClrTx/>
              <a:buSzTx/>
              <a:buFontTx/>
              <a:buNone/>
              <a:tabLst/>
              <a:defRPr sz="3600" b="0" i="0" u="none" strike="noStrike" cap="none" spc="0" baseline="0">
                <a:solidFill>
                  <a:srgbClr val="000000"/>
                </a:solidFill>
                <a:uFillTx/>
                <a:latin typeface="+mj-lt"/>
                <a:ea typeface="+mj-ea"/>
                <a:cs typeface="+mj-cs"/>
                <a:sym typeface="IBM Plex Sans Light"/>
              </a:defRPr>
            </a:lvl1pPr>
            <a:lvl2pPr marL="444465" marR="0" indent="-446749" algn="l" defTabSz="2438400" rtl="0" latinLnBrk="0">
              <a:lnSpc>
                <a:spcPct val="11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2pPr>
            <a:lvl3pPr marL="615918" marR="0" indent="-446749" algn="l" defTabSz="2438400" rtl="0" latinLnBrk="0">
              <a:lnSpc>
                <a:spcPct val="11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3pPr>
            <a:lvl4pPr marL="901671" marR="0" indent="-446749" algn="l" defTabSz="2438400" rtl="0" latinLnBrk="0">
              <a:lnSpc>
                <a:spcPct val="11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4pPr>
            <a:lvl5pPr marL="1076298" marR="0" indent="-446749" algn="l" defTabSz="2438400" rtl="0" latinLnBrk="0">
              <a:lnSpc>
                <a:spcPct val="11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5pPr>
            <a:lvl6pPr marL="1843060"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pPr>
              <a:spcBef>
                <a:spcPts val="0"/>
              </a:spcBef>
            </a:pPr>
            <a:r>
              <a:rPr lang="en-US" sz="2400" dirty="0">
                <a:solidFill>
                  <a:schemeClr val="accent1"/>
                </a:solidFill>
                <a:latin typeface="+mn-lt"/>
              </a:rPr>
              <a:t>That is why we have launched the business of intelligent sales. </a:t>
            </a:r>
          </a:p>
          <a:p>
            <a:pPr>
              <a:spcBef>
                <a:spcPts val="0"/>
              </a:spcBef>
            </a:pPr>
            <a:endParaRPr lang="en-US" sz="2400" dirty="0">
              <a:latin typeface="+mn-lt"/>
            </a:endParaRPr>
          </a:p>
          <a:p>
            <a:pPr>
              <a:spcBef>
                <a:spcPts val="0"/>
              </a:spcBef>
            </a:pPr>
            <a:r>
              <a:rPr lang="en-US" sz="2400" dirty="0">
                <a:latin typeface="+mn-lt"/>
              </a:rPr>
              <a:t>We are laser-focused on driving </a:t>
            </a:r>
            <a:br>
              <a:rPr lang="en-US" sz="2400" dirty="0">
                <a:latin typeface="+mn-lt"/>
              </a:rPr>
            </a:br>
            <a:r>
              <a:rPr lang="en-US" sz="2400" dirty="0">
                <a:latin typeface="+mn-lt"/>
              </a:rPr>
              <a:t>top-line growth by bridging the gap between sellers and buyers, from the moment a buyer has a need through a seller making a product or service available, to the final moment of truth, when the buyers’ and sellers’ needs are fully satisfied.</a:t>
            </a:r>
          </a:p>
          <a:p>
            <a:pPr>
              <a:spcBef>
                <a:spcPts val="0"/>
              </a:spcBef>
            </a:pPr>
            <a:endParaRPr lang="en-US" sz="2400" dirty="0">
              <a:latin typeface="+mn-lt"/>
            </a:endParaRPr>
          </a:p>
          <a:p>
            <a:pPr>
              <a:spcBef>
                <a:spcPts val="0"/>
              </a:spcBef>
            </a:pPr>
            <a:endParaRPr lang="en-US" sz="2400" dirty="0">
              <a:latin typeface="+mn-lt"/>
            </a:endParaRPr>
          </a:p>
          <a:p>
            <a:pPr>
              <a:spcBef>
                <a:spcPts val="0"/>
              </a:spcBef>
            </a:pPr>
            <a:endParaRPr lang="en-US" sz="2400" dirty="0">
              <a:latin typeface="+mn-lt"/>
            </a:endParaRPr>
          </a:p>
          <a:p>
            <a:pPr>
              <a:spcBef>
                <a:spcPts val="0"/>
              </a:spcBef>
            </a:pPr>
            <a:endParaRPr lang="en-US" sz="2400" dirty="0">
              <a:latin typeface="+mn-lt"/>
            </a:endParaRPr>
          </a:p>
        </p:txBody>
      </p:sp>
      <p:sp>
        <p:nvSpPr>
          <p:cNvPr id="4" name="Rectangle 3" descr="Vertical half slide background in blue 10">
            <a:extLst>
              <a:ext uri="{FF2B5EF4-FFF2-40B4-BE49-F238E27FC236}">
                <a16:creationId xmlns:a16="http://schemas.microsoft.com/office/drawing/2014/main" id="{A1BE571A-4C95-3795-72F1-9AEB84D032F7}"/>
              </a:ext>
            </a:extLst>
          </p:cNvPr>
          <p:cNvSpPr/>
          <p:nvPr/>
        </p:nvSpPr>
        <p:spPr bwMode="auto">
          <a:xfrm>
            <a:off x="12193587" y="0"/>
            <a:ext cx="12193588" cy="13738225"/>
          </a:xfrm>
          <a:prstGeom prst="rect">
            <a:avLst/>
          </a:prstGeom>
          <a:solidFill>
            <a:srgbClr val="E5F6FF"/>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RO" sz="1400" b="0" i="0" u="none" strike="noStrike" cap="none" normalizeH="0" baseline="0">
              <a:ln>
                <a:noFill/>
              </a:ln>
              <a:solidFill>
                <a:schemeClr val="bg1"/>
              </a:solidFill>
              <a:effectLst/>
              <a:latin typeface="+mn-lt"/>
            </a:endParaRPr>
          </a:p>
        </p:txBody>
      </p:sp>
      <p:sp>
        <p:nvSpPr>
          <p:cNvPr id="12" name="Text Placeholder 4">
            <a:extLst>
              <a:ext uri="{FF2B5EF4-FFF2-40B4-BE49-F238E27FC236}">
                <a16:creationId xmlns:a16="http://schemas.microsoft.com/office/drawing/2014/main" id="{F7A7C029-98A2-6017-F59E-42E64A57D118}"/>
              </a:ext>
            </a:extLst>
          </p:cNvPr>
          <p:cNvSpPr txBox="1">
            <a:spLocks/>
          </p:cNvSpPr>
          <p:nvPr/>
        </p:nvSpPr>
        <p:spPr>
          <a:xfrm>
            <a:off x="18859500" y="3043270"/>
            <a:ext cx="4930775" cy="168751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lvl1pPr marL="0" marR="0" indent="0" algn="l" defTabSz="2438400" rtl="0" eaLnBrk="1" latinLnBrk="0" hangingPunct="1">
              <a:lnSpc>
                <a:spcPct val="110000"/>
              </a:lnSpc>
              <a:spcBef>
                <a:spcPts val="0"/>
              </a:spcBef>
              <a:spcAft>
                <a:spcPts val="0"/>
              </a:spcAft>
              <a:buClrTx/>
              <a:buSzTx/>
              <a:buFontTx/>
              <a:buNone/>
              <a:tabLst/>
              <a:defRPr sz="3600" b="0" i="0" u="none" strike="noStrike" cap="none" spc="0" baseline="0">
                <a:solidFill>
                  <a:schemeClr val="tx1"/>
                </a:solidFill>
                <a:uFillTx/>
                <a:latin typeface="+mj-lt"/>
                <a:ea typeface="+mj-ea"/>
                <a:cs typeface="+mj-cs"/>
                <a:sym typeface="IBM Plex Sans Light"/>
              </a:defRPr>
            </a:lvl1pPr>
            <a:lvl2pPr marL="329184"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2pPr>
            <a:lvl3pPr marL="658368"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3pPr>
            <a:lvl4pPr marL="987552"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4pPr>
            <a:lvl5pPr marL="1143000" marR="0" indent="-457200" algn="l" defTabSz="2438400" rtl="0" eaLnBrk="1" latinLnBrk="0" hangingPunct="1">
              <a:lnSpc>
                <a:spcPct val="110000"/>
              </a:lnSpc>
              <a:spcBef>
                <a:spcPts val="2900"/>
              </a:spcBef>
              <a:spcAft>
                <a:spcPts val="0"/>
              </a:spcAft>
              <a:buClrTx/>
              <a:buSzPct val="100000"/>
              <a:buFont typeface="IBM Plex Sans" panose="020B0604020202020204" pitchFamily="34" charset="0"/>
              <a:buChar char="•"/>
              <a:tabLst/>
              <a:defRPr sz="3600" b="0" i="0" u="none" strike="noStrike" cap="none" spc="0" baseline="0">
                <a:solidFill>
                  <a:srgbClr val="000000"/>
                </a:solidFill>
                <a:uFillTx/>
                <a:latin typeface="+mj-lt"/>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r>
              <a:rPr lang="en-US" sz="2400" kern="0" dirty="0"/>
              <a:t>Only 20% of buyers see sellers as </a:t>
            </a:r>
            <a:br>
              <a:rPr lang="en-US" sz="2400" kern="0" dirty="0"/>
            </a:br>
            <a:r>
              <a:rPr lang="en-US" sz="2400" kern="0" dirty="0"/>
              <a:t>a resource to solve their problems.</a:t>
            </a:r>
          </a:p>
          <a:p>
            <a:endParaRPr lang="en-US" sz="2400" kern="0" dirty="0"/>
          </a:p>
        </p:txBody>
      </p:sp>
      <p:sp>
        <p:nvSpPr>
          <p:cNvPr id="18" name="Text Placeholder 1">
            <a:extLst>
              <a:ext uri="{FF2B5EF4-FFF2-40B4-BE49-F238E27FC236}">
                <a16:creationId xmlns:a16="http://schemas.microsoft.com/office/drawing/2014/main" id="{ADFA7F65-3866-7704-B8A9-5C5282CC646F}"/>
              </a:ext>
            </a:extLst>
          </p:cNvPr>
          <p:cNvSpPr txBox="1">
            <a:spLocks/>
          </p:cNvSpPr>
          <p:nvPr/>
        </p:nvSpPr>
        <p:spPr>
          <a:xfrm>
            <a:off x="12765088" y="2889394"/>
            <a:ext cx="4951412" cy="168751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lvl1pPr marL="0" marR="0" indent="0" algn="l" defTabSz="2438400" rtl="0" eaLnBrk="1" latinLnBrk="0" hangingPunct="1">
              <a:lnSpc>
                <a:spcPct val="110000"/>
              </a:lnSpc>
              <a:spcBef>
                <a:spcPts val="0"/>
              </a:spcBef>
              <a:spcAft>
                <a:spcPts val="0"/>
              </a:spcAft>
              <a:buClrTx/>
              <a:buSzTx/>
              <a:buFontTx/>
              <a:buNone/>
              <a:tabLst/>
              <a:defRPr sz="3600" b="0" i="0" u="none" strike="noStrike" cap="none" spc="0" baseline="0">
                <a:solidFill>
                  <a:schemeClr val="tx1"/>
                </a:solidFill>
                <a:uFillTx/>
                <a:latin typeface="+mj-lt"/>
                <a:ea typeface="+mj-ea"/>
                <a:cs typeface="+mj-cs"/>
                <a:sym typeface="IBM Plex Sans Light"/>
              </a:defRPr>
            </a:lvl1pPr>
            <a:lvl2pPr marL="329184"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2pPr>
            <a:lvl3pPr marL="658368"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3pPr>
            <a:lvl4pPr marL="987552"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4pPr>
            <a:lvl5pPr marL="1143000" marR="0" indent="-457200" algn="l" defTabSz="2438400" rtl="0" eaLnBrk="1" latinLnBrk="0" hangingPunct="1">
              <a:lnSpc>
                <a:spcPct val="110000"/>
              </a:lnSpc>
              <a:spcBef>
                <a:spcPts val="2900"/>
              </a:spcBef>
              <a:spcAft>
                <a:spcPts val="0"/>
              </a:spcAft>
              <a:buClrTx/>
              <a:buSzPct val="100000"/>
              <a:buFont typeface="IBM Plex Sans" panose="020B0604020202020204" pitchFamily="34" charset="0"/>
              <a:buChar char="•"/>
              <a:tabLst/>
              <a:defRPr sz="3600" b="0" i="0" u="none" strike="noStrike" cap="none" spc="0" baseline="0">
                <a:solidFill>
                  <a:srgbClr val="000000"/>
                </a:solidFill>
                <a:uFillTx/>
                <a:latin typeface="+mj-lt"/>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pPr>
              <a:lnSpc>
                <a:spcPct val="100000"/>
              </a:lnSpc>
            </a:pPr>
            <a:r>
              <a:rPr lang="en-US" sz="6400" kern="0" dirty="0">
                <a:solidFill>
                  <a:schemeClr val="accent1"/>
                </a:solidFill>
              </a:rPr>
              <a:t>20%</a:t>
            </a:r>
          </a:p>
        </p:txBody>
      </p:sp>
      <p:cxnSp>
        <p:nvCxnSpPr>
          <p:cNvPr id="13" name="Straight Connector 12" descr="Horizontal row divider line">
            <a:extLst>
              <a:ext uri="{FF2B5EF4-FFF2-40B4-BE49-F238E27FC236}">
                <a16:creationId xmlns:a16="http://schemas.microsoft.com/office/drawing/2014/main" id="{0C7E5766-65FF-6B4C-AB4C-F0B97E0FDE0D}"/>
              </a:ext>
            </a:extLst>
          </p:cNvPr>
          <p:cNvCxnSpPr>
            <a:cxnSpLocks/>
          </p:cNvCxnSpPr>
          <p:nvPr/>
        </p:nvCxnSpPr>
        <p:spPr bwMode="auto">
          <a:xfrm>
            <a:off x="12775974" y="5421728"/>
            <a:ext cx="11036526"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9" name="Text Placeholder 7">
            <a:extLst>
              <a:ext uri="{FF2B5EF4-FFF2-40B4-BE49-F238E27FC236}">
                <a16:creationId xmlns:a16="http://schemas.microsoft.com/office/drawing/2014/main" id="{E488F214-8182-348D-57F1-1A5A912FC8C3}"/>
              </a:ext>
            </a:extLst>
          </p:cNvPr>
          <p:cNvSpPr txBox="1">
            <a:spLocks/>
          </p:cNvSpPr>
          <p:nvPr/>
        </p:nvSpPr>
        <p:spPr>
          <a:xfrm>
            <a:off x="12765088" y="5588144"/>
            <a:ext cx="4951412" cy="16891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lvl1pPr marL="0" marR="0" indent="0" algn="l" defTabSz="2438400" rtl="0" eaLnBrk="1" latinLnBrk="0" hangingPunct="1">
              <a:lnSpc>
                <a:spcPct val="110000"/>
              </a:lnSpc>
              <a:spcBef>
                <a:spcPts val="0"/>
              </a:spcBef>
              <a:spcAft>
                <a:spcPts val="0"/>
              </a:spcAft>
              <a:buClrTx/>
              <a:buSzTx/>
              <a:buFontTx/>
              <a:buNone/>
              <a:tabLst/>
              <a:defRPr sz="3600" b="0" i="0" u="none" strike="noStrike" cap="none" spc="0" baseline="0">
                <a:solidFill>
                  <a:schemeClr val="tx1"/>
                </a:solidFill>
                <a:uFillTx/>
                <a:latin typeface="+mj-lt"/>
                <a:ea typeface="+mj-ea"/>
                <a:cs typeface="+mj-cs"/>
                <a:sym typeface="IBM Plex Sans Light"/>
              </a:defRPr>
            </a:lvl1pPr>
            <a:lvl2pPr marL="329184"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2pPr>
            <a:lvl3pPr marL="658368"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3pPr>
            <a:lvl4pPr marL="987552"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4pPr>
            <a:lvl5pPr marL="1143000" marR="0" indent="-457200" algn="l" defTabSz="2438400" rtl="0" eaLnBrk="1" latinLnBrk="0" hangingPunct="1">
              <a:lnSpc>
                <a:spcPct val="110000"/>
              </a:lnSpc>
              <a:spcBef>
                <a:spcPts val="2900"/>
              </a:spcBef>
              <a:spcAft>
                <a:spcPts val="0"/>
              </a:spcAft>
              <a:buClrTx/>
              <a:buSzPct val="100000"/>
              <a:buFont typeface="IBM Plex Sans" panose="020B0604020202020204" pitchFamily="34" charset="0"/>
              <a:buChar char="•"/>
              <a:tabLst/>
              <a:defRPr sz="3600" b="0" i="0" u="none" strike="noStrike" cap="none" spc="0" baseline="0">
                <a:solidFill>
                  <a:srgbClr val="000000"/>
                </a:solidFill>
                <a:uFillTx/>
                <a:latin typeface="+mj-lt"/>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r>
              <a:rPr lang="en-US" sz="6400" kern="0" dirty="0">
                <a:solidFill>
                  <a:schemeClr val="accent1"/>
                </a:solidFill>
              </a:rPr>
              <a:t>25%</a:t>
            </a:r>
          </a:p>
        </p:txBody>
      </p:sp>
      <p:sp>
        <p:nvSpPr>
          <p:cNvPr id="20" name="Text Placeholder 5">
            <a:extLst>
              <a:ext uri="{FF2B5EF4-FFF2-40B4-BE49-F238E27FC236}">
                <a16:creationId xmlns:a16="http://schemas.microsoft.com/office/drawing/2014/main" id="{A4CCA59A-201A-4714-0515-B7D1349D4EF4}"/>
              </a:ext>
            </a:extLst>
          </p:cNvPr>
          <p:cNvSpPr txBox="1">
            <a:spLocks/>
          </p:cNvSpPr>
          <p:nvPr/>
        </p:nvSpPr>
        <p:spPr>
          <a:xfrm>
            <a:off x="18859500" y="5737369"/>
            <a:ext cx="4521200" cy="24892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lvl1pPr marL="0" marR="0" indent="0" algn="l" defTabSz="2438400" rtl="0" eaLnBrk="1" latinLnBrk="0" hangingPunct="1">
              <a:lnSpc>
                <a:spcPct val="110000"/>
              </a:lnSpc>
              <a:spcBef>
                <a:spcPts val="0"/>
              </a:spcBef>
              <a:spcAft>
                <a:spcPts val="0"/>
              </a:spcAft>
              <a:buClrTx/>
              <a:buSzTx/>
              <a:buFontTx/>
              <a:buNone/>
              <a:tabLst/>
              <a:defRPr sz="3600" b="0" i="0" u="none" strike="noStrike" cap="none" spc="0" baseline="0">
                <a:solidFill>
                  <a:schemeClr val="tx1"/>
                </a:solidFill>
                <a:uFillTx/>
                <a:latin typeface="+mj-lt"/>
                <a:ea typeface="+mj-ea"/>
                <a:cs typeface="+mj-cs"/>
                <a:sym typeface="IBM Plex Sans Light"/>
              </a:defRPr>
            </a:lvl1pPr>
            <a:lvl2pPr marL="329184"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2pPr>
            <a:lvl3pPr marL="658368"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3pPr>
            <a:lvl4pPr marL="987552"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4pPr>
            <a:lvl5pPr marL="1143000" marR="0" indent="-457200" algn="l" defTabSz="2438400" rtl="0" eaLnBrk="1" latinLnBrk="0" hangingPunct="1">
              <a:lnSpc>
                <a:spcPct val="110000"/>
              </a:lnSpc>
              <a:spcBef>
                <a:spcPts val="2900"/>
              </a:spcBef>
              <a:spcAft>
                <a:spcPts val="0"/>
              </a:spcAft>
              <a:buClrTx/>
              <a:buSzPct val="100000"/>
              <a:buFont typeface="IBM Plex Sans" panose="020B0604020202020204" pitchFamily="34" charset="0"/>
              <a:buChar char="•"/>
              <a:tabLst/>
              <a:defRPr sz="3600" b="0" i="0" u="none" strike="noStrike" cap="none" spc="0" baseline="0">
                <a:solidFill>
                  <a:srgbClr val="000000"/>
                </a:solidFill>
                <a:uFillTx/>
                <a:latin typeface="+mj-lt"/>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r>
              <a:rPr lang="en-US" sz="2400" kern="0" dirty="0"/>
              <a:t>The success rate for businesses at launching new initiatives and markets to capture new revenue streams is 25%</a:t>
            </a:r>
          </a:p>
        </p:txBody>
      </p:sp>
      <p:cxnSp>
        <p:nvCxnSpPr>
          <p:cNvPr id="11" name="Straight Connector 10" descr="Horizontal row divider line">
            <a:extLst>
              <a:ext uri="{FF2B5EF4-FFF2-40B4-BE49-F238E27FC236}">
                <a16:creationId xmlns:a16="http://schemas.microsoft.com/office/drawing/2014/main" id="{AAB9FF71-D66A-B545-D4FF-87702B30FA85}"/>
              </a:ext>
            </a:extLst>
          </p:cNvPr>
          <p:cNvCxnSpPr>
            <a:cxnSpLocks/>
          </p:cNvCxnSpPr>
          <p:nvPr/>
        </p:nvCxnSpPr>
        <p:spPr bwMode="auto">
          <a:xfrm>
            <a:off x="12775974" y="8129990"/>
            <a:ext cx="11036526"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21" name="Text Placeholder 8">
            <a:extLst>
              <a:ext uri="{FF2B5EF4-FFF2-40B4-BE49-F238E27FC236}">
                <a16:creationId xmlns:a16="http://schemas.microsoft.com/office/drawing/2014/main" id="{7C8992E5-A4F3-0EA5-7AEA-3434C3E770BE}"/>
              </a:ext>
            </a:extLst>
          </p:cNvPr>
          <p:cNvSpPr txBox="1">
            <a:spLocks/>
          </p:cNvSpPr>
          <p:nvPr/>
        </p:nvSpPr>
        <p:spPr>
          <a:xfrm>
            <a:off x="12765088" y="8348807"/>
            <a:ext cx="4951412" cy="28575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lvl1pPr marL="0" marR="0" indent="0" algn="l" defTabSz="2438400" rtl="0" eaLnBrk="1" latinLnBrk="0" hangingPunct="1">
              <a:lnSpc>
                <a:spcPct val="110000"/>
              </a:lnSpc>
              <a:spcBef>
                <a:spcPts val="0"/>
              </a:spcBef>
              <a:spcAft>
                <a:spcPts val="0"/>
              </a:spcAft>
              <a:buClrTx/>
              <a:buSzTx/>
              <a:buFontTx/>
              <a:buNone/>
              <a:tabLst/>
              <a:defRPr sz="3600" b="0" i="0" u="none" strike="noStrike" cap="none" spc="0" baseline="0">
                <a:solidFill>
                  <a:schemeClr val="tx1"/>
                </a:solidFill>
                <a:uFillTx/>
                <a:latin typeface="+mj-lt"/>
                <a:ea typeface="+mj-ea"/>
                <a:cs typeface="+mj-cs"/>
                <a:sym typeface="IBM Plex Sans Light"/>
              </a:defRPr>
            </a:lvl1pPr>
            <a:lvl2pPr marL="329184"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2pPr>
            <a:lvl3pPr marL="658368"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3pPr>
            <a:lvl4pPr marL="987552"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4pPr>
            <a:lvl5pPr marL="1143000" marR="0" indent="-457200" algn="l" defTabSz="2438400" rtl="0" eaLnBrk="1" latinLnBrk="0" hangingPunct="1">
              <a:lnSpc>
                <a:spcPct val="110000"/>
              </a:lnSpc>
              <a:spcBef>
                <a:spcPts val="2900"/>
              </a:spcBef>
              <a:spcAft>
                <a:spcPts val="0"/>
              </a:spcAft>
              <a:buClrTx/>
              <a:buSzPct val="100000"/>
              <a:buFont typeface="IBM Plex Sans" panose="020B0604020202020204" pitchFamily="34" charset="0"/>
              <a:buChar char="•"/>
              <a:tabLst/>
              <a:defRPr sz="3600" b="0" i="0" u="none" strike="noStrike" cap="none" spc="0" baseline="0">
                <a:solidFill>
                  <a:srgbClr val="000000"/>
                </a:solidFill>
                <a:uFillTx/>
                <a:latin typeface="+mj-lt"/>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r>
              <a:rPr lang="en-US" sz="6400" kern="0" dirty="0">
                <a:solidFill>
                  <a:schemeClr val="accent1"/>
                </a:solidFill>
              </a:rPr>
              <a:t>67%</a:t>
            </a:r>
          </a:p>
        </p:txBody>
      </p:sp>
      <p:sp>
        <p:nvSpPr>
          <p:cNvPr id="14" name="Text Placeholder 6">
            <a:extLst>
              <a:ext uri="{FF2B5EF4-FFF2-40B4-BE49-F238E27FC236}">
                <a16:creationId xmlns:a16="http://schemas.microsoft.com/office/drawing/2014/main" id="{DF9662CB-7F15-6CB8-58B0-3525E116A1D5}"/>
              </a:ext>
            </a:extLst>
          </p:cNvPr>
          <p:cNvSpPr txBox="1">
            <a:spLocks/>
          </p:cNvSpPr>
          <p:nvPr/>
        </p:nvSpPr>
        <p:spPr>
          <a:xfrm>
            <a:off x="18859500" y="8496444"/>
            <a:ext cx="4930775" cy="28575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lvl1pPr marL="0" marR="0" indent="0" algn="l" defTabSz="2438400" rtl="0" eaLnBrk="1" latinLnBrk="0" hangingPunct="1">
              <a:lnSpc>
                <a:spcPct val="110000"/>
              </a:lnSpc>
              <a:spcBef>
                <a:spcPts val="0"/>
              </a:spcBef>
              <a:spcAft>
                <a:spcPts val="0"/>
              </a:spcAft>
              <a:buClrTx/>
              <a:buSzTx/>
              <a:buFontTx/>
              <a:buNone/>
              <a:tabLst/>
              <a:defRPr sz="3600" b="0" i="0" u="none" strike="noStrike" cap="none" spc="0" baseline="0">
                <a:solidFill>
                  <a:schemeClr val="tx1"/>
                </a:solidFill>
                <a:uFillTx/>
                <a:latin typeface="+mj-lt"/>
                <a:ea typeface="+mj-ea"/>
                <a:cs typeface="+mj-cs"/>
                <a:sym typeface="IBM Plex Sans Light"/>
              </a:defRPr>
            </a:lvl1pPr>
            <a:lvl2pPr marL="329184"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2pPr>
            <a:lvl3pPr marL="658368"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3pPr>
            <a:lvl4pPr marL="987552"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4pPr>
            <a:lvl5pPr marL="1143000" marR="0" indent="-457200" algn="l" defTabSz="2438400" rtl="0" eaLnBrk="1" latinLnBrk="0" hangingPunct="1">
              <a:lnSpc>
                <a:spcPct val="110000"/>
              </a:lnSpc>
              <a:spcBef>
                <a:spcPts val="2900"/>
              </a:spcBef>
              <a:spcAft>
                <a:spcPts val="0"/>
              </a:spcAft>
              <a:buClrTx/>
              <a:buSzPct val="100000"/>
              <a:buFont typeface="IBM Plex Sans" panose="020B0604020202020204" pitchFamily="34" charset="0"/>
              <a:buChar char="•"/>
              <a:tabLst/>
              <a:defRPr sz="3600" b="0" i="0" u="none" strike="noStrike" cap="none" spc="0" baseline="0">
                <a:solidFill>
                  <a:srgbClr val="000000"/>
                </a:solidFill>
                <a:uFillTx/>
                <a:latin typeface="+mj-lt"/>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r>
              <a:rPr lang="en-US" sz="2400" kern="0" dirty="0"/>
              <a:t>Sixty-seven percent of buyers say their standard for customer experience is higher than ever. Despite efforts to automate, human interactions still critically impact the customer experience</a:t>
            </a:r>
          </a:p>
        </p:txBody>
      </p:sp>
      <p:sp>
        <p:nvSpPr>
          <p:cNvPr id="10" name="Footer Placeholder 9">
            <a:extLst>
              <a:ext uri="{FF2B5EF4-FFF2-40B4-BE49-F238E27FC236}">
                <a16:creationId xmlns:a16="http://schemas.microsoft.com/office/drawing/2014/main" id="{7D679A8F-AC0F-54A7-5994-CA7756D5831A}"/>
              </a:ext>
            </a:extLst>
          </p:cNvPr>
          <p:cNvSpPr>
            <a:spLocks noGrp="1"/>
          </p:cNvSpPr>
          <p:nvPr>
            <p:ph type="ftr" sz="quarter" idx="12"/>
          </p:nvPr>
        </p:nvSpPr>
        <p:spPr/>
        <p:txBody>
          <a:bodyPr/>
          <a:lstStyle/>
          <a:p>
            <a:r>
              <a:rPr lang="en-US" sz="1600" dirty="0"/>
              <a:t>Footer</a:t>
            </a:r>
          </a:p>
        </p:txBody>
      </p:sp>
      <p:sp>
        <p:nvSpPr>
          <p:cNvPr id="7" name="Slide Number Placeholder 6">
            <a:extLst>
              <a:ext uri="{FF2B5EF4-FFF2-40B4-BE49-F238E27FC236}">
                <a16:creationId xmlns:a16="http://schemas.microsoft.com/office/drawing/2014/main" id="{7EE13016-C548-547E-2268-2281DED6E0AC}"/>
              </a:ext>
            </a:extLst>
          </p:cNvPr>
          <p:cNvSpPr>
            <a:spLocks noGrp="1"/>
          </p:cNvSpPr>
          <p:nvPr>
            <p:ph type="sldNum" sz="quarter" idx="4"/>
          </p:nvPr>
        </p:nvSpPr>
        <p:spPr/>
        <p:txBody>
          <a:bodyPr/>
          <a:lstStyle/>
          <a:p>
            <a:fld id="{86CB4B4D-7CA3-9044-876B-883B54F8677D}" type="slidenum">
              <a:rPr lang="en-US" smtClean="0"/>
              <a:pPr/>
              <a:t>59</a:t>
            </a:fld>
            <a:endParaRPr lang="en-US" dirty="0"/>
          </a:p>
        </p:txBody>
      </p:sp>
    </p:spTree>
    <p:extLst>
      <p:ext uri="{BB962C8B-B14F-4D97-AF65-F5344CB8AC3E}">
        <p14:creationId xmlns:p14="http://schemas.microsoft.com/office/powerpoint/2010/main" val="2053468291"/>
      </p:ext>
    </p:extLst>
  </p:cSld>
  <p:clrMapOvr>
    <a:masterClrMapping/>
  </p:clrMapOvr>
  <p:transition spd="med"/>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A63B98A-63E0-51EE-3452-1453E3FD6512}"/>
              </a:ext>
            </a:extLst>
          </p:cNvPr>
          <p:cNvSpPr>
            <a:spLocks noGrp="1"/>
          </p:cNvSpPr>
          <p:nvPr>
            <p:ph type="title"/>
          </p:nvPr>
        </p:nvSpPr>
        <p:spPr>
          <a:xfrm>
            <a:off x="576072" y="576072"/>
            <a:ext cx="4949825" cy="2852928"/>
          </a:xfrm>
        </p:spPr>
        <p:txBody>
          <a:bodyPr/>
          <a:lstStyle/>
          <a:p>
            <a:r>
              <a:rPr lang="en-US" sz="3600" dirty="0"/>
              <a:t>Understanding the disconnect between buyers and sellers</a:t>
            </a:r>
          </a:p>
        </p:txBody>
      </p:sp>
      <p:sp>
        <p:nvSpPr>
          <p:cNvPr id="16" name="Text Placeholder 4">
            <a:extLst>
              <a:ext uri="{FF2B5EF4-FFF2-40B4-BE49-F238E27FC236}">
                <a16:creationId xmlns:a16="http://schemas.microsoft.com/office/drawing/2014/main" id="{7752AE41-7625-5CA7-A671-43D99E22E35A}"/>
              </a:ext>
            </a:extLst>
          </p:cNvPr>
          <p:cNvSpPr txBox="1">
            <a:spLocks/>
          </p:cNvSpPr>
          <p:nvPr/>
        </p:nvSpPr>
        <p:spPr>
          <a:xfrm>
            <a:off x="576072" y="3043270"/>
            <a:ext cx="4955820" cy="870437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lvl1pPr marL="0" marR="0" indent="0" algn="l" defTabSz="2438400" rtl="0" latinLnBrk="0">
              <a:lnSpc>
                <a:spcPct val="110000"/>
              </a:lnSpc>
              <a:spcBef>
                <a:spcPts val="2900"/>
              </a:spcBef>
              <a:spcAft>
                <a:spcPts val="0"/>
              </a:spcAft>
              <a:buClrTx/>
              <a:buSzTx/>
              <a:buFontTx/>
              <a:buNone/>
              <a:tabLst/>
              <a:defRPr sz="3600" b="0" i="0" u="none" strike="noStrike" cap="none" spc="0" baseline="0">
                <a:solidFill>
                  <a:srgbClr val="000000"/>
                </a:solidFill>
                <a:uFillTx/>
                <a:latin typeface="+mj-lt"/>
                <a:ea typeface="+mj-ea"/>
                <a:cs typeface="+mj-cs"/>
                <a:sym typeface="IBM Plex Sans Light"/>
              </a:defRPr>
            </a:lvl1pPr>
            <a:lvl2pPr marL="444465" marR="0" indent="-446749" algn="l" defTabSz="2438400" rtl="0" latinLnBrk="0">
              <a:lnSpc>
                <a:spcPct val="11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2pPr>
            <a:lvl3pPr marL="615918" marR="0" indent="-446749" algn="l" defTabSz="2438400" rtl="0" latinLnBrk="0">
              <a:lnSpc>
                <a:spcPct val="11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3pPr>
            <a:lvl4pPr marL="901671" marR="0" indent="-446749" algn="l" defTabSz="2438400" rtl="0" latinLnBrk="0">
              <a:lnSpc>
                <a:spcPct val="11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4pPr>
            <a:lvl5pPr marL="1076298" marR="0" indent="-446749" algn="l" defTabSz="2438400" rtl="0" latinLnBrk="0">
              <a:lnSpc>
                <a:spcPct val="11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5pPr>
            <a:lvl6pPr marL="1843060"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pPr marL="256032" lvl="1" indent="-256032">
              <a:spcBef>
                <a:spcPts val="0"/>
              </a:spcBef>
            </a:pPr>
            <a:r>
              <a:rPr lang="en-US" sz="2400" dirty="0"/>
              <a:t>Buyers’ expectations have </a:t>
            </a:r>
            <a:br>
              <a:rPr lang="en-US" sz="2400" dirty="0"/>
            </a:br>
            <a:r>
              <a:rPr lang="en-US" sz="2400" dirty="0"/>
              <a:t>skyrocketed and many organizations have not kept pace</a:t>
            </a:r>
          </a:p>
          <a:p>
            <a:pPr marL="256032" lvl="1" indent="-256032">
              <a:spcBef>
                <a:spcPts val="0"/>
              </a:spcBef>
            </a:pPr>
            <a:r>
              <a:rPr lang="en-US" sz="2400" dirty="0"/>
              <a:t>Internal competing objectives and priorities causing silos and lack of coordination</a:t>
            </a:r>
          </a:p>
          <a:p>
            <a:pPr marL="256032" lvl="1" indent="-256032">
              <a:spcBef>
                <a:spcPts val="0"/>
              </a:spcBef>
            </a:pPr>
            <a:r>
              <a:rPr lang="en-US" sz="2400" dirty="0"/>
              <a:t>Complex tech, process and compensation integration due </a:t>
            </a:r>
            <a:br>
              <a:rPr lang="en-US" sz="2400" dirty="0"/>
            </a:br>
            <a:r>
              <a:rPr lang="en-US" sz="2400" dirty="0"/>
              <a:t>to M&amp;A</a:t>
            </a:r>
          </a:p>
          <a:p>
            <a:pPr marL="256032" lvl="1" indent="-256032">
              <a:spcBef>
                <a:spcPts val="0"/>
              </a:spcBef>
            </a:pPr>
            <a:r>
              <a:rPr lang="en-US" sz="2400" dirty="0"/>
              <a:t>High turnover</a:t>
            </a:r>
          </a:p>
          <a:p>
            <a:pPr marL="256032" lvl="1" indent="-256032">
              <a:spcBef>
                <a:spcPts val="0"/>
              </a:spcBef>
            </a:pPr>
            <a:r>
              <a:rPr lang="en-US" sz="2400" dirty="0"/>
              <a:t>Lack of modernization of processes and workflows, causing friction in the system</a:t>
            </a:r>
          </a:p>
          <a:p>
            <a:pPr marL="256032" lvl="1" indent="-256032">
              <a:spcBef>
                <a:spcPts val="0"/>
              </a:spcBef>
            </a:pPr>
            <a:r>
              <a:rPr lang="en-US" sz="2400" dirty="0"/>
              <a:t>Failed tech platform programs that did not deliver on the promised KPIs</a:t>
            </a:r>
          </a:p>
        </p:txBody>
      </p:sp>
      <p:sp>
        <p:nvSpPr>
          <p:cNvPr id="17" name="Text Placeholder 4">
            <a:extLst>
              <a:ext uri="{FF2B5EF4-FFF2-40B4-BE49-F238E27FC236}">
                <a16:creationId xmlns:a16="http://schemas.microsoft.com/office/drawing/2014/main" id="{AC0A2D2B-B1E0-2F05-FABA-66BC95488FA9}"/>
              </a:ext>
            </a:extLst>
          </p:cNvPr>
          <p:cNvSpPr txBox="1">
            <a:spLocks/>
          </p:cNvSpPr>
          <p:nvPr/>
        </p:nvSpPr>
        <p:spPr>
          <a:xfrm>
            <a:off x="6669088" y="3043270"/>
            <a:ext cx="4949825" cy="870437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lvl1pPr marL="0" marR="0" indent="0" algn="l" defTabSz="2438400" rtl="0" latinLnBrk="0">
              <a:lnSpc>
                <a:spcPct val="110000"/>
              </a:lnSpc>
              <a:spcBef>
                <a:spcPts val="2900"/>
              </a:spcBef>
              <a:spcAft>
                <a:spcPts val="0"/>
              </a:spcAft>
              <a:buClrTx/>
              <a:buSzTx/>
              <a:buFontTx/>
              <a:buNone/>
              <a:tabLst/>
              <a:defRPr sz="3600" b="0" i="0" u="none" strike="noStrike" cap="none" spc="0" baseline="0">
                <a:solidFill>
                  <a:srgbClr val="000000"/>
                </a:solidFill>
                <a:uFillTx/>
                <a:latin typeface="+mj-lt"/>
                <a:ea typeface="+mj-ea"/>
                <a:cs typeface="+mj-cs"/>
                <a:sym typeface="IBM Plex Sans Light"/>
              </a:defRPr>
            </a:lvl1pPr>
            <a:lvl2pPr marL="444465" marR="0" indent="-446749" algn="l" defTabSz="2438400" rtl="0" latinLnBrk="0">
              <a:lnSpc>
                <a:spcPct val="11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2pPr>
            <a:lvl3pPr marL="615918" marR="0" indent="-446749" algn="l" defTabSz="2438400" rtl="0" latinLnBrk="0">
              <a:lnSpc>
                <a:spcPct val="11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3pPr>
            <a:lvl4pPr marL="901671" marR="0" indent="-446749" algn="l" defTabSz="2438400" rtl="0" latinLnBrk="0">
              <a:lnSpc>
                <a:spcPct val="11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4pPr>
            <a:lvl5pPr marL="1076298" marR="0" indent="-446749" algn="l" defTabSz="2438400" rtl="0" latinLnBrk="0">
              <a:lnSpc>
                <a:spcPct val="11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5pPr>
            <a:lvl6pPr marL="1843060"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pPr>
              <a:spcBef>
                <a:spcPts val="0"/>
              </a:spcBef>
            </a:pPr>
            <a:r>
              <a:rPr lang="en-US" sz="2400" dirty="0">
                <a:solidFill>
                  <a:schemeClr val="accent1"/>
                </a:solidFill>
                <a:latin typeface="+mn-lt"/>
              </a:rPr>
              <a:t>That is why we have launched the business of intelligent sales. </a:t>
            </a:r>
          </a:p>
          <a:p>
            <a:pPr>
              <a:spcBef>
                <a:spcPts val="0"/>
              </a:spcBef>
            </a:pPr>
            <a:endParaRPr lang="en-US" sz="2400" dirty="0">
              <a:latin typeface="+mn-lt"/>
            </a:endParaRPr>
          </a:p>
          <a:p>
            <a:pPr>
              <a:spcBef>
                <a:spcPts val="0"/>
              </a:spcBef>
            </a:pPr>
            <a:r>
              <a:rPr lang="en-US" sz="2400" dirty="0">
                <a:latin typeface="+mn-lt"/>
              </a:rPr>
              <a:t>We are laser-focused on driving </a:t>
            </a:r>
            <a:br>
              <a:rPr lang="en-US" sz="2400" dirty="0">
                <a:latin typeface="+mn-lt"/>
              </a:rPr>
            </a:br>
            <a:r>
              <a:rPr lang="en-US" sz="2400" dirty="0">
                <a:latin typeface="+mn-lt"/>
              </a:rPr>
              <a:t>top-line growth by bridging the gap between sellers and buyers, from the moment a buyer has a need through a seller making a product or service available, to the final moment of truth, when the buyers’ and sellers’ needs are fully satisfied.</a:t>
            </a:r>
          </a:p>
          <a:p>
            <a:pPr>
              <a:spcBef>
                <a:spcPts val="0"/>
              </a:spcBef>
            </a:pPr>
            <a:endParaRPr lang="en-US" sz="2400" dirty="0">
              <a:latin typeface="+mn-lt"/>
            </a:endParaRPr>
          </a:p>
          <a:p>
            <a:pPr>
              <a:spcBef>
                <a:spcPts val="0"/>
              </a:spcBef>
            </a:pPr>
            <a:endParaRPr lang="en-US" sz="2400" dirty="0">
              <a:latin typeface="+mn-lt"/>
            </a:endParaRPr>
          </a:p>
          <a:p>
            <a:pPr>
              <a:spcBef>
                <a:spcPts val="0"/>
              </a:spcBef>
            </a:pPr>
            <a:endParaRPr lang="en-US" sz="2400" dirty="0">
              <a:latin typeface="+mn-lt"/>
            </a:endParaRPr>
          </a:p>
          <a:p>
            <a:pPr>
              <a:spcBef>
                <a:spcPts val="0"/>
              </a:spcBef>
            </a:pPr>
            <a:endParaRPr lang="en-US" sz="2400" dirty="0">
              <a:latin typeface="+mn-lt"/>
            </a:endParaRPr>
          </a:p>
        </p:txBody>
      </p:sp>
      <p:sp>
        <p:nvSpPr>
          <p:cNvPr id="12" name="Text Placeholder 4">
            <a:extLst>
              <a:ext uri="{FF2B5EF4-FFF2-40B4-BE49-F238E27FC236}">
                <a16:creationId xmlns:a16="http://schemas.microsoft.com/office/drawing/2014/main" id="{F7A7C029-98A2-6017-F59E-42E64A57D118}"/>
              </a:ext>
            </a:extLst>
          </p:cNvPr>
          <p:cNvSpPr txBox="1">
            <a:spLocks/>
          </p:cNvSpPr>
          <p:nvPr/>
        </p:nvSpPr>
        <p:spPr>
          <a:xfrm>
            <a:off x="18859500" y="3043270"/>
            <a:ext cx="4930775" cy="168751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lvl1pPr marL="0" marR="0" indent="0" algn="l" defTabSz="2438400" rtl="0" eaLnBrk="1" latinLnBrk="0" hangingPunct="1">
              <a:lnSpc>
                <a:spcPct val="110000"/>
              </a:lnSpc>
              <a:spcBef>
                <a:spcPts val="0"/>
              </a:spcBef>
              <a:spcAft>
                <a:spcPts val="0"/>
              </a:spcAft>
              <a:buClrTx/>
              <a:buSzTx/>
              <a:buFontTx/>
              <a:buNone/>
              <a:tabLst/>
              <a:defRPr sz="3600" b="0" i="0" u="none" strike="noStrike" cap="none" spc="0" baseline="0">
                <a:solidFill>
                  <a:schemeClr val="tx1"/>
                </a:solidFill>
                <a:uFillTx/>
                <a:latin typeface="+mj-lt"/>
                <a:ea typeface="+mj-ea"/>
                <a:cs typeface="+mj-cs"/>
                <a:sym typeface="IBM Plex Sans Light"/>
              </a:defRPr>
            </a:lvl1pPr>
            <a:lvl2pPr marL="329184"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2pPr>
            <a:lvl3pPr marL="658368"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3pPr>
            <a:lvl4pPr marL="987552"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4pPr>
            <a:lvl5pPr marL="1143000" marR="0" indent="-457200" algn="l" defTabSz="2438400" rtl="0" eaLnBrk="1" latinLnBrk="0" hangingPunct="1">
              <a:lnSpc>
                <a:spcPct val="110000"/>
              </a:lnSpc>
              <a:spcBef>
                <a:spcPts val="2900"/>
              </a:spcBef>
              <a:spcAft>
                <a:spcPts val="0"/>
              </a:spcAft>
              <a:buClrTx/>
              <a:buSzPct val="100000"/>
              <a:buFont typeface="IBM Plex Sans" panose="020B0604020202020204" pitchFamily="34" charset="0"/>
              <a:buChar char="•"/>
              <a:tabLst/>
              <a:defRPr sz="3600" b="0" i="0" u="none" strike="noStrike" cap="none" spc="0" baseline="0">
                <a:solidFill>
                  <a:srgbClr val="000000"/>
                </a:solidFill>
                <a:uFillTx/>
                <a:latin typeface="+mj-lt"/>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r>
              <a:rPr lang="en-US" sz="2400" kern="0" dirty="0"/>
              <a:t>Only 20% of buyers see sellers as </a:t>
            </a:r>
            <a:br>
              <a:rPr lang="en-US" sz="2400" kern="0" dirty="0"/>
            </a:br>
            <a:r>
              <a:rPr lang="en-US" sz="2400" kern="0" dirty="0"/>
              <a:t>a resource to solve their problems.</a:t>
            </a:r>
          </a:p>
          <a:p>
            <a:endParaRPr lang="en-US" sz="2400" kern="0" dirty="0"/>
          </a:p>
        </p:txBody>
      </p:sp>
      <p:sp>
        <p:nvSpPr>
          <p:cNvPr id="18" name="Text Placeholder 1">
            <a:extLst>
              <a:ext uri="{FF2B5EF4-FFF2-40B4-BE49-F238E27FC236}">
                <a16:creationId xmlns:a16="http://schemas.microsoft.com/office/drawing/2014/main" id="{ADFA7F65-3866-7704-B8A9-5C5282CC646F}"/>
              </a:ext>
            </a:extLst>
          </p:cNvPr>
          <p:cNvSpPr txBox="1">
            <a:spLocks/>
          </p:cNvSpPr>
          <p:nvPr/>
        </p:nvSpPr>
        <p:spPr>
          <a:xfrm>
            <a:off x="12765088" y="2889394"/>
            <a:ext cx="4951412" cy="168751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lvl1pPr marL="0" marR="0" indent="0" algn="l" defTabSz="2438400" rtl="0" eaLnBrk="1" latinLnBrk="0" hangingPunct="1">
              <a:lnSpc>
                <a:spcPct val="110000"/>
              </a:lnSpc>
              <a:spcBef>
                <a:spcPts val="0"/>
              </a:spcBef>
              <a:spcAft>
                <a:spcPts val="0"/>
              </a:spcAft>
              <a:buClrTx/>
              <a:buSzTx/>
              <a:buFontTx/>
              <a:buNone/>
              <a:tabLst/>
              <a:defRPr sz="3600" b="0" i="0" u="none" strike="noStrike" cap="none" spc="0" baseline="0">
                <a:solidFill>
                  <a:schemeClr val="tx1"/>
                </a:solidFill>
                <a:uFillTx/>
                <a:latin typeface="+mj-lt"/>
                <a:ea typeface="+mj-ea"/>
                <a:cs typeface="+mj-cs"/>
                <a:sym typeface="IBM Plex Sans Light"/>
              </a:defRPr>
            </a:lvl1pPr>
            <a:lvl2pPr marL="329184"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2pPr>
            <a:lvl3pPr marL="658368"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3pPr>
            <a:lvl4pPr marL="987552"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4pPr>
            <a:lvl5pPr marL="1143000" marR="0" indent="-457200" algn="l" defTabSz="2438400" rtl="0" eaLnBrk="1" latinLnBrk="0" hangingPunct="1">
              <a:lnSpc>
                <a:spcPct val="110000"/>
              </a:lnSpc>
              <a:spcBef>
                <a:spcPts val="2900"/>
              </a:spcBef>
              <a:spcAft>
                <a:spcPts val="0"/>
              </a:spcAft>
              <a:buClrTx/>
              <a:buSzPct val="100000"/>
              <a:buFont typeface="IBM Plex Sans" panose="020B0604020202020204" pitchFamily="34" charset="0"/>
              <a:buChar char="•"/>
              <a:tabLst/>
              <a:defRPr sz="3600" b="0" i="0" u="none" strike="noStrike" cap="none" spc="0" baseline="0">
                <a:solidFill>
                  <a:srgbClr val="000000"/>
                </a:solidFill>
                <a:uFillTx/>
                <a:latin typeface="+mj-lt"/>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pPr>
              <a:lnSpc>
                <a:spcPct val="100000"/>
              </a:lnSpc>
            </a:pPr>
            <a:r>
              <a:rPr lang="en-US" sz="6400" kern="0" dirty="0">
                <a:solidFill>
                  <a:schemeClr val="accent1"/>
                </a:solidFill>
              </a:rPr>
              <a:t>20%</a:t>
            </a:r>
          </a:p>
        </p:txBody>
      </p:sp>
      <p:cxnSp>
        <p:nvCxnSpPr>
          <p:cNvPr id="13" name="Straight Connector 12" descr="Horizontal row divider line">
            <a:extLst>
              <a:ext uri="{FF2B5EF4-FFF2-40B4-BE49-F238E27FC236}">
                <a16:creationId xmlns:a16="http://schemas.microsoft.com/office/drawing/2014/main" id="{0C7E5766-65FF-6B4C-AB4C-F0B97E0FDE0D}"/>
              </a:ext>
            </a:extLst>
          </p:cNvPr>
          <p:cNvCxnSpPr>
            <a:cxnSpLocks/>
          </p:cNvCxnSpPr>
          <p:nvPr/>
        </p:nvCxnSpPr>
        <p:spPr bwMode="auto">
          <a:xfrm>
            <a:off x="12775974" y="5421728"/>
            <a:ext cx="11036526"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9" name="Text Placeholder 7">
            <a:extLst>
              <a:ext uri="{FF2B5EF4-FFF2-40B4-BE49-F238E27FC236}">
                <a16:creationId xmlns:a16="http://schemas.microsoft.com/office/drawing/2014/main" id="{E488F214-8182-348D-57F1-1A5A912FC8C3}"/>
              </a:ext>
            </a:extLst>
          </p:cNvPr>
          <p:cNvSpPr txBox="1">
            <a:spLocks/>
          </p:cNvSpPr>
          <p:nvPr/>
        </p:nvSpPr>
        <p:spPr>
          <a:xfrm>
            <a:off x="12765088" y="5588144"/>
            <a:ext cx="4951412" cy="16891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lvl1pPr marL="0" marR="0" indent="0" algn="l" defTabSz="2438400" rtl="0" eaLnBrk="1" latinLnBrk="0" hangingPunct="1">
              <a:lnSpc>
                <a:spcPct val="110000"/>
              </a:lnSpc>
              <a:spcBef>
                <a:spcPts val="0"/>
              </a:spcBef>
              <a:spcAft>
                <a:spcPts val="0"/>
              </a:spcAft>
              <a:buClrTx/>
              <a:buSzTx/>
              <a:buFontTx/>
              <a:buNone/>
              <a:tabLst/>
              <a:defRPr sz="3600" b="0" i="0" u="none" strike="noStrike" cap="none" spc="0" baseline="0">
                <a:solidFill>
                  <a:schemeClr val="tx1"/>
                </a:solidFill>
                <a:uFillTx/>
                <a:latin typeface="+mj-lt"/>
                <a:ea typeface="+mj-ea"/>
                <a:cs typeface="+mj-cs"/>
                <a:sym typeface="IBM Plex Sans Light"/>
              </a:defRPr>
            </a:lvl1pPr>
            <a:lvl2pPr marL="329184"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2pPr>
            <a:lvl3pPr marL="658368"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3pPr>
            <a:lvl4pPr marL="987552"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4pPr>
            <a:lvl5pPr marL="1143000" marR="0" indent="-457200" algn="l" defTabSz="2438400" rtl="0" eaLnBrk="1" latinLnBrk="0" hangingPunct="1">
              <a:lnSpc>
                <a:spcPct val="110000"/>
              </a:lnSpc>
              <a:spcBef>
                <a:spcPts val="2900"/>
              </a:spcBef>
              <a:spcAft>
                <a:spcPts val="0"/>
              </a:spcAft>
              <a:buClrTx/>
              <a:buSzPct val="100000"/>
              <a:buFont typeface="IBM Plex Sans" panose="020B0604020202020204" pitchFamily="34" charset="0"/>
              <a:buChar char="•"/>
              <a:tabLst/>
              <a:defRPr sz="3600" b="0" i="0" u="none" strike="noStrike" cap="none" spc="0" baseline="0">
                <a:solidFill>
                  <a:srgbClr val="000000"/>
                </a:solidFill>
                <a:uFillTx/>
                <a:latin typeface="+mj-lt"/>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r>
              <a:rPr lang="en-US" sz="6400" kern="0" dirty="0">
                <a:solidFill>
                  <a:schemeClr val="accent1"/>
                </a:solidFill>
              </a:rPr>
              <a:t>25%</a:t>
            </a:r>
          </a:p>
        </p:txBody>
      </p:sp>
      <p:sp>
        <p:nvSpPr>
          <p:cNvPr id="20" name="Text Placeholder 5">
            <a:extLst>
              <a:ext uri="{FF2B5EF4-FFF2-40B4-BE49-F238E27FC236}">
                <a16:creationId xmlns:a16="http://schemas.microsoft.com/office/drawing/2014/main" id="{A4CCA59A-201A-4714-0515-B7D1349D4EF4}"/>
              </a:ext>
            </a:extLst>
          </p:cNvPr>
          <p:cNvSpPr txBox="1">
            <a:spLocks/>
          </p:cNvSpPr>
          <p:nvPr/>
        </p:nvSpPr>
        <p:spPr>
          <a:xfrm>
            <a:off x="18859500" y="5737369"/>
            <a:ext cx="4521200" cy="24892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lvl1pPr marL="0" marR="0" indent="0" algn="l" defTabSz="2438400" rtl="0" eaLnBrk="1" latinLnBrk="0" hangingPunct="1">
              <a:lnSpc>
                <a:spcPct val="110000"/>
              </a:lnSpc>
              <a:spcBef>
                <a:spcPts val="0"/>
              </a:spcBef>
              <a:spcAft>
                <a:spcPts val="0"/>
              </a:spcAft>
              <a:buClrTx/>
              <a:buSzTx/>
              <a:buFontTx/>
              <a:buNone/>
              <a:tabLst/>
              <a:defRPr sz="3600" b="0" i="0" u="none" strike="noStrike" cap="none" spc="0" baseline="0">
                <a:solidFill>
                  <a:schemeClr val="tx1"/>
                </a:solidFill>
                <a:uFillTx/>
                <a:latin typeface="+mj-lt"/>
                <a:ea typeface="+mj-ea"/>
                <a:cs typeface="+mj-cs"/>
                <a:sym typeface="IBM Plex Sans Light"/>
              </a:defRPr>
            </a:lvl1pPr>
            <a:lvl2pPr marL="329184"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2pPr>
            <a:lvl3pPr marL="658368"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3pPr>
            <a:lvl4pPr marL="987552"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4pPr>
            <a:lvl5pPr marL="1143000" marR="0" indent="-457200" algn="l" defTabSz="2438400" rtl="0" eaLnBrk="1" latinLnBrk="0" hangingPunct="1">
              <a:lnSpc>
                <a:spcPct val="110000"/>
              </a:lnSpc>
              <a:spcBef>
                <a:spcPts val="2900"/>
              </a:spcBef>
              <a:spcAft>
                <a:spcPts val="0"/>
              </a:spcAft>
              <a:buClrTx/>
              <a:buSzPct val="100000"/>
              <a:buFont typeface="IBM Plex Sans" panose="020B0604020202020204" pitchFamily="34" charset="0"/>
              <a:buChar char="•"/>
              <a:tabLst/>
              <a:defRPr sz="3600" b="0" i="0" u="none" strike="noStrike" cap="none" spc="0" baseline="0">
                <a:solidFill>
                  <a:srgbClr val="000000"/>
                </a:solidFill>
                <a:uFillTx/>
                <a:latin typeface="+mj-lt"/>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r>
              <a:rPr lang="en-US" sz="2400" kern="0" dirty="0"/>
              <a:t>The success rate for businesses at launching new initiatives and markets to capture new revenue streams is 25%</a:t>
            </a:r>
          </a:p>
        </p:txBody>
      </p:sp>
      <p:cxnSp>
        <p:nvCxnSpPr>
          <p:cNvPr id="11" name="Straight Connector 10" descr="Horizontal row divider line">
            <a:extLst>
              <a:ext uri="{FF2B5EF4-FFF2-40B4-BE49-F238E27FC236}">
                <a16:creationId xmlns:a16="http://schemas.microsoft.com/office/drawing/2014/main" id="{AAB9FF71-D66A-B545-D4FF-87702B30FA85}"/>
              </a:ext>
            </a:extLst>
          </p:cNvPr>
          <p:cNvCxnSpPr>
            <a:cxnSpLocks/>
          </p:cNvCxnSpPr>
          <p:nvPr/>
        </p:nvCxnSpPr>
        <p:spPr bwMode="auto">
          <a:xfrm>
            <a:off x="12775974" y="8129990"/>
            <a:ext cx="11036526"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21" name="Text Placeholder 8">
            <a:extLst>
              <a:ext uri="{FF2B5EF4-FFF2-40B4-BE49-F238E27FC236}">
                <a16:creationId xmlns:a16="http://schemas.microsoft.com/office/drawing/2014/main" id="{7C8992E5-A4F3-0EA5-7AEA-3434C3E770BE}"/>
              </a:ext>
            </a:extLst>
          </p:cNvPr>
          <p:cNvSpPr txBox="1">
            <a:spLocks/>
          </p:cNvSpPr>
          <p:nvPr/>
        </p:nvSpPr>
        <p:spPr>
          <a:xfrm>
            <a:off x="12765088" y="8348807"/>
            <a:ext cx="4951412" cy="28575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lvl1pPr marL="0" marR="0" indent="0" algn="l" defTabSz="2438400" rtl="0" eaLnBrk="1" latinLnBrk="0" hangingPunct="1">
              <a:lnSpc>
                <a:spcPct val="110000"/>
              </a:lnSpc>
              <a:spcBef>
                <a:spcPts val="0"/>
              </a:spcBef>
              <a:spcAft>
                <a:spcPts val="0"/>
              </a:spcAft>
              <a:buClrTx/>
              <a:buSzTx/>
              <a:buFontTx/>
              <a:buNone/>
              <a:tabLst/>
              <a:defRPr sz="3600" b="0" i="0" u="none" strike="noStrike" cap="none" spc="0" baseline="0">
                <a:solidFill>
                  <a:schemeClr val="tx1"/>
                </a:solidFill>
                <a:uFillTx/>
                <a:latin typeface="+mj-lt"/>
                <a:ea typeface="+mj-ea"/>
                <a:cs typeface="+mj-cs"/>
                <a:sym typeface="IBM Plex Sans Light"/>
              </a:defRPr>
            </a:lvl1pPr>
            <a:lvl2pPr marL="329184"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2pPr>
            <a:lvl3pPr marL="658368"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3pPr>
            <a:lvl4pPr marL="987552"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4pPr>
            <a:lvl5pPr marL="1143000" marR="0" indent="-457200" algn="l" defTabSz="2438400" rtl="0" eaLnBrk="1" latinLnBrk="0" hangingPunct="1">
              <a:lnSpc>
                <a:spcPct val="110000"/>
              </a:lnSpc>
              <a:spcBef>
                <a:spcPts val="2900"/>
              </a:spcBef>
              <a:spcAft>
                <a:spcPts val="0"/>
              </a:spcAft>
              <a:buClrTx/>
              <a:buSzPct val="100000"/>
              <a:buFont typeface="IBM Plex Sans" panose="020B0604020202020204" pitchFamily="34" charset="0"/>
              <a:buChar char="•"/>
              <a:tabLst/>
              <a:defRPr sz="3600" b="0" i="0" u="none" strike="noStrike" cap="none" spc="0" baseline="0">
                <a:solidFill>
                  <a:srgbClr val="000000"/>
                </a:solidFill>
                <a:uFillTx/>
                <a:latin typeface="+mj-lt"/>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r>
              <a:rPr lang="en-US" sz="6400" kern="0" dirty="0">
                <a:solidFill>
                  <a:schemeClr val="accent1"/>
                </a:solidFill>
              </a:rPr>
              <a:t>67%</a:t>
            </a:r>
          </a:p>
        </p:txBody>
      </p:sp>
      <p:sp>
        <p:nvSpPr>
          <p:cNvPr id="14" name="Text Placeholder 6">
            <a:extLst>
              <a:ext uri="{FF2B5EF4-FFF2-40B4-BE49-F238E27FC236}">
                <a16:creationId xmlns:a16="http://schemas.microsoft.com/office/drawing/2014/main" id="{DF9662CB-7F15-6CB8-58B0-3525E116A1D5}"/>
              </a:ext>
            </a:extLst>
          </p:cNvPr>
          <p:cNvSpPr txBox="1">
            <a:spLocks/>
          </p:cNvSpPr>
          <p:nvPr/>
        </p:nvSpPr>
        <p:spPr>
          <a:xfrm>
            <a:off x="18859500" y="8496444"/>
            <a:ext cx="4930775" cy="28575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lvl1pPr marL="0" marR="0" indent="0" algn="l" defTabSz="2438400" rtl="0" eaLnBrk="1" latinLnBrk="0" hangingPunct="1">
              <a:lnSpc>
                <a:spcPct val="110000"/>
              </a:lnSpc>
              <a:spcBef>
                <a:spcPts val="0"/>
              </a:spcBef>
              <a:spcAft>
                <a:spcPts val="0"/>
              </a:spcAft>
              <a:buClrTx/>
              <a:buSzTx/>
              <a:buFontTx/>
              <a:buNone/>
              <a:tabLst/>
              <a:defRPr sz="3600" b="0" i="0" u="none" strike="noStrike" cap="none" spc="0" baseline="0">
                <a:solidFill>
                  <a:schemeClr val="tx1"/>
                </a:solidFill>
                <a:uFillTx/>
                <a:latin typeface="+mj-lt"/>
                <a:ea typeface="+mj-ea"/>
                <a:cs typeface="+mj-cs"/>
                <a:sym typeface="IBM Plex Sans Light"/>
              </a:defRPr>
            </a:lvl1pPr>
            <a:lvl2pPr marL="329184"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2pPr>
            <a:lvl3pPr marL="658368"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3pPr>
            <a:lvl4pPr marL="987552"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4pPr>
            <a:lvl5pPr marL="1143000" marR="0" indent="-457200" algn="l" defTabSz="2438400" rtl="0" eaLnBrk="1" latinLnBrk="0" hangingPunct="1">
              <a:lnSpc>
                <a:spcPct val="110000"/>
              </a:lnSpc>
              <a:spcBef>
                <a:spcPts val="2900"/>
              </a:spcBef>
              <a:spcAft>
                <a:spcPts val="0"/>
              </a:spcAft>
              <a:buClrTx/>
              <a:buSzPct val="100000"/>
              <a:buFont typeface="IBM Plex Sans" panose="020B0604020202020204" pitchFamily="34" charset="0"/>
              <a:buChar char="•"/>
              <a:tabLst/>
              <a:defRPr sz="3600" b="0" i="0" u="none" strike="noStrike" cap="none" spc="0" baseline="0">
                <a:solidFill>
                  <a:srgbClr val="000000"/>
                </a:solidFill>
                <a:uFillTx/>
                <a:latin typeface="+mj-lt"/>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r>
              <a:rPr lang="en-US" sz="2400" kern="0" dirty="0"/>
              <a:t>Sixty-seven percent of buyers say their standard for customer experience is higher than ever. Despite efforts to automate, human interactions still critically impact the customer experience</a:t>
            </a:r>
          </a:p>
        </p:txBody>
      </p:sp>
      <p:sp>
        <p:nvSpPr>
          <p:cNvPr id="10" name="Footer Placeholder 9">
            <a:extLst>
              <a:ext uri="{FF2B5EF4-FFF2-40B4-BE49-F238E27FC236}">
                <a16:creationId xmlns:a16="http://schemas.microsoft.com/office/drawing/2014/main" id="{7D679A8F-AC0F-54A7-5994-CA7756D5831A}"/>
              </a:ext>
            </a:extLst>
          </p:cNvPr>
          <p:cNvSpPr>
            <a:spLocks noGrp="1"/>
          </p:cNvSpPr>
          <p:nvPr>
            <p:ph type="ftr" sz="quarter" idx="12"/>
          </p:nvPr>
        </p:nvSpPr>
        <p:spPr/>
        <p:txBody>
          <a:bodyPr/>
          <a:lstStyle/>
          <a:p>
            <a:r>
              <a:rPr lang="en-US" sz="1600" dirty="0"/>
              <a:t>Footer</a:t>
            </a:r>
          </a:p>
        </p:txBody>
      </p:sp>
      <p:sp>
        <p:nvSpPr>
          <p:cNvPr id="7" name="Slide Number Placeholder 6">
            <a:extLst>
              <a:ext uri="{FF2B5EF4-FFF2-40B4-BE49-F238E27FC236}">
                <a16:creationId xmlns:a16="http://schemas.microsoft.com/office/drawing/2014/main" id="{7EE13016-C548-547E-2268-2281DED6E0AC}"/>
              </a:ext>
            </a:extLst>
          </p:cNvPr>
          <p:cNvSpPr>
            <a:spLocks noGrp="1"/>
          </p:cNvSpPr>
          <p:nvPr>
            <p:ph type="sldNum" sz="quarter" idx="4"/>
          </p:nvPr>
        </p:nvSpPr>
        <p:spPr/>
        <p:txBody>
          <a:bodyPr/>
          <a:lstStyle/>
          <a:p>
            <a:fld id="{86CB4B4D-7CA3-9044-876B-883B54F8677D}" type="slidenum">
              <a:rPr lang="en-US" smtClean="0"/>
              <a:pPr/>
              <a:t>60</a:t>
            </a:fld>
            <a:endParaRPr lang="en-US" dirty="0"/>
          </a:p>
        </p:txBody>
      </p:sp>
      <p:cxnSp>
        <p:nvCxnSpPr>
          <p:cNvPr id="2" name="Straight Connector 1" descr="Vertical column divider">
            <a:extLst>
              <a:ext uri="{FF2B5EF4-FFF2-40B4-BE49-F238E27FC236}">
                <a16:creationId xmlns:a16="http://schemas.microsoft.com/office/drawing/2014/main" id="{DB282453-8EAD-7E9A-FC80-A201C1A6B89E}"/>
              </a:ext>
            </a:extLst>
          </p:cNvPr>
          <p:cNvCxnSpPr>
            <a:cxnSpLocks/>
          </p:cNvCxnSpPr>
          <p:nvPr/>
        </p:nvCxnSpPr>
        <p:spPr bwMode="auto">
          <a:xfrm>
            <a:off x="12192127" y="3044825"/>
            <a:ext cx="0" cy="915035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51106370"/>
      </p:ext>
    </p:extLst>
  </p:cSld>
  <p:clrMapOvr>
    <a:masterClrMapping/>
  </p:clrMapOvr>
  <p:transition spd="med"/>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A63B98A-63E0-51EE-3452-1453E3FD6512}"/>
              </a:ext>
            </a:extLst>
          </p:cNvPr>
          <p:cNvSpPr>
            <a:spLocks noGrp="1"/>
          </p:cNvSpPr>
          <p:nvPr>
            <p:ph type="title"/>
          </p:nvPr>
        </p:nvSpPr>
        <p:spPr>
          <a:xfrm>
            <a:off x="576072" y="576072"/>
            <a:ext cx="4949825" cy="3284728"/>
          </a:xfrm>
        </p:spPr>
        <p:txBody>
          <a:bodyPr/>
          <a:lstStyle/>
          <a:p>
            <a:r>
              <a:rPr lang="en-US" dirty="0"/>
              <a:t>Talent challenges:</a:t>
            </a:r>
            <a:br>
              <a:rPr lang="en-US" dirty="0"/>
            </a:br>
            <a:r>
              <a:rPr lang="en-US" dirty="0"/>
              <a:t>Traditional RPO </a:t>
            </a:r>
            <a:br>
              <a:rPr lang="en-US" dirty="0"/>
            </a:br>
            <a:r>
              <a:rPr lang="en-US" dirty="0"/>
              <a:t>has limitations</a:t>
            </a:r>
            <a:br>
              <a:rPr lang="en-US" dirty="0"/>
            </a:br>
            <a:br>
              <a:rPr lang="en-US" dirty="0"/>
            </a:br>
            <a:endParaRPr lang="en-US" dirty="0"/>
          </a:p>
        </p:txBody>
      </p:sp>
      <p:sp>
        <p:nvSpPr>
          <p:cNvPr id="24" name="Text Placeholder 1">
            <a:extLst>
              <a:ext uri="{FF2B5EF4-FFF2-40B4-BE49-F238E27FC236}">
                <a16:creationId xmlns:a16="http://schemas.microsoft.com/office/drawing/2014/main" id="{1779B208-88DB-C94C-AC50-270C0AEAE152}"/>
              </a:ext>
            </a:extLst>
          </p:cNvPr>
          <p:cNvSpPr>
            <a:spLocks noGrp="1"/>
          </p:cNvSpPr>
          <p:nvPr>
            <p:ph type="body" sz="quarter" idx="15"/>
          </p:nvPr>
        </p:nvSpPr>
        <p:spPr>
          <a:xfrm>
            <a:off x="6667500" y="384048"/>
            <a:ext cx="4951413" cy="2859087"/>
          </a:xfrm>
        </p:spPr>
        <p:txBody>
          <a:bodyPr/>
          <a:lstStyle/>
          <a:p>
            <a:r>
              <a:rPr lang="en-US" dirty="0"/>
              <a:t>1</a:t>
            </a:r>
          </a:p>
        </p:txBody>
      </p:sp>
      <p:sp>
        <p:nvSpPr>
          <p:cNvPr id="11" name="Text Placeholder 10">
            <a:extLst>
              <a:ext uri="{FF2B5EF4-FFF2-40B4-BE49-F238E27FC236}">
                <a16:creationId xmlns:a16="http://schemas.microsoft.com/office/drawing/2014/main" id="{F969A0D8-6050-3743-30C9-54F0F5A3C028}"/>
              </a:ext>
            </a:extLst>
          </p:cNvPr>
          <p:cNvSpPr>
            <a:spLocks noGrp="1"/>
          </p:cNvSpPr>
          <p:nvPr>
            <p:ph type="body" sz="quarter" idx="12"/>
          </p:nvPr>
        </p:nvSpPr>
        <p:spPr>
          <a:xfrm>
            <a:off x="12763500" y="572897"/>
            <a:ext cx="7620000" cy="2859087"/>
          </a:xfrm>
        </p:spPr>
        <p:txBody>
          <a:bodyPr/>
          <a:lstStyle/>
          <a:p>
            <a:r>
              <a:rPr lang="en-US" dirty="0"/>
              <a:t>Siloed systems leave valuable</a:t>
            </a:r>
            <a:br>
              <a:rPr lang="en-US" dirty="0"/>
            </a:br>
            <a:r>
              <a:rPr lang="en-US" dirty="0"/>
              <a:t>data untapped</a:t>
            </a:r>
          </a:p>
        </p:txBody>
      </p:sp>
      <p:sp>
        <p:nvSpPr>
          <p:cNvPr id="15" name="Text Placeholder 14">
            <a:extLst>
              <a:ext uri="{FF2B5EF4-FFF2-40B4-BE49-F238E27FC236}">
                <a16:creationId xmlns:a16="http://schemas.microsoft.com/office/drawing/2014/main" id="{9E4378B7-257C-C056-FFCA-09DE51AC48AD}"/>
              </a:ext>
            </a:extLst>
          </p:cNvPr>
          <p:cNvSpPr>
            <a:spLocks noGrp="1"/>
          </p:cNvSpPr>
          <p:nvPr>
            <p:ph type="body" sz="quarter" idx="16"/>
          </p:nvPr>
        </p:nvSpPr>
        <p:spPr>
          <a:xfrm>
            <a:off x="6667500" y="4957821"/>
            <a:ext cx="4951413" cy="2857506"/>
          </a:xfrm>
        </p:spPr>
        <p:txBody>
          <a:bodyPr/>
          <a:lstStyle/>
          <a:p>
            <a:r>
              <a:rPr lang="en-US" dirty="0"/>
              <a:t>2</a:t>
            </a:r>
          </a:p>
        </p:txBody>
      </p:sp>
      <p:sp>
        <p:nvSpPr>
          <p:cNvPr id="12" name="Text Placeholder 11">
            <a:extLst>
              <a:ext uri="{FF2B5EF4-FFF2-40B4-BE49-F238E27FC236}">
                <a16:creationId xmlns:a16="http://schemas.microsoft.com/office/drawing/2014/main" id="{5897507C-C9B0-284C-FD88-16606506EBC1}"/>
              </a:ext>
            </a:extLst>
          </p:cNvPr>
          <p:cNvSpPr>
            <a:spLocks noGrp="1"/>
          </p:cNvSpPr>
          <p:nvPr>
            <p:ph type="body" sz="quarter" idx="13"/>
          </p:nvPr>
        </p:nvSpPr>
        <p:spPr>
          <a:xfrm>
            <a:off x="12763500" y="5125969"/>
            <a:ext cx="7620000" cy="2857500"/>
          </a:xfrm>
        </p:spPr>
        <p:txBody>
          <a:bodyPr/>
          <a:lstStyle/>
          <a:p>
            <a:r>
              <a:rPr lang="en-US" dirty="0"/>
              <a:t>Overburdened resources can’t</a:t>
            </a:r>
            <a:br>
              <a:rPr lang="en-US" dirty="0"/>
            </a:br>
            <a:r>
              <a:rPr lang="en-US" dirty="0"/>
              <a:t>focus on building relationships</a:t>
            </a:r>
          </a:p>
        </p:txBody>
      </p:sp>
      <p:sp>
        <p:nvSpPr>
          <p:cNvPr id="16" name="Text Placeholder 15">
            <a:extLst>
              <a:ext uri="{FF2B5EF4-FFF2-40B4-BE49-F238E27FC236}">
                <a16:creationId xmlns:a16="http://schemas.microsoft.com/office/drawing/2014/main" id="{71F526E0-4289-ED1E-5406-55CC4813AC49}"/>
              </a:ext>
            </a:extLst>
          </p:cNvPr>
          <p:cNvSpPr>
            <a:spLocks noGrp="1"/>
          </p:cNvSpPr>
          <p:nvPr>
            <p:ph type="body" sz="quarter" idx="17"/>
          </p:nvPr>
        </p:nvSpPr>
        <p:spPr>
          <a:xfrm>
            <a:off x="6667501" y="9526645"/>
            <a:ext cx="4951411" cy="2668530"/>
          </a:xfrm>
        </p:spPr>
        <p:txBody>
          <a:bodyPr/>
          <a:lstStyle/>
          <a:p>
            <a:r>
              <a:rPr lang="en-US" dirty="0"/>
              <a:t>3</a:t>
            </a:r>
          </a:p>
        </p:txBody>
      </p:sp>
      <p:sp>
        <p:nvSpPr>
          <p:cNvPr id="14" name="Text Placeholder 13">
            <a:extLst>
              <a:ext uri="{FF2B5EF4-FFF2-40B4-BE49-F238E27FC236}">
                <a16:creationId xmlns:a16="http://schemas.microsoft.com/office/drawing/2014/main" id="{1E25B319-AA2B-4CA1-52F0-E739F7CD734A}"/>
              </a:ext>
            </a:extLst>
          </p:cNvPr>
          <p:cNvSpPr>
            <a:spLocks noGrp="1"/>
          </p:cNvSpPr>
          <p:nvPr>
            <p:ph type="body" sz="quarter" idx="14"/>
          </p:nvPr>
        </p:nvSpPr>
        <p:spPr>
          <a:xfrm>
            <a:off x="12763500" y="9670409"/>
            <a:ext cx="7620000" cy="2524766"/>
          </a:xfrm>
        </p:spPr>
        <p:txBody>
          <a:bodyPr/>
          <a:lstStyle/>
          <a:p>
            <a:r>
              <a:rPr lang="en-US" dirty="0"/>
              <a:t>Inefficient processes shuffle candidates from contact to contact</a:t>
            </a:r>
          </a:p>
        </p:txBody>
      </p:sp>
      <p:sp>
        <p:nvSpPr>
          <p:cNvPr id="10" name="Footer Placeholder 9">
            <a:extLst>
              <a:ext uri="{FF2B5EF4-FFF2-40B4-BE49-F238E27FC236}">
                <a16:creationId xmlns:a16="http://schemas.microsoft.com/office/drawing/2014/main" id="{7D679A8F-AC0F-54A7-5994-CA7756D5831A}"/>
              </a:ext>
            </a:extLst>
          </p:cNvPr>
          <p:cNvSpPr>
            <a:spLocks noGrp="1"/>
          </p:cNvSpPr>
          <p:nvPr>
            <p:ph type="ftr" sz="quarter" idx="18"/>
          </p:nvPr>
        </p:nvSpPr>
        <p:spPr>
          <a:xfrm>
            <a:off x="581024" y="12823285"/>
            <a:ext cx="4956176" cy="381000"/>
          </a:xfrm>
        </p:spPr>
        <p:txBody>
          <a:bodyPr/>
          <a:lstStyle/>
          <a:p>
            <a:r>
              <a:rPr lang="en-US" dirty="0"/>
              <a:t>Footer</a:t>
            </a:r>
          </a:p>
        </p:txBody>
      </p:sp>
      <p:sp>
        <p:nvSpPr>
          <p:cNvPr id="4" name="TextBox 3">
            <a:extLst>
              <a:ext uri="{FF2B5EF4-FFF2-40B4-BE49-F238E27FC236}">
                <a16:creationId xmlns:a16="http://schemas.microsoft.com/office/drawing/2014/main" id="{FF54D302-5489-3624-EC96-C68B6B8D26FC}"/>
              </a:ext>
            </a:extLst>
          </p:cNvPr>
          <p:cNvSpPr txBox="1"/>
          <p:nvPr/>
        </p:nvSpPr>
        <p:spPr>
          <a:xfrm>
            <a:off x="16197943" y="8125097"/>
            <a:ext cx="0" cy="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rtlCol="0">
            <a:noAutofit/>
          </a:bodyPr>
          <a:lstStyle/>
          <a:p>
            <a:pPr marL="444465" indent="-446749" algn="l" defTabSz="2438400">
              <a:spcBef>
                <a:spcPts val="2900"/>
              </a:spcBef>
              <a:buSzPct val="100000"/>
              <a:buFontTx/>
              <a:buChar char="–"/>
            </a:pPr>
            <a:endParaRPr lang="en-US" kern="0" dirty="0">
              <a:solidFill>
                <a:srgbClr val="000000"/>
              </a:solidFill>
              <a:ea typeface="+mj-ea"/>
              <a:cs typeface="+mj-cs"/>
              <a:sym typeface="IBM Plex Sans Light"/>
            </a:endParaRPr>
          </a:p>
        </p:txBody>
      </p:sp>
      <p:sp>
        <p:nvSpPr>
          <p:cNvPr id="5" name="TextBox 4" descr="Horizontal row divider line">
            <a:extLst>
              <a:ext uri="{FF2B5EF4-FFF2-40B4-BE49-F238E27FC236}">
                <a16:creationId xmlns:a16="http://schemas.microsoft.com/office/drawing/2014/main" id="{BD3AD046-71E9-7289-0F44-593156286197}"/>
              </a:ext>
            </a:extLst>
          </p:cNvPr>
          <p:cNvSpPr txBox="1"/>
          <p:nvPr/>
        </p:nvSpPr>
        <p:spPr>
          <a:xfrm>
            <a:off x="11861074" y="3944983"/>
            <a:ext cx="0" cy="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rtlCol="0">
            <a:noAutofit/>
          </a:bodyPr>
          <a:lstStyle/>
          <a:p>
            <a:pPr marL="444465" indent="-446749" algn="l" defTabSz="2438400">
              <a:spcBef>
                <a:spcPts val="2900"/>
              </a:spcBef>
              <a:buSzPct val="100000"/>
              <a:buFontTx/>
              <a:buChar char="–"/>
            </a:pPr>
            <a:endParaRPr lang="en-US" kern="0" dirty="0">
              <a:solidFill>
                <a:srgbClr val="000000"/>
              </a:solidFill>
              <a:ea typeface="+mj-ea"/>
              <a:cs typeface="+mj-cs"/>
              <a:sym typeface="IBM Plex Sans Light"/>
            </a:endParaRPr>
          </a:p>
        </p:txBody>
      </p:sp>
      <p:sp>
        <p:nvSpPr>
          <p:cNvPr id="6" name="TextBox 5" descr="Horizontal row divider line">
            <a:extLst>
              <a:ext uri="{FF2B5EF4-FFF2-40B4-BE49-F238E27FC236}">
                <a16:creationId xmlns:a16="http://schemas.microsoft.com/office/drawing/2014/main" id="{516292F0-010B-A0BA-2078-5747430FC75D}"/>
              </a:ext>
            </a:extLst>
          </p:cNvPr>
          <p:cNvSpPr txBox="1"/>
          <p:nvPr/>
        </p:nvSpPr>
        <p:spPr>
          <a:xfrm>
            <a:off x="19907794" y="8151223"/>
            <a:ext cx="0" cy="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rtlCol="0">
            <a:noAutofit/>
          </a:bodyPr>
          <a:lstStyle/>
          <a:p>
            <a:pPr marL="444465" indent="-446749" algn="l" defTabSz="2438400">
              <a:spcBef>
                <a:spcPts val="2900"/>
              </a:spcBef>
              <a:buSzPct val="100000"/>
              <a:buFontTx/>
              <a:buChar char="–"/>
            </a:pPr>
            <a:endParaRPr lang="en-US" kern="0" dirty="0">
              <a:solidFill>
                <a:srgbClr val="000000"/>
              </a:solidFill>
              <a:ea typeface="+mj-ea"/>
              <a:cs typeface="+mj-cs"/>
              <a:sym typeface="IBM Plex Sans Light"/>
            </a:endParaRPr>
          </a:p>
        </p:txBody>
      </p:sp>
      <p:sp>
        <p:nvSpPr>
          <p:cNvPr id="37" name="Slide Number Placeholder 36">
            <a:extLst>
              <a:ext uri="{FF2B5EF4-FFF2-40B4-BE49-F238E27FC236}">
                <a16:creationId xmlns:a16="http://schemas.microsoft.com/office/drawing/2014/main" id="{6F8B7EB7-1E3F-5AA7-D46C-4E9B7DA73365}"/>
              </a:ext>
            </a:extLst>
          </p:cNvPr>
          <p:cNvSpPr>
            <a:spLocks noGrp="1"/>
          </p:cNvSpPr>
          <p:nvPr>
            <p:ph type="sldNum" sz="quarter" idx="4"/>
          </p:nvPr>
        </p:nvSpPr>
        <p:spPr/>
        <p:txBody>
          <a:bodyPr/>
          <a:lstStyle/>
          <a:p>
            <a:fld id="{86CB4B4D-7CA3-9044-876B-883B54F8677D}" type="slidenum">
              <a:rPr lang="en-US" smtClean="0"/>
              <a:pPr/>
              <a:t>61</a:t>
            </a:fld>
            <a:endParaRPr lang="en-US" dirty="0"/>
          </a:p>
        </p:txBody>
      </p:sp>
    </p:spTree>
    <p:extLst>
      <p:ext uri="{BB962C8B-B14F-4D97-AF65-F5344CB8AC3E}">
        <p14:creationId xmlns:p14="http://schemas.microsoft.com/office/powerpoint/2010/main" val="1675347233"/>
      </p:ext>
    </p:extLst>
  </p:cSld>
  <p:clrMapOvr>
    <a:masterClrMapping/>
  </p:clrMapOvr>
  <p:transition spd="med"/>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A63B98A-63E0-51EE-3452-1453E3FD6512}"/>
              </a:ext>
            </a:extLst>
          </p:cNvPr>
          <p:cNvSpPr>
            <a:spLocks noGrp="1"/>
          </p:cNvSpPr>
          <p:nvPr>
            <p:ph type="title"/>
          </p:nvPr>
        </p:nvSpPr>
        <p:spPr>
          <a:xfrm>
            <a:off x="576072" y="576072"/>
            <a:ext cx="4949825" cy="3284728"/>
          </a:xfrm>
        </p:spPr>
        <p:txBody>
          <a:bodyPr/>
          <a:lstStyle/>
          <a:p>
            <a:r>
              <a:rPr lang="en-US" dirty="0"/>
              <a:t>Understanding the disconnect between buyers and sellers</a:t>
            </a:r>
          </a:p>
        </p:txBody>
      </p:sp>
      <p:sp>
        <p:nvSpPr>
          <p:cNvPr id="26" name="Text Placeholder 1">
            <a:extLst>
              <a:ext uri="{FF2B5EF4-FFF2-40B4-BE49-F238E27FC236}">
                <a16:creationId xmlns:a16="http://schemas.microsoft.com/office/drawing/2014/main" id="{774AA081-167E-41D6-231F-FC3A3DEF2F1A}"/>
              </a:ext>
            </a:extLst>
          </p:cNvPr>
          <p:cNvSpPr>
            <a:spLocks noGrp="1"/>
          </p:cNvSpPr>
          <p:nvPr>
            <p:ph type="body" sz="quarter" idx="15"/>
          </p:nvPr>
        </p:nvSpPr>
        <p:spPr>
          <a:xfrm>
            <a:off x="6667500" y="384048"/>
            <a:ext cx="4951413" cy="2859087"/>
          </a:xfrm>
        </p:spPr>
        <p:txBody>
          <a:bodyPr/>
          <a:lstStyle/>
          <a:p>
            <a:r>
              <a:rPr lang="en-US" dirty="0"/>
              <a:t>20%</a:t>
            </a:r>
          </a:p>
        </p:txBody>
      </p:sp>
      <p:sp>
        <p:nvSpPr>
          <p:cNvPr id="16" name="Text Placeholder 15">
            <a:extLst>
              <a:ext uri="{FF2B5EF4-FFF2-40B4-BE49-F238E27FC236}">
                <a16:creationId xmlns:a16="http://schemas.microsoft.com/office/drawing/2014/main" id="{BF4A424E-6781-EFF8-9993-9E79E4099B41}"/>
              </a:ext>
            </a:extLst>
          </p:cNvPr>
          <p:cNvSpPr>
            <a:spLocks noGrp="1"/>
          </p:cNvSpPr>
          <p:nvPr>
            <p:ph type="body" sz="quarter" idx="12"/>
          </p:nvPr>
        </p:nvSpPr>
        <p:spPr>
          <a:xfrm>
            <a:off x="12763500" y="572897"/>
            <a:ext cx="7620000" cy="2859087"/>
          </a:xfrm>
        </p:spPr>
        <p:txBody>
          <a:bodyPr/>
          <a:lstStyle/>
          <a:p>
            <a:r>
              <a:rPr lang="en-US" dirty="0"/>
              <a:t>Only 20% of buyers see sellers as a resource to solve their problems.</a:t>
            </a:r>
            <a:r>
              <a:rPr lang="en-US" baseline="30000" dirty="0"/>
              <a:t>1</a:t>
            </a:r>
          </a:p>
        </p:txBody>
      </p:sp>
      <p:sp>
        <p:nvSpPr>
          <p:cNvPr id="19" name="Text Placeholder 18">
            <a:extLst>
              <a:ext uri="{FF2B5EF4-FFF2-40B4-BE49-F238E27FC236}">
                <a16:creationId xmlns:a16="http://schemas.microsoft.com/office/drawing/2014/main" id="{B899F101-C181-CB07-914D-4CA7C9951203}"/>
              </a:ext>
            </a:extLst>
          </p:cNvPr>
          <p:cNvSpPr>
            <a:spLocks noGrp="1"/>
          </p:cNvSpPr>
          <p:nvPr>
            <p:ph type="body" sz="quarter" idx="16"/>
          </p:nvPr>
        </p:nvSpPr>
        <p:spPr>
          <a:xfrm>
            <a:off x="6667500" y="4957821"/>
            <a:ext cx="4951413" cy="2857506"/>
          </a:xfrm>
        </p:spPr>
        <p:txBody>
          <a:bodyPr/>
          <a:lstStyle/>
          <a:p>
            <a:r>
              <a:rPr lang="en-US" dirty="0"/>
              <a:t>25%</a:t>
            </a:r>
          </a:p>
        </p:txBody>
      </p:sp>
      <p:sp>
        <p:nvSpPr>
          <p:cNvPr id="17" name="Text Placeholder 16">
            <a:extLst>
              <a:ext uri="{FF2B5EF4-FFF2-40B4-BE49-F238E27FC236}">
                <a16:creationId xmlns:a16="http://schemas.microsoft.com/office/drawing/2014/main" id="{74D433BC-E4C1-7695-068A-765602671DE9}"/>
              </a:ext>
            </a:extLst>
          </p:cNvPr>
          <p:cNvSpPr>
            <a:spLocks noGrp="1"/>
          </p:cNvSpPr>
          <p:nvPr>
            <p:ph type="body" sz="quarter" idx="13"/>
          </p:nvPr>
        </p:nvSpPr>
        <p:spPr>
          <a:xfrm>
            <a:off x="12763500" y="5126038"/>
            <a:ext cx="8182640" cy="2857500"/>
          </a:xfrm>
        </p:spPr>
        <p:txBody>
          <a:bodyPr/>
          <a:lstStyle/>
          <a:p>
            <a:r>
              <a:rPr lang="en-US" dirty="0"/>
              <a:t>The success rate for businesses at launching new initiatives and markets to capture new revenue streams is 25%.</a:t>
            </a:r>
            <a:r>
              <a:rPr lang="en-US" baseline="30000" dirty="0"/>
              <a:t>2</a:t>
            </a:r>
          </a:p>
        </p:txBody>
      </p:sp>
      <p:sp>
        <p:nvSpPr>
          <p:cNvPr id="20" name="Text Placeholder 19">
            <a:extLst>
              <a:ext uri="{FF2B5EF4-FFF2-40B4-BE49-F238E27FC236}">
                <a16:creationId xmlns:a16="http://schemas.microsoft.com/office/drawing/2014/main" id="{050B96AD-B607-DB0B-8597-34B96334BF05}"/>
              </a:ext>
            </a:extLst>
          </p:cNvPr>
          <p:cNvSpPr>
            <a:spLocks noGrp="1"/>
          </p:cNvSpPr>
          <p:nvPr>
            <p:ph type="body" sz="quarter" idx="17"/>
          </p:nvPr>
        </p:nvSpPr>
        <p:spPr>
          <a:xfrm>
            <a:off x="6667501" y="9526645"/>
            <a:ext cx="4951411" cy="2668530"/>
          </a:xfrm>
        </p:spPr>
        <p:txBody>
          <a:bodyPr/>
          <a:lstStyle/>
          <a:p>
            <a:r>
              <a:rPr lang="en-US" dirty="0"/>
              <a:t>67%</a:t>
            </a:r>
          </a:p>
        </p:txBody>
      </p:sp>
      <p:sp>
        <p:nvSpPr>
          <p:cNvPr id="18" name="Text Placeholder 17">
            <a:extLst>
              <a:ext uri="{FF2B5EF4-FFF2-40B4-BE49-F238E27FC236}">
                <a16:creationId xmlns:a16="http://schemas.microsoft.com/office/drawing/2014/main" id="{BFE1963F-D374-F32B-075C-4F1C51A419A2}"/>
              </a:ext>
            </a:extLst>
          </p:cNvPr>
          <p:cNvSpPr>
            <a:spLocks noGrp="1"/>
          </p:cNvSpPr>
          <p:nvPr>
            <p:ph type="body" sz="quarter" idx="14"/>
          </p:nvPr>
        </p:nvSpPr>
        <p:spPr>
          <a:xfrm>
            <a:off x="12763500" y="9671050"/>
            <a:ext cx="8704118" cy="2524125"/>
          </a:xfrm>
        </p:spPr>
        <p:txBody>
          <a:bodyPr/>
          <a:lstStyle/>
          <a:p>
            <a:r>
              <a:rPr lang="en-US" dirty="0"/>
              <a:t>Sixty-seven percent of buyers say their standard for customer experience is higher than ever. Despite efforts to automate, human interactions still critically impact the customer experience.</a:t>
            </a:r>
            <a:r>
              <a:rPr lang="en-US" baseline="30000" dirty="0"/>
              <a:t>3</a:t>
            </a:r>
          </a:p>
        </p:txBody>
      </p:sp>
      <p:sp>
        <p:nvSpPr>
          <p:cNvPr id="37" name="Text Placeholder 36">
            <a:extLst>
              <a:ext uri="{FF2B5EF4-FFF2-40B4-BE49-F238E27FC236}">
                <a16:creationId xmlns:a16="http://schemas.microsoft.com/office/drawing/2014/main" id="{7505D7F4-2ADB-BA2F-EB7E-DC0F948F9832}"/>
              </a:ext>
            </a:extLst>
          </p:cNvPr>
          <p:cNvSpPr>
            <a:spLocks noGrp="1"/>
          </p:cNvSpPr>
          <p:nvPr>
            <p:ph type="body" sz="quarter" idx="11"/>
          </p:nvPr>
        </p:nvSpPr>
        <p:spPr/>
        <p:txBody>
          <a:bodyPr/>
          <a:lstStyle/>
          <a:p>
            <a:r>
              <a:rPr lang="en-US" sz="1600" kern="0" dirty="0">
                <a:latin typeface="IBM Plex Sans" panose="020B0503050203000203" pitchFamily="34" charset="0"/>
              </a:rPr>
              <a:t>1. Lorem source name </a:t>
            </a:r>
          </a:p>
          <a:p>
            <a:r>
              <a:rPr lang="en-US" sz="1600" kern="0" dirty="0">
                <a:latin typeface="IBM Plex Sans" panose="020B0503050203000203" pitchFamily="34" charset="0"/>
              </a:rPr>
              <a:t>2. Lorem source name </a:t>
            </a:r>
          </a:p>
          <a:p>
            <a:r>
              <a:rPr lang="en-US" sz="1600" kern="0" dirty="0">
                <a:latin typeface="IBM Plex Sans" panose="020B0503050203000203" pitchFamily="34" charset="0"/>
              </a:rPr>
              <a:t>3. Lorem source name</a:t>
            </a:r>
          </a:p>
        </p:txBody>
      </p:sp>
      <p:sp>
        <p:nvSpPr>
          <p:cNvPr id="13" name="Footer Placeholder 9">
            <a:extLst>
              <a:ext uri="{FF2B5EF4-FFF2-40B4-BE49-F238E27FC236}">
                <a16:creationId xmlns:a16="http://schemas.microsoft.com/office/drawing/2014/main" id="{08633A37-12CB-0E77-8059-924839AE4985}"/>
              </a:ext>
            </a:extLst>
          </p:cNvPr>
          <p:cNvSpPr>
            <a:spLocks noGrp="1"/>
          </p:cNvSpPr>
          <p:nvPr>
            <p:ph type="ftr" sz="quarter" idx="18"/>
          </p:nvPr>
        </p:nvSpPr>
        <p:spPr>
          <a:xfrm>
            <a:off x="581024" y="12823285"/>
            <a:ext cx="4956176" cy="381000"/>
          </a:xfrm>
        </p:spPr>
        <p:txBody>
          <a:bodyPr/>
          <a:lstStyle/>
          <a:p>
            <a:r>
              <a:rPr lang="en-US" dirty="0"/>
              <a:t>Footer</a:t>
            </a:r>
          </a:p>
        </p:txBody>
      </p:sp>
      <p:sp>
        <p:nvSpPr>
          <p:cNvPr id="2" name="TextBox 1">
            <a:extLst>
              <a:ext uri="{FF2B5EF4-FFF2-40B4-BE49-F238E27FC236}">
                <a16:creationId xmlns:a16="http://schemas.microsoft.com/office/drawing/2014/main" id="{F89DEDF6-8D39-6991-D33E-A6BDBF2C9CF0}"/>
              </a:ext>
            </a:extLst>
          </p:cNvPr>
          <p:cNvSpPr txBox="1"/>
          <p:nvPr/>
        </p:nvSpPr>
        <p:spPr>
          <a:xfrm>
            <a:off x="10737669" y="3971109"/>
            <a:ext cx="0" cy="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rtlCol="0">
            <a:noAutofit/>
          </a:bodyPr>
          <a:lstStyle/>
          <a:p>
            <a:pPr marL="444465" indent="-446749" algn="l" defTabSz="2438400">
              <a:spcBef>
                <a:spcPts val="2900"/>
              </a:spcBef>
              <a:buSzPct val="100000"/>
              <a:buFontTx/>
              <a:buChar char="–"/>
            </a:pPr>
            <a:endParaRPr lang="en-US" kern="0" dirty="0">
              <a:solidFill>
                <a:srgbClr val="000000"/>
              </a:solidFill>
              <a:ea typeface="+mj-ea"/>
              <a:cs typeface="+mj-cs"/>
              <a:sym typeface="IBM Plex Sans Light"/>
            </a:endParaRPr>
          </a:p>
        </p:txBody>
      </p:sp>
      <p:sp>
        <p:nvSpPr>
          <p:cNvPr id="4" name="TextBox 3" descr="Horizontal row divider line">
            <a:extLst>
              <a:ext uri="{FF2B5EF4-FFF2-40B4-BE49-F238E27FC236}">
                <a16:creationId xmlns:a16="http://schemas.microsoft.com/office/drawing/2014/main" id="{27EB549D-7F38-3999-959A-C92A3EBBEE16}"/>
              </a:ext>
            </a:extLst>
          </p:cNvPr>
          <p:cNvSpPr txBox="1"/>
          <p:nvPr/>
        </p:nvSpPr>
        <p:spPr>
          <a:xfrm>
            <a:off x="12932229" y="3997234"/>
            <a:ext cx="0" cy="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rtlCol="0">
            <a:noAutofit/>
          </a:bodyPr>
          <a:lstStyle/>
          <a:p>
            <a:pPr marL="444465" indent="-446749" algn="l" defTabSz="2438400">
              <a:spcBef>
                <a:spcPts val="2900"/>
              </a:spcBef>
              <a:buSzPct val="100000"/>
              <a:buFontTx/>
              <a:buChar char="–"/>
            </a:pPr>
            <a:endParaRPr lang="en-US" kern="0" dirty="0">
              <a:solidFill>
                <a:srgbClr val="000000"/>
              </a:solidFill>
              <a:ea typeface="+mj-ea"/>
              <a:cs typeface="+mj-cs"/>
              <a:sym typeface="IBM Plex Sans Light"/>
            </a:endParaRPr>
          </a:p>
        </p:txBody>
      </p:sp>
      <p:sp>
        <p:nvSpPr>
          <p:cNvPr id="5" name="TextBox 4" descr="Horizontal row divider line">
            <a:extLst>
              <a:ext uri="{FF2B5EF4-FFF2-40B4-BE49-F238E27FC236}">
                <a16:creationId xmlns:a16="http://schemas.microsoft.com/office/drawing/2014/main" id="{C4894AD5-CA74-6CC4-ED99-506A9487D0DA}"/>
              </a:ext>
            </a:extLst>
          </p:cNvPr>
          <p:cNvSpPr txBox="1"/>
          <p:nvPr/>
        </p:nvSpPr>
        <p:spPr>
          <a:xfrm>
            <a:off x="7445829" y="8151223"/>
            <a:ext cx="0" cy="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rtlCol="0">
            <a:noAutofit/>
          </a:bodyPr>
          <a:lstStyle/>
          <a:p>
            <a:pPr marL="444465" indent="-446749" algn="l" defTabSz="2438400">
              <a:spcBef>
                <a:spcPts val="2900"/>
              </a:spcBef>
              <a:buSzPct val="100000"/>
              <a:buFontTx/>
              <a:buChar char="–"/>
            </a:pPr>
            <a:endParaRPr lang="en-US" kern="0" dirty="0">
              <a:solidFill>
                <a:srgbClr val="000000"/>
              </a:solidFill>
              <a:ea typeface="+mj-ea"/>
              <a:cs typeface="+mj-cs"/>
              <a:sym typeface="IBM Plex Sans Light"/>
            </a:endParaRPr>
          </a:p>
        </p:txBody>
      </p:sp>
      <p:sp>
        <p:nvSpPr>
          <p:cNvPr id="38" name="Slide Number Placeholder 37">
            <a:extLst>
              <a:ext uri="{FF2B5EF4-FFF2-40B4-BE49-F238E27FC236}">
                <a16:creationId xmlns:a16="http://schemas.microsoft.com/office/drawing/2014/main" id="{3E760B33-DCA6-A89B-1D57-C62062D91B04}"/>
              </a:ext>
            </a:extLst>
          </p:cNvPr>
          <p:cNvSpPr>
            <a:spLocks noGrp="1"/>
          </p:cNvSpPr>
          <p:nvPr>
            <p:ph type="sldNum" sz="quarter" idx="4"/>
          </p:nvPr>
        </p:nvSpPr>
        <p:spPr/>
        <p:txBody>
          <a:bodyPr/>
          <a:lstStyle/>
          <a:p>
            <a:fld id="{86CB4B4D-7CA3-9044-876B-883B54F8677D}" type="slidenum">
              <a:rPr lang="en-US" smtClean="0"/>
              <a:pPr/>
              <a:t>62</a:t>
            </a:fld>
            <a:endParaRPr lang="en-US" dirty="0"/>
          </a:p>
        </p:txBody>
      </p:sp>
    </p:spTree>
    <p:extLst>
      <p:ext uri="{BB962C8B-B14F-4D97-AF65-F5344CB8AC3E}">
        <p14:creationId xmlns:p14="http://schemas.microsoft.com/office/powerpoint/2010/main" val="1184488079"/>
      </p:ext>
    </p:extLst>
  </p:cSld>
  <p:clrMapOvr>
    <a:masterClrMapping/>
  </p:clrMapOvr>
  <p:transition spd="med"/>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Picture 19" descr="Illustration showing triangular shapes in various shades of gray with bold zigzag gray shapes in between">
            <a:extLst>
              <a:ext uri="{FF2B5EF4-FFF2-40B4-BE49-F238E27FC236}">
                <a16:creationId xmlns:a16="http://schemas.microsoft.com/office/drawing/2014/main" id="{96D91226-B106-072F-5629-24DE98983090}"/>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568325" y="569912"/>
            <a:ext cx="4956175" cy="12574587"/>
          </a:xfrm>
          <a:prstGeom prst="rect">
            <a:avLst/>
          </a:prstGeom>
        </p:spPr>
      </p:pic>
      <p:sp>
        <p:nvSpPr>
          <p:cNvPr id="2" name="Text Placeholder 1">
            <a:extLst>
              <a:ext uri="{FF2B5EF4-FFF2-40B4-BE49-F238E27FC236}">
                <a16:creationId xmlns:a16="http://schemas.microsoft.com/office/drawing/2014/main" id="{CFB554CE-CEBA-7FA0-A0EC-B39A24423B00}"/>
              </a:ext>
            </a:extLst>
          </p:cNvPr>
          <p:cNvSpPr>
            <a:spLocks noGrp="1"/>
          </p:cNvSpPr>
          <p:nvPr>
            <p:ph type="body" sz="quarter" idx="15"/>
          </p:nvPr>
        </p:nvSpPr>
        <p:spPr/>
        <p:txBody>
          <a:bodyPr/>
          <a:lstStyle/>
          <a:p>
            <a:r>
              <a:rPr lang="en-US" dirty="0"/>
              <a:t>80%</a:t>
            </a:r>
          </a:p>
        </p:txBody>
      </p:sp>
      <p:sp>
        <p:nvSpPr>
          <p:cNvPr id="6" name="Text Placeholder 5">
            <a:extLst>
              <a:ext uri="{FF2B5EF4-FFF2-40B4-BE49-F238E27FC236}">
                <a16:creationId xmlns:a16="http://schemas.microsoft.com/office/drawing/2014/main" id="{B0616A23-92AD-A6BF-BC58-65B4F9270D80}"/>
              </a:ext>
            </a:extLst>
          </p:cNvPr>
          <p:cNvSpPr>
            <a:spLocks noGrp="1"/>
          </p:cNvSpPr>
          <p:nvPr>
            <p:ph type="body" sz="quarter" idx="12"/>
          </p:nvPr>
        </p:nvSpPr>
        <p:spPr/>
        <p:txBody>
          <a:bodyPr/>
          <a:lstStyle/>
          <a:p>
            <a:r>
              <a:rPr lang="en-US" dirty="0">
                <a:solidFill>
                  <a:srgbClr val="000000"/>
                </a:solidFill>
                <a:effectLst/>
                <a:latin typeface="IBM Plex Sans Light" panose="020B0403050203000203" pitchFamily="34" charset="0"/>
              </a:rPr>
              <a:t>of respondents agreed that real-time insights are important</a:t>
            </a:r>
            <a:r>
              <a:rPr lang="en-US" baseline="30000" dirty="0">
                <a:solidFill>
                  <a:srgbClr val="000000"/>
                </a:solidFill>
                <a:effectLst/>
                <a:latin typeface="IBM Plex Sans Light" panose="020B0403050203000203" pitchFamily="34" charset="0"/>
              </a:rPr>
              <a:t>1</a:t>
            </a:r>
            <a:endParaRPr lang="en-US" dirty="0">
              <a:solidFill>
                <a:srgbClr val="000000"/>
              </a:solidFill>
              <a:effectLst/>
              <a:latin typeface="IBM Plex Sans Light" panose="020B0403050203000203" pitchFamily="34" charset="0"/>
            </a:endParaRPr>
          </a:p>
        </p:txBody>
      </p:sp>
      <p:sp>
        <p:nvSpPr>
          <p:cNvPr id="8" name="Text Placeholder 7">
            <a:extLst>
              <a:ext uri="{FF2B5EF4-FFF2-40B4-BE49-F238E27FC236}">
                <a16:creationId xmlns:a16="http://schemas.microsoft.com/office/drawing/2014/main" id="{3164FAA9-E132-D96E-42D3-D0878916CE92}"/>
              </a:ext>
            </a:extLst>
          </p:cNvPr>
          <p:cNvSpPr>
            <a:spLocks noGrp="1"/>
          </p:cNvSpPr>
          <p:nvPr>
            <p:ph type="body" sz="quarter" idx="16"/>
          </p:nvPr>
        </p:nvSpPr>
        <p:spPr/>
        <p:txBody>
          <a:bodyPr/>
          <a:lstStyle/>
          <a:p>
            <a:r>
              <a:rPr lang="en-US" dirty="0"/>
              <a:t>49%</a:t>
            </a:r>
          </a:p>
        </p:txBody>
      </p:sp>
      <p:sp>
        <p:nvSpPr>
          <p:cNvPr id="7" name="Text Placeholder 6">
            <a:extLst>
              <a:ext uri="{FF2B5EF4-FFF2-40B4-BE49-F238E27FC236}">
                <a16:creationId xmlns:a16="http://schemas.microsoft.com/office/drawing/2014/main" id="{037CD29B-CF17-A33A-5171-B360B71DA4DC}"/>
              </a:ext>
            </a:extLst>
          </p:cNvPr>
          <p:cNvSpPr>
            <a:spLocks noGrp="1"/>
          </p:cNvSpPr>
          <p:nvPr>
            <p:ph type="body" sz="quarter" idx="13"/>
          </p:nvPr>
        </p:nvSpPr>
        <p:spPr/>
        <p:txBody>
          <a:bodyPr/>
          <a:lstStyle/>
          <a:p>
            <a:r>
              <a:rPr lang="en-US" dirty="0">
                <a:solidFill>
                  <a:srgbClr val="000000"/>
                </a:solidFill>
                <a:effectLst/>
                <a:latin typeface="IBM Plex Sans Light" panose="020B0403050203000203" pitchFamily="34" charset="0"/>
              </a:rPr>
              <a:t>say getting insights where and when they are needed is a big challenge</a:t>
            </a:r>
            <a:r>
              <a:rPr lang="en-US" baseline="30000" dirty="0">
                <a:solidFill>
                  <a:srgbClr val="000000"/>
                </a:solidFill>
                <a:effectLst/>
                <a:latin typeface="IBM Plex Sans Light" panose="020B0403050203000203" pitchFamily="34" charset="0"/>
              </a:rPr>
              <a:t>2</a:t>
            </a:r>
            <a:endParaRPr lang="en-US" dirty="0">
              <a:solidFill>
                <a:srgbClr val="000000"/>
              </a:solidFill>
              <a:effectLst/>
              <a:latin typeface="IBM Plex Sans Light" panose="020B0403050203000203" pitchFamily="34" charset="0"/>
            </a:endParaRPr>
          </a:p>
        </p:txBody>
      </p:sp>
      <p:sp>
        <p:nvSpPr>
          <p:cNvPr id="9" name="Text Placeholder 8">
            <a:extLst>
              <a:ext uri="{FF2B5EF4-FFF2-40B4-BE49-F238E27FC236}">
                <a16:creationId xmlns:a16="http://schemas.microsoft.com/office/drawing/2014/main" id="{3629AD41-056B-4266-F799-5231411185EB}"/>
              </a:ext>
            </a:extLst>
          </p:cNvPr>
          <p:cNvSpPr>
            <a:spLocks noGrp="1"/>
          </p:cNvSpPr>
          <p:nvPr>
            <p:ph type="body" sz="quarter" idx="17"/>
          </p:nvPr>
        </p:nvSpPr>
        <p:spPr/>
        <p:txBody>
          <a:bodyPr/>
          <a:lstStyle/>
          <a:p>
            <a:r>
              <a:rPr lang="en-US" dirty="0"/>
              <a:t>89%</a:t>
            </a:r>
          </a:p>
        </p:txBody>
      </p:sp>
      <p:sp>
        <p:nvSpPr>
          <p:cNvPr id="4" name="Text Placeholder 3">
            <a:extLst>
              <a:ext uri="{FF2B5EF4-FFF2-40B4-BE49-F238E27FC236}">
                <a16:creationId xmlns:a16="http://schemas.microsoft.com/office/drawing/2014/main" id="{459954DE-B18C-42EF-6F2B-BFCE92A636D0}"/>
              </a:ext>
            </a:extLst>
          </p:cNvPr>
          <p:cNvSpPr>
            <a:spLocks noGrp="1"/>
          </p:cNvSpPr>
          <p:nvPr>
            <p:ph type="body" sz="quarter" idx="14"/>
          </p:nvPr>
        </p:nvSpPr>
        <p:spPr/>
        <p:txBody>
          <a:bodyPr/>
          <a:lstStyle/>
          <a:p>
            <a:r>
              <a:rPr lang="en-US" dirty="0">
                <a:solidFill>
                  <a:srgbClr val="000000"/>
                </a:solidFill>
                <a:effectLst/>
                <a:latin typeface="IBM Plex Sans Light" panose="020B0403050203000203" pitchFamily="34" charset="0"/>
              </a:rPr>
              <a:t>of advanced adopters are reducing operating costs with AI</a:t>
            </a:r>
            <a:r>
              <a:rPr lang="en-US" baseline="30000" dirty="0">
                <a:solidFill>
                  <a:srgbClr val="000000"/>
                </a:solidFill>
                <a:effectLst/>
                <a:latin typeface="IBM Plex Sans Light" panose="020B0403050203000203" pitchFamily="34" charset="0"/>
              </a:rPr>
              <a:t>3</a:t>
            </a:r>
            <a:endParaRPr lang="en-US" dirty="0">
              <a:solidFill>
                <a:srgbClr val="000000"/>
              </a:solidFill>
              <a:effectLst/>
              <a:latin typeface="IBM Plex Sans Light" panose="020B0403050203000203" pitchFamily="34" charset="0"/>
            </a:endParaRPr>
          </a:p>
        </p:txBody>
      </p:sp>
      <p:sp>
        <p:nvSpPr>
          <p:cNvPr id="5" name="Text Placeholder 4">
            <a:extLst>
              <a:ext uri="{FF2B5EF4-FFF2-40B4-BE49-F238E27FC236}">
                <a16:creationId xmlns:a16="http://schemas.microsoft.com/office/drawing/2014/main" id="{82ADC552-EA0C-BC92-1680-1346F2749726}"/>
              </a:ext>
            </a:extLst>
          </p:cNvPr>
          <p:cNvSpPr>
            <a:spLocks noGrp="1"/>
          </p:cNvSpPr>
          <p:nvPr>
            <p:ph type="body" sz="quarter" idx="11"/>
          </p:nvPr>
        </p:nvSpPr>
        <p:spPr/>
        <p:txBody>
          <a:bodyPr/>
          <a:lstStyle/>
          <a:p>
            <a:r>
              <a:rPr lang="en-US" sz="1600" kern="0" dirty="0">
                <a:latin typeface="IBM Plex Sans" panose="020B0503050203000203" pitchFamily="34" charset="0"/>
              </a:rPr>
              <a:t>1. Lorem source name </a:t>
            </a:r>
          </a:p>
          <a:p>
            <a:r>
              <a:rPr lang="en-US" sz="1600" kern="0" dirty="0">
                <a:latin typeface="IBM Plex Sans" panose="020B0503050203000203" pitchFamily="34" charset="0"/>
              </a:rPr>
              <a:t>2. Lorem source name </a:t>
            </a:r>
          </a:p>
          <a:p>
            <a:r>
              <a:rPr lang="en-US" sz="1600" kern="0" dirty="0">
                <a:latin typeface="IBM Plex Sans" panose="020B0503050203000203" pitchFamily="34" charset="0"/>
              </a:rPr>
              <a:t>3. Lorem source name</a:t>
            </a:r>
          </a:p>
        </p:txBody>
      </p:sp>
      <p:sp>
        <p:nvSpPr>
          <p:cNvPr id="10" name="TextBox 9" descr="Horizontal row divider line">
            <a:extLst>
              <a:ext uri="{FF2B5EF4-FFF2-40B4-BE49-F238E27FC236}">
                <a16:creationId xmlns:a16="http://schemas.microsoft.com/office/drawing/2014/main" id="{01073ED7-9D72-B1CB-DCAF-019AC037ABDD}"/>
              </a:ext>
            </a:extLst>
          </p:cNvPr>
          <p:cNvSpPr txBox="1"/>
          <p:nvPr/>
        </p:nvSpPr>
        <p:spPr>
          <a:xfrm>
            <a:off x="21370834" y="8151223"/>
            <a:ext cx="0" cy="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rtlCol="0">
            <a:noAutofit/>
          </a:bodyPr>
          <a:lstStyle/>
          <a:p>
            <a:pPr marL="444465" indent="-446749" algn="l" defTabSz="2438400">
              <a:spcBef>
                <a:spcPts val="2900"/>
              </a:spcBef>
              <a:buSzPct val="100000"/>
              <a:buFontTx/>
              <a:buChar char="–"/>
            </a:pPr>
            <a:endParaRPr lang="en-US" kern="0" dirty="0">
              <a:solidFill>
                <a:srgbClr val="000000"/>
              </a:solidFill>
              <a:ea typeface="+mj-ea"/>
              <a:cs typeface="+mj-cs"/>
              <a:sym typeface="IBM Plex Sans Light"/>
            </a:endParaRPr>
          </a:p>
        </p:txBody>
      </p:sp>
      <p:sp>
        <p:nvSpPr>
          <p:cNvPr id="11" name="TextBox 10" descr="Horizontal row divider line">
            <a:extLst>
              <a:ext uri="{FF2B5EF4-FFF2-40B4-BE49-F238E27FC236}">
                <a16:creationId xmlns:a16="http://schemas.microsoft.com/office/drawing/2014/main" id="{1DB303EA-E955-6A0B-E5B9-636377E4FBFB}"/>
              </a:ext>
            </a:extLst>
          </p:cNvPr>
          <p:cNvSpPr txBox="1"/>
          <p:nvPr/>
        </p:nvSpPr>
        <p:spPr>
          <a:xfrm>
            <a:off x="22206857" y="3944983"/>
            <a:ext cx="0" cy="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rtlCol="0">
            <a:noAutofit/>
          </a:bodyPr>
          <a:lstStyle/>
          <a:p>
            <a:pPr marL="444465" indent="-446749" algn="l" defTabSz="2438400">
              <a:spcBef>
                <a:spcPts val="2900"/>
              </a:spcBef>
              <a:buSzPct val="100000"/>
              <a:buFontTx/>
              <a:buChar char="–"/>
            </a:pPr>
            <a:endParaRPr lang="en-US" kern="0" dirty="0">
              <a:solidFill>
                <a:srgbClr val="000000"/>
              </a:solidFill>
              <a:ea typeface="+mj-ea"/>
              <a:cs typeface="+mj-cs"/>
              <a:sym typeface="IBM Plex Sans Light"/>
            </a:endParaRPr>
          </a:p>
        </p:txBody>
      </p:sp>
      <p:sp>
        <p:nvSpPr>
          <p:cNvPr id="12" name="TextBox 11" descr="Horizontal row divider line">
            <a:extLst>
              <a:ext uri="{FF2B5EF4-FFF2-40B4-BE49-F238E27FC236}">
                <a16:creationId xmlns:a16="http://schemas.microsoft.com/office/drawing/2014/main" id="{0FDE17E2-2E45-463C-5B59-E5B8B4393823}"/>
              </a:ext>
            </a:extLst>
          </p:cNvPr>
          <p:cNvSpPr txBox="1"/>
          <p:nvPr/>
        </p:nvSpPr>
        <p:spPr>
          <a:xfrm>
            <a:off x="19620411" y="3918857"/>
            <a:ext cx="0" cy="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rtlCol="0">
            <a:noAutofit/>
          </a:bodyPr>
          <a:lstStyle/>
          <a:p>
            <a:pPr marL="444465" indent="-446749" algn="l" defTabSz="2438400">
              <a:spcBef>
                <a:spcPts val="2900"/>
              </a:spcBef>
              <a:buSzPct val="100000"/>
              <a:buFontTx/>
              <a:buChar char="–"/>
            </a:pPr>
            <a:endParaRPr lang="en-US" kern="0" dirty="0">
              <a:solidFill>
                <a:srgbClr val="000000"/>
              </a:solidFill>
              <a:ea typeface="+mj-ea"/>
              <a:cs typeface="+mj-cs"/>
              <a:sym typeface="IBM Plex Sans Light"/>
            </a:endParaRPr>
          </a:p>
        </p:txBody>
      </p:sp>
      <p:sp>
        <p:nvSpPr>
          <p:cNvPr id="18" name="Slide Number Placeholder 17">
            <a:extLst>
              <a:ext uri="{FF2B5EF4-FFF2-40B4-BE49-F238E27FC236}">
                <a16:creationId xmlns:a16="http://schemas.microsoft.com/office/drawing/2014/main" id="{292E63BC-8BD2-EAE6-6F40-D8613ECF0057}"/>
              </a:ext>
            </a:extLst>
          </p:cNvPr>
          <p:cNvSpPr>
            <a:spLocks noGrp="1"/>
          </p:cNvSpPr>
          <p:nvPr>
            <p:ph type="sldNum" sz="quarter" idx="4"/>
          </p:nvPr>
        </p:nvSpPr>
        <p:spPr/>
        <p:txBody>
          <a:bodyPr/>
          <a:lstStyle/>
          <a:p>
            <a:fld id="{86CB4B4D-7CA3-9044-876B-883B54F8677D}" type="slidenum">
              <a:rPr lang="en-US" smtClean="0"/>
              <a:pPr/>
              <a:t>63</a:t>
            </a:fld>
            <a:endParaRPr lang="en-US" dirty="0"/>
          </a:p>
        </p:txBody>
      </p:sp>
    </p:spTree>
    <p:extLst>
      <p:ext uri="{BB962C8B-B14F-4D97-AF65-F5344CB8AC3E}">
        <p14:creationId xmlns:p14="http://schemas.microsoft.com/office/powerpoint/2010/main" val="3752462615"/>
      </p:ext>
    </p:extLst>
  </p:cSld>
  <p:clrMapOvr>
    <a:masterClrMapping/>
  </p:clrMapOvr>
  <p:transition spd="med"/>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5F005E-30B1-FE95-E47D-6CE14D314C91}"/>
              </a:ext>
            </a:extLst>
          </p:cNvPr>
          <p:cNvSpPr>
            <a:spLocks noGrp="1"/>
          </p:cNvSpPr>
          <p:nvPr>
            <p:ph type="title"/>
          </p:nvPr>
        </p:nvSpPr>
        <p:spPr/>
        <p:txBody>
          <a:bodyPr/>
          <a:lstStyle/>
          <a:p>
            <a:r>
              <a:rPr lang="en-US" sz="4400" dirty="0">
                <a:solidFill>
                  <a:srgbClr val="000000"/>
                </a:solidFill>
                <a:effectLst/>
              </a:rPr>
              <a:t>IBM experts</a:t>
            </a:r>
          </a:p>
        </p:txBody>
      </p:sp>
      <p:sp>
        <p:nvSpPr>
          <p:cNvPr id="3" name="Text Placeholder 6">
            <a:extLst>
              <a:ext uri="{FF2B5EF4-FFF2-40B4-BE49-F238E27FC236}">
                <a16:creationId xmlns:a16="http://schemas.microsoft.com/office/drawing/2014/main" id="{4AAFE7BB-84B9-CC6E-EAE2-B21F4A2DF397}"/>
              </a:ext>
            </a:extLst>
          </p:cNvPr>
          <p:cNvSpPr txBox="1">
            <a:spLocks/>
          </p:cNvSpPr>
          <p:nvPr/>
        </p:nvSpPr>
        <p:spPr>
          <a:xfrm>
            <a:off x="6667500" y="576072"/>
            <a:ext cx="5524500" cy="1958134"/>
          </a:xfrm>
          <a:prstGeom prst="rect">
            <a:avLst/>
          </a:prstGeom>
        </p:spPr>
        <p:txBody>
          <a:bodyPr vert="horz" lIns="0" tIns="0" rIns="0" bIns="0" rtlCol="0" anchor="t"/>
          <a:lstStyle>
            <a:defPPr>
              <a:defRPr lang="en-US"/>
            </a:defPPr>
            <a:lvl1pPr marL="0" algn="l" defTabSz="1829379" rtl="0" eaLnBrk="1" latinLnBrk="0" hangingPunct="1">
              <a:defRPr sz="1600" b="0" i="0" kern="1200">
                <a:solidFill>
                  <a:schemeClr val="tx1"/>
                </a:solidFill>
                <a:latin typeface="IBM Plex Sans" panose="020B0503050203000203" pitchFamily="34" charset="0"/>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pPr>
              <a:lnSpc>
                <a:spcPct val="110000"/>
              </a:lnSpc>
            </a:pPr>
            <a:r>
              <a:rPr lang="en-US" sz="2800" dirty="0">
                <a:solidFill>
                  <a:srgbClr val="000000"/>
                </a:solidFill>
                <a:effectLst/>
                <a:latin typeface="+mj-lt"/>
              </a:rPr>
              <a:t>We’ll assemble the right squad for your project and bring in the best talent from across IBM flexibly.</a:t>
            </a:r>
          </a:p>
        </p:txBody>
      </p:sp>
      <p:grpSp>
        <p:nvGrpSpPr>
          <p:cNvPr id="4" name="Group 3" descr="Illustration showing 3 outlined circles, in red, purple and blue">
            <a:extLst>
              <a:ext uri="{FF2B5EF4-FFF2-40B4-BE49-F238E27FC236}">
                <a16:creationId xmlns:a16="http://schemas.microsoft.com/office/drawing/2014/main" id="{D76B83A6-88C0-5041-47F2-D442C7D6C5BE}"/>
              </a:ext>
            </a:extLst>
          </p:cNvPr>
          <p:cNvGrpSpPr/>
          <p:nvPr/>
        </p:nvGrpSpPr>
        <p:grpSpPr>
          <a:xfrm>
            <a:off x="568325" y="3424427"/>
            <a:ext cx="23244175" cy="7744404"/>
            <a:chOff x="1892300" y="3424428"/>
            <a:chExt cx="20597431" cy="6862572"/>
          </a:xfrm>
        </p:grpSpPr>
        <p:sp>
          <p:nvSpPr>
            <p:cNvPr id="24" name="Oval 23">
              <a:extLst>
                <a:ext uri="{FF2B5EF4-FFF2-40B4-BE49-F238E27FC236}">
                  <a16:creationId xmlns:a16="http://schemas.microsoft.com/office/drawing/2014/main" id="{A4414FE5-C188-1C37-D0D0-9D06D027C376}"/>
                </a:ext>
              </a:extLst>
            </p:cNvPr>
            <p:cNvSpPr/>
            <p:nvPr/>
          </p:nvSpPr>
          <p:spPr bwMode="auto">
            <a:xfrm>
              <a:off x="1892300" y="3424428"/>
              <a:ext cx="6862572" cy="6862572"/>
            </a:xfrm>
            <a:prstGeom prst="ellipse">
              <a:avLst/>
            </a:prstGeom>
            <a:noFill/>
            <a:ln w="25400">
              <a:solidFill>
                <a:srgbClr val="D02670"/>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 typeface="IBM Plex Sans Light"/>
                <a:buNone/>
                <a:tabLst/>
              </a:pPr>
              <a:r>
                <a:rPr lang="en-US" sz="4400" dirty="0">
                  <a:solidFill>
                    <a:schemeClr val="tx1"/>
                  </a:solidFill>
                </a:rPr>
                <a:t>Business</a:t>
              </a:r>
              <a:endParaRPr kumimoji="0" lang="en-US" sz="4400" b="0" i="0" u="none" strike="noStrike" cap="none" normalizeH="0" baseline="0" dirty="0">
                <a:ln>
                  <a:noFill/>
                </a:ln>
                <a:solidFill>
                  <a:schemeClr val="tx1"/>
                </a:solidFill>
                <a:effectLst/>
                <a:latin typeface="+mn-lt"/>
              </a:endParaRPr>
            </a:p>
          </p:txBody>
        </p:sp>
        <p:sp>
          <p:nvSpPr>
            <p:cNvPr id="8" name="Oval 7">
              <a:extLst>
                <a:ext uri="{FF2B5EF4-FFF2-40B4-BE49-F238E27FC236}">
                  <a16:creationId xmlns:a16="http://schemas.microsoft.com/office/drawing/2014/main" id="{A8EFF192-5C76-9288-1A8B-7A821EA911D9}"/>
                </a:ext>
              </a:extLst>
            </p:cNvPr>
            <p:cNvSpPr/>
            <p:nvPr/>
          </p:nvSpPr>
          <p:spPr bwMode="auto">
            <a:xfrm>
              <a:off x="8769159" y="3424428"/>
              <a:ext cx="6862572" cy="6862572"/>
            </a:xfrm>
            <a:prstGeom prst="ellipse">
              <a:avLst/>
            </a:prstGeom>
            <a:noFill/>
            <a:ln w="25400">
              <a:solidFill>
                <a:schemeClr val="accent2"/>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 typeface="IBM Plex Sans Light"/>
                <a:buNone/>
                <a:tabLst/>
              </a:pPr>
              <a:r>
                <a:rPr lang="en-US" sz="4400" dirty="0">
                  <a:solidFill>
                    <a:schemeClr val="tx1"/>
                  </a:solidFill>
                </a:rPr>
                <a:t>Design</a:t>
              </a:r>
              <a:endParaRPr kumimoji="0" lang="en-US" sz="4400" b="0" i="0" u="none" strike="noStrike" cap="none" normalizeH="0" baseline="0" dirty="0">
                <a:ln>
                  <a:noFill/>
                </a:ln>
                <a:solidFill>
                  <a:schemeClr val="tx1"/>
                </a:solidFill>
                <a:effectLst/>
                <a:latin typeface="+mn-lt"/>
              </a:endParaRPr>
            </a:p>
          </p:txBody>
        </p:sp>
        <p:sp>
          <p:nvSpPr>
            <p:cNvPr id="9" name="Oval 8">
              <a:extLst>
                <a:ext uri="{FF2B5EF4-FFF2-40B4-BE49-F238E27FC236}">
                  <a16:creationId xmlns:a16="http://schemas.microsoft.com/office/drawing/2014/main" id="{9B651418-1980-46C7-A027-8352E6E05960}"/>
                </a:ext>
              </a:extLst>
            </p:cNvPr>
            <p:cNvSpPr/>
            <p:nvPr/>
          </p:nvSpPr>
          <p:spPr bwMode="auto">
            <a:xfrm>
              <a:off x="15627159" y="3424428"/>
              <a:ext cx="6862572" cy="6862572"/>
            </a:xfrm>
            <a:prstGeom prst="ellipse">
              <a:avLst/>
            </a:prstGeom>
            <a:noFill/>
            <a:ln w="25400">
              <a:solidFill>
                <a:schemeClr val="accent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 typeface="IBM Plex Sans Light"/>
                <a:buNone/>
                <a:tabLst/>
              </a:pPr>
              <a:r>
                <a:rPr lang="en-US" sz="4400" dirty="0">
                  <a:solidFill>
                    <a:schemeClr val="tx1"/>
                  </a:solidFill>
                </a:rPr>
                <a:t>Tech</a:t>
              </a:r>
              <a:endParaRPr kumimoji="0" lang="en-US" sz="4400" b="0" i="0" u="none" strike="noStrike" cap="none" normalizeH="0" baseline="0" dirty="0">
                <a:ln>
                  <a:noFill/>
                </a:ln>
                <a:solidFill>
                  <a:schemeClr val="tx1"/>
                </a:solidFill>
                <a:effectLst/>
                <a:latin typeface="+mn-lt"/>
              </a:endParaRPr>
            </a:p>
          </p:txBody>
        </p:sp>
      </p:grpSp>
      <p:sp>
        <p:nvSpPr>
          <p:cNvPr id="16" name="Footer Placeholder 3">
            <a:extLst>
              <a:ext uri="{FF2B5EF4-FFF2-40B4-BE49-F238E27FC236}">
                <a16:creationId xmlns:a16="http://schemas.microsoft.com/office/drawing/2014/main" id="{64C0772E-1A87-194F-AEAE-5ED89736A6C8}"/>
              </a:ext>
            </a:extLst>
          </p:cNvPr>
          <p:cNvSpPr>
            <a:spLocks noGrp="1"/>
          </p:cNvSpPr>
          <p:nvPr>
            <p:ph type="ftr" sz="quarter" idx="12"/>
          </p:nvPr>
        </p:nvSpPr>
        <p:spPr/>
        <p:txBody>
          <a:bodyPr/>
          <a:lstStyle/>
          <a:p>
            <a:r>
              <a:rPr lang="en-US" dirty="0">
                <a:solidFill>
                  <a:srgbClr val="000000"/>
                </a:solidFill>
                <a:effectLst/>
                <a:latin typeface="IBM Plex Sans" panose="020B0503050203000203" pitchFamily="34" charset="0"/>
              </a:rPr>
              <a:t>Footer</a:t>
            </a:r>
          </a:p>
        </p:txBody>
      </p:sp>
      <p:sp>
        <p:nvSpPr>
          <p:cNvPr id="11" name="Slide Number Placeholder 10">
            <a:extLst>
              <a:ext uri="{FF2B5EF4-FFF2-40B4-BE49-F238E27FC236}">
                <a16:creationId xmlns:a16="http://schemas.microsoft.com/office/drawing/2014/main" id="{32ABD5C2-614A-E64A-FF61-6B61FC285B6E}"/>
              </a:ext>
            </a:extLst>
          </p:cNvPr>
          <p:cNvSpPr>
            <a:spLocks noGrp="1"/>
          </p:cNvSpPr>
          <p:nvPr>
            <p:ph type="sldNum" sz="quarter" idx="4"/>
          </p:nvPr>
        </p:nvSpPr>
        <p:spPr/>
        <p:txBody>
          <a:bodyPr/>
          <a:lstStyle/>
          <a:p>
            <a:fld id="{86CB4B4D-7CA3-9044-876B-883B54F8677D}" type="slidenum">
              <a:rPr lang="en-US" smtClean="0"/>
              <a:pPr/>
              <a:t>64</a:t>
            </a:fld>
            <a:endParaRPr lang="en-US" dirty="0"/>
          </a:p>
        </p:txBody>
      </p:sp>
    </p:spTree>
    <p:extLst>
      <p:ext uri="{BB962C8B-B14F-4D97-AF65-F5344CB8AC3E}">
        <p14:creationId xmlns:p14="http://schemas.microsoft.com/office/powerpoint/2010/main" val="1854757434"/>
      </p:ext>
    </p:extLst>
  </p:cSld>
  <p:clrMapOvr>
    <a:masterClrMapping/>
  </p:clrMapOvr>
  <p:transition spd="med"/>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9052BC-A31A-3AFD-FA62-5B081B61CDCC}"/>
              </a:ext>
            </a:extLst>
          </p:cNvPr>
          <p:cNvSpPr>
            <a:spLocks noGrp="1"/>
          </p:cNvSpPr>
          <p:nvPr>
            <p:ph type="title"/>
          </p:nvPr>
        </p:nvSpPr>
        <p:spPr/>
        <p:txBody>
          <a:bodyPr/>
          <a:lstStyle/>
          <a:p>
            <a:r>
              <a:rPr lang="en-US" sz="4400" dirty="0">
                <a:solidFill>
                  <a:srgbClr val="000000"/>
                </a:solidFill>
                <a:effectLst/>
              </a:rPr>
              <a:t>Creating beautiful </a:t>
            </a:r>
            <a:br>
              <a:rPr lang="en-US" sz="4400" dirty="0">
                <a:solidFill>
                  <a:srgbClr val="000000"/>
                </a:solidFill>
                <a:effectLst/>
              </a:rPr>
            </a:br>
            <a:r>
              <a:rPr lang="en-US" sz="4400" dirty="0">
                <a:solidFill>
                  <a:srgbClr val="000000"/>
                </a:solidFill>
                <a:effectLst/>
              </a:rPr>
              <a:t>3D scenes</a:t>
            </a:r>
          </a:p>
        </p:txBody>
      </p:sp>
      <p:sp>
        <p:nvSpPr>
          <p:cNvPr id="4" name="Text Placeholder 3">
            <a:extLst>
              <a:ext uri="{FF2B5EF4-FFF2-40B4-BE49-F238E27FC236}">
                <a16:creationId xmlns:a16="http://schemas.microsoft.com/office/drawing/2014/main" id="{4D61F429-A819-1589-FBA7-B0AB71D7DF20}"/>
              </a:ext>
            </a:extLst>
          </p:cNvPr>
          <p:cNvSpPr>
            <a:spLocks noGrp="1"/>
          </p:cNvSpPr>
          <p:nvPr>
            <p:ph type="body" sz="quarter" idx="12"/>
          </p:nvPr>
        </p:nvSpPr>
        <p:spPr/>
        <p:txBody>
          <a:bodyPr/>
          <a:lstStyle/>
          <a:p>
            <a:r>
              <a:rPr lang="en-US" dirty="0">
                <a:solidFill>
                  <a:srgbClr val="000000"/>
                </a:solidFill>
                <a:effectLst/>
              </a:rPr>
              <a:t>Over the past 16 years, IKEA has modeled thousands of products and created many beautiful scenes intended </a:t>
            </a:r>
            <a:br>
              <a:rPr lang="en-US" dirty="0">
                <a:solidFill>
                  <a:srgbClr val="000000"/>
                </a:solidFill>
                <a:effectLst/>
              </a:rPr>
            </a:br>
            <a:r>
              <a:rPr lang="en-US" dirty="0">
                <a:solidFill>
                  <a:srgbClr val="000000"/>
                </a:solidFill>
                <a:effectLst/>
              </a:rPr>
              <a:t>for its print advertising. </a:t>
            </a:r>
          </a:p>
          <a:p>
            <a:endParaRPr lang="en-US" dirty="0">
              <a:solidFill>
                <a:srgbClr val="000000"/>
              </a:solidFill>
              <a:effectLst/>
            </a:endParaRPr>
          </a:p>
          <a:p>
            <a:r>
              <a:rPr lang="en-US" dirty="0">
                <a:solidFill>
                  <a:srgbClr val="000000"/>
                </a:solidFill>
                <a:effectLst/>
              </a:rPr>
              <a:t>The store’s worldwide footprint requires the same room scenes to be configured differently for various countries. For instance, wall outlets in the USA are different from those in Europe.</a:t>
            </a:r>
          </a:p>
        </p:txBody>
      </p:sp>
      <p:sp>
        <p:nvSpPr>
          <p:cNvPr id="5" name="Text Placeholder 4">
            <a:extLst>
              <a:ext uri="{FF2B5EF4-FFF2-40B4-BE49-F238E27FC236}">
                <a16:creationId xmlns:a16="http://schemas.microsoft.com/office/drawing/2014/main" id="{5D00F604-0481-AD77-9049-C690DC1A4437}"/>
              </a:ext>
            </a:extLst>
          </p:cNvPr>
          <p:cNvSpPr>
            <a:spLocks noGrp="1"/>
          </p:cNvSpPr>
          <p:nvPr>
            <p:ph type="body" sz="quarter" idx="13"/>
          </p:nvPr>
        </p:nvSpPr>
        <p:spPr/>
        <p:txBody>
          <a:bodyPr/>
          <a:lstStyle/>
          <a:p>
            <a:r>
              <a:rPr lang="en-US" dirty="0">
                <a:solidFill>
                  <a:srgbClr val="000000"/>
                </a:solidFill>
                <a:effectLst/>
              </a:rPr>
              <a:t>In 2004, IKEA’s main motive was to streamline its photoshoot operations. However, as the augmented reality (AR) and virtual reality (VR) worlds began to take shape, their 3D work has positioned them nicely to take advantage of new immersive technologies.</a:t>
            </a:r>
          </a:p>
        </p:txBody>
      </p:sp>
      <p:sp>
        <p:nvSpPr>
          <p:cNvPr id="6" name="Picture Placeholder 5" descr="Place imagery here">
            <a:extLst>
              <a:ext uri="{FF2B5EF4-FFF2-40B4-BE49-F238E27FC236}">
                <a16:creationId xmlns:a16="http://schemas.microsoft.com/office/drawing/2014/main" id="{860C6E71-F5D1-637F-E838-C872D79854FB}"/>
              </a:ext>
            </a:extLst>
          </p:cNvPr>
          <p:cNvSpPr>
            <a:spLocks noGrp="1"/>
          </p:cNvSpPr>
          <p:nvPr>
            <p:ph type="pic" sz="quarter" idx="15"/>
          </p:nvPr>
        </p:nvSpPr>
        <p:spPr/>
        <p:txBody>
          <a:bodyPr/>
          <a:lstStyle/>
          <a:p>
            <a:endParaRPr lang="en-US" dirty="0"/>
          </a:p>
        </p:txBody>
      </p:sp>
      <p:sp>
        <p:nvSpPr>
          <p:cNvPr id="9" name="Footer Placeholder 8">
            <a:extLst>
              <a:ext uri="{FF2B5EF4-FFF2-40B4-BE49-F238E27FC236}">
                <a16:creationId xmlns:a16="http://schemas.microsoft.com/office/drawing/2014/main" id="{780297EB-84A8-3B05-F0DF-5CB24FF77254}"/>
              </a:ext>
            </a:extLst>
          </p:cNvPr>
          <p:cNvSpPr>
            <a:spLocks noGrp="1"/>
          </p:cNvSpPr>
          <p:nvPr>
            <p:ph type="ftr" sz="quarter" idx="18"/>
          </p:nvPr>
        </p:nvSpPr>
        <p:spPr/>
        <p:txBody>
          <a:bodyPr/>
          <a:lstStyle/>
          <a:p>
            <a:r>
              <a:rPr lang="en-US" dirty="0"/>
              <a:t>Footer</a:t>
            </a:r>
          </a:p>
        </p:txBody>
      </p:sp>
    </p:spTree>
    <p:extLst>
      <p:ext uri="{BB962C8B-B14F-4D97-AF65-F5344CB8AC3E}">
        <p14:creationId xmlns:p14="http://schemas.microsoft.com/office/powerpoint/2010/main" val="3108613547"/>
      </p:ext>
    </p:extLst>
  </p:cSld>
  <p:clrMapOvr>
    <a:masterClrMapping/>
  </p:clrMapOvr>
  <p:transition spd="med"/>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7876DB9-AFB9-228C-497E-46F1A6666448}"/>
              </a:ext>
            </a:extLst>
          </p:cNvPr>
          <p:cNvSpPr>
            <a:spLocks noGrp="1"/>
          </p:cNvSpPr>
          <p:nvPr>
            <p:ph type="title"/>
          </p:nvPr>
        </p:nvSpPr>
        <p:spPr>
          <a:xfrm>
            <a:off x="576072" y="384048"/>
            <a:ext cx="4949825" cy="2852928"/>
          </a:xfrm>
        </p:spPr>
        <p:txBody>
          <a:bodyPr/>
          <a:lstStyle/>
          <a:p>
            <a:pPr>
              <a:lnSpc>
                <a:spcPct val="100000"/>
              </a:lnSpc>
            </a:pPr>
            <a:r>
              <a:rPr lang="en-US" sz="6400" dirty="0">
                <a:solidFill>
                  <a:srgbClr val="000000"/>
                </a:solidFill>
                <a:effectLst/>
              </a:rPr>
              <a:t>Creating beautiful </a:t>
            </a:r>
            <a:br>
              <a:rPr lang="en-US" sz="6400" dirty="0">
                <a:solidFill>
                  <a:srgbClr val="000000"/>
                </a:solidFill>
                <a:effectLst/>
              </a:rPr>
            </a:br>
            <a:r>
              <a:rPr lang="en-US" sz="6400" dirty="0">
                <a:solidFill>
                  <a:srgbClr val="000000"/>
                </a:solidFill>
                <a:effectLst/>
              </a:rPr>
              <a:t>3D scenes</a:t>
            </a:r>
            <a:endParaRPr lang="en-US" sz="6400" dirty="0"/>
          </a:p>
        </p:txBody>
      </p:sp>
      <p:cxnSp>
        <p:nvCxnSpPr>
          <p:cNvPr id="19" name="Straight Connector 18" descr="Vertical column divider line">
            <a:extLst>
              <a:ext uri="{FF2B5EF4-FFF2-40B4-BE49-F238E27FC236}">
                <a16:creationId xmlns:a16="http://schemas.microsoft.com/office/drawing/2014/main" id="{E30B3A07-D5C2-CE72-1312-A5D1F65CFA6D}"/>
              </a:ext>
            </a:extLst>
          </p:cNvPr>
          <p:cNvCxnSpPr>
            <a:cxnSpLocks/>
          </p:cNvCxnSpPr>
          <p:nvPr/>
        </p:nvCxnSpPr>
        <p:spPr bwMode="auto">
          <a:xfrm>
            <a:off x="12192000" y="571500"/>
            <a:ext cx="0" cy="1257300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4" name="Text Placeholder 7">
            <a:extLst>
              <a:ext uri="{FF2B5EF4-FFF2-40B4-BE49-F238E27FC236}">
                <a16:creationId xmlns:a16="http://schemas.microsoft.com/office/drawing/2014/main" id="{94B7AA00-EFE0-F6C9-B31B-C064C52A7B25}"/>
              </a:ext>
            </a:extLst>
          </p:cNvPr>
          <p:cNvSpPr txBox="1">
            <a:spLocks/>
          </p:cNvSpPr>
          <p:nvPr/>
        </p:nvSpPr>
        <p:spPr>
          <a:xfrm>
            <a:off x="12763500" y="576073"/>
            <a:ext cx="4953000" cy="704392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lvl1pPr marL="0" marR="0" indent="0" algn="l" defTabSz="2438400" rtl="0" eaLnBrk="1" latinLnBrk="0" hangingPunct="1">
              <a:lnSpc>
                <a:spcPct val="110000"/>
              </a:lnSpc>
              <a:spcBef>
                <a:spcPts val="0"/>
              </a:spcBef>
              <a:spcAft>
                <a:spcPts val="0"/>
              </a:spcAft>
              <a:buClrTx/>
              <a:buSzTx/>
              <a:buFontTx/>
              <a:buNone/>
              <a:tabLst/>
              <a:defRPr sz="3600" b="0" i="0" u="none" strike="noStrike" cap="none" spc="0" baseline="0">
                <a:solidFill>
                  <a:schemeClr val="tx1"/>
                </a:solidFill>
                <a:uFillTx/>
                <a:latin typeface="+mj-lt"/>
                <a:ea typeface="+mj-ea"/>
                <a:cs typeface="+mj-cs"/>
                <a:sym typeface="IBM Plex Sans Light"/>
              </a:defRPr>
            </a:lvl1pPr>
            <a:lvl2pPr marL="329184"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2pPr>
            <a:lvl3pPr marL="658368"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3pPr>
            <a:lvl4pPr marL="987552"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4pPr>
            <a:lvl5pPr marL="1143000" marR="0" indent="-457200" algn="l" defTabSz="2438400" rtl="0" eaLnBrk="1" latinLnBrk="0" hangingPunct="1">
              <a:lnSpc>
                <a:spcPct val="110000"/>
              </a:lnSpc>
              <a:spcBef>
                <a:spcPts val="2900"/>
              </a:spcBef>
              <a:spcAft>
                <a:spcPts val="0"/>
              </a:spcAft>
              <a:buClrTx/>
              <a:buSzPct val="100000"/>
              <a:buFont typeface="IBM Plex Sans" panose="020B0604020202020204" pitchFamily="34" charset="0"/>
              <a:buChar char="•"/>
              <a:tabLst/>
              <a:defRPr sz="3600" b="0" i="0" u="none" strike="noStrike" cap="none" spc="0" baseline="0">
                <a:solidFill>
                  <a:srgbClr val="000000"/>
                </a:solidFill>
                <a:uFillTx/>
                <a:latin typeface="+mj-lt"/>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r>
              <a:rPr lang="en-US" sz="2800" dirty="0">
                <a:solidFill>
                  <a:srgbClr val="000000"/>
                </a:solidFill>
                <a:effectLst/>
              </a:rPr>
              <a:t>Over the past 16 years, IKEA has modeled thousands of products and created many beautiful scenes intended </a:t>
            </a:r>
            <a:br>
              <a:rPr lang="en-US" sz="2800" dirty="0">
                <a:solidFill>
                  <a:srgbClr val="000000"/>
                </a:solidFill>
                <a:effectLst/>
              </a:rPr>
            </a:br>
            <a:r>
              <a:rPr lang="en-US" sz="2800" dirty="0">
                <a:solidFill>
                  <a:srgbClr val="000000"/>
                </a:solidFill>
                <a:effectLst/>
              </a:rPr>
              <a:t>for its print advertising. </a:t>
            </a:r>
          </a:p>
          <a:p>
            <a:endParaRPr lang="en-US" sz="2800" dirty="0">
              <a:solidFill>
                <a:srgbClr val="000000"/>
              </a:solidFill>
              <a:effectLst/>
            </a:endParaRPr>
          </a:p>
          <a:p>
            <a:r>
              <a:rPr lang="en-US" sz="2800" dirty="0">
                <a:solidFill>
                  <a:srgbClr val="000000"/>
                </a:solidFill>
                <a:effectLst/>
              </a:rPr>
              <a:t>The store’s worldwide footprint requires the same room scenes to be configured differently for various countries. For instance, wall outlets in the USA are different from those in Europe.</a:t>
            </a:r>
          </a:p>
        </p:txBody>
      </p:sp>
      <p:sp>
        <p:nvSpPr>
          <p:cNvPr id="17" name="Rectangle 16" descr="Place imagery here">
            <a:extLst>
              <a:ext uri="{FF2B5EF4-FFF2-40B4-BE49-F238E27FC236}">
                <a16:creationId xmlns:a16="http://schemas.microsoft.com/office/drawing/2014/main" id="{A3E596F0-175A-A5EF-1CFD-D8EF3CBAC333}"/>
              </a:ext>
            </a:extLst>
          </p:cNvPr>
          <p:cNvSpPr/>
          <p:nvPr/>
        </p:nvSpPr>
        <p:spPr bwMode="auto">
          <a:xfrm>
            <a:off x="12764729" y="8310585"/>
            <a:ext cx="4953000" cy="3884590"/>
          </a:xfrm>
          <a:prstGeom prst="rect">
            <a:avLst/>
          </a:prstGeom>
          <a:solidFill>
            <a:srgbClr val="C6C6C6"/>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a:buNone/>
              <a:tabLst/>
            </a:pPr>
            <a:endParaRPr kumimoji="0" lang="en-US" sz="1400" b="0" i="0" u="none" strike="noStrike" cap="none" normalizeH="0" baseline="0" dirty="0">
              <a:ln>
                <a:noFill/>
              </a:ln>
              <a:solidFill>
                <a:schemeClr val="bg1"/>
              </a:solidFill>
              <a:effectLst/>
              <a:latin typeface="+mn-lt"/>
            </a:endParaRPr>
          </a:p>
        </p:txBody>
      </p:sp>
      <p:cxnSp>
        <p:nvCxnSpPr>
          <p:cNvPr id="11" name="Straight Connector 10" descr="Vertical column divider line">
            <a:extLst>
              <a:ext uri="{FF2B5EF4-FFF2-40B4-BE49-F238E27FC236}">
                <a16:creationId xmlns:a16="http://schemas.microsoft.com/office/drawing/2014/main" id="{F5DCC19A-F89D-494B-3C22-CA9D7889292D}"/>
              </a:ext>
            </a:extLst>
          </p:cNvPr>
          <p:cNvCxnSpPr>
            <a:cxnSpLocks/>
          </p:cNvCxnSpPr>
          <p:nvPr/>
        </p:nvCxnSpPr>
        <p:spPr bwMode="auto">
          <a:xfrm>
            <a:off x="18289587" y="571500"/>
            <a:ext cx="0" cy="1257300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3" name="Text Placeholder 4">
            <a:extLst>
              <a:ext uri="{FF2B5EF4-FFF2-40B4-BE49-F238E27FC236}">
                <a16:creationId xmlns:a16="http://schemas.microsoft.com/office/drawing/2014/main" id="{94EA24D5-BE45-C531-74E9-2E93F264553E}"/>
              </a:ext>
            </a:extLst>
          </p:cNvPr>
          <p:cNvSpPr txBox="1">
            <a:spLocks/>
          </p:cNvSpPr>
          <p:nvPr/>
        </p:nvSpPr>
        <p:spPr>
          <a:xfrm>
            <a:off x="18869025" y="576073"/>
            <a:ext cx="4956175" cy="704392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lvl1pPr marL="0" marR="0" indent="0" algn="l" defTabSz="2438400" rtl="0" eaLnBrk="1" latinLnBrk="0" hangingPunct="1">
              <a:lnSpc>
                <a:spcPct val="110000"/>
              </a:lnSpc>
              <a:spcBef>
                <a:spcPts val="0"/>
              </a:spcBef>
              <a:spcAft>
                <a:spcPts val="0"/>
              </a:spcAft>
              <a:buClrTx/>
              <a:buSzTx/>
              <a:buFontTx/>
              <a:buNone/>
              <a:tabLst/>
              <a:defRPr sz="3600" b="0" i="0" u="none" strike="noStrike" cap="none" spc="0" baseline="0">
                <a:solidFill>
                  <a:schemeClr val="tx1"/>
                </a:solidFill>
                <a:uFillTx/>
                <a:latin typeface="+mj-lt"/>
                <a:ea typeface="+mj-ea"/>
                <a:cs typeface="+mj-cs"/>
                <a:sym typeface="IBM Plex Sans Light"/>
              </a:defRPr>
            </a:lvl1pPr>
            <a:lvl2pPr marL="329184"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2pPr>
            <a:lvl3pPr marL="658368"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3pPr>
            <a:lvl4pPr marL="987552"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4pPr>
            <a:lvl5pPr marL="1143000" marR="0" indent="-457200" algn="l" defTabSz="2438400" rtl="0" eaLnBrk="1" latinLnBrk="0" hangingPunct="1">
              <a:lnSpc>
                <a:spcPct val="110000"/>
              </a:lnSpc>
              <a:spcBef>
                <a:spcPts val="2900"/>
              </a:spcBef>
              <a:spcAft>
                <a:spcPts val="0"/>
              </a:spcAft>
              <a:buClrTx/>
              <a:buSzPct val="100000"/>
              <a:buFont typeface="IBM Plex Sans" panose="020B0604020202020204" pitchFamily="34" charset="0"/>
              <a:buChar char="•"/>
              <a:tabLst/>
              <a:defRPr sz="3600" b="0" i="0" u="none" strike="noStrike" cap="none" spc="0" baseline="0">
                <a:solidFill>
                  <a:srgbClr val="000000"/>
                </a:solidFill>
                <a:uFillTx/>
                <a:latin typeface="+mj-lt"/>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r>
              <a:rPr lang="en-US" sz="2800" dirty="0">
                <a:solidFill>
                  <a:srgbClr val="000000"/>
                </a:solidFill>
                <a:effectLst/>
              </a:rPr>
              <a:t>In 2004, IKEA’s main motive was to streamline its photoshoot operations. However, as the augmented reality (AR) and virtual reality (VR) worlds began to take shape, their 3D work has positioned them nicely to take advantage of new immersive technologies.</a:t>
            </a:r>
          </a:p>
        </p:txBody>
      </p:sp>
      <p:sp>
        <p:nvSpPr>
          <p:cNvPr id="16" name="Rectangle 15" descr="Place imagery here">
            <a:extLst>
              <a:ext uri="{FF2B5EF4-FFF2-40B4-BE49-F238E27FC236}">
                <a16:creationId xmlns:a16="http://schemas.microsoft.com/office/drawing/2014/main" id="{670088AD-B0B8-7944-EE0D-B0978563CFFA}"/>
              </a:ext>
            </a:extLst>
          </p:cNvPr>
          <p:cNvSpPr/>
          <p:nvPr/>
        </p:nvSpPr>
        <p:spPr bwMode="auto">
          <a:xfrm>
            <a:off x="18861624" y="8310585"/>
            <a:ext cx="4953000" cy="3884590"/>
          </a:xfrm>
          <a:prstGeom prst="rect">
            <a:avLst/>
          </a:prstGeom>
          <a:solidFill>
            <a:srgbClr val="C6C6C6"/>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a:buNone/>
              <a:tabLst/>
            </a:pPr>
            <a:endParaRPr kumimoji="0" lang="en-US" sz="1400" b="0" i="0" u="none" strike="noStrike" cap="none" normalizeH="0" baseline="0" dirty="0">
              <a:ln>
                <a:noFill/>
              </a:ln>
              <a:solidFill>
                <a:schemeClr val="bg1"/>
              </a:solidFill>
              <a:effectLst/>
              <a:latin typeface="+mn-lt"/>
            </a:endParaRPr>
          </a:p>
        </p:txBody>
      </p:sp>
      <p:sp>
        <p:nvSpPr>
          <p:cNvPr id="9" name="Footer Placeholder 8">
            <a:extLst>
              <a:ext uri="{FF2B5EF4-FFF2-40B4-BE49-F238E27FC236}">
                <a16:creationId xmlns:a16="http://schemas.microsoft.com/office/drawing/2014/main" id="{21D93231-C096-F4F2-1A13-919C4BD66D7A}"/>
              </a:ext>
            </a:extLst>
          </p:cNvPr>
          <p:cNvSpPr>
            <a:spLocks noGrp="1"/>
          </p:cNvSpPr>
          <p:nvPr>
            <p:ph type="ftr" sz="quarter" idx="18"/>
          </p:nvPr>
        </p:nvSpPr>
        <p:spPr/>
        <p:txBody>
          <a:bodyPr/>
          <a:lstStyle/>
          <a:p>
            <a:r>
              <a:rPr lang="en-US" dirty="0">
                <a:solidFill>
                  <a:srgbClr val="000000"/>
                </a:solidFill>
                <a:effectLst/>
                <a:latin typeface="IBM Plex Sans" panose="020B0503050203000203" pitchFamily="34" charset="0"/>
              </a:rPr>
              <a:t>Footer</a:t>
            </a:r>
          </a:p>
        </p:txBody>
      </p:sp>
      <p:sp>
        <p:nvSpPr>
          <p:cNvPr id="7" name="Slide Number Placeholder 6">
            <a:extLst>
              <a:ext uri="{FF2B5EF4-FFF2-40B4-BE49-F238E27FC236}">
                <a16:creationId xmlns:a16="http://schemas.microsoft.com/office/drawing/2014/main" id="{1BFC848C-B6B2-7A99-5AE5-2773F37A4D78}"/>
              </a:ext>
            </a:extLst>
          </p:cNvPr>
          <p:cNvSpPr>
            <a:spLocks noGrp="1"/>
          </p:cNvSpPr>
          <p:nvPr>
            <p:ph type="sldNum" sz="quarter" idx="4"/>
          </p:nvPr>
        </p:nvSpPr>
        <p:spPr/>
        <p:txBody>
          <a:bodyPr/>
          <a:lstStyle/>
          <a:p>
            <a:fld id="{86CB4B4D-7CA3-9044-876B-883B54F8677D}" type="slidenum">
              <a:rPr lang="en-US" smtClean="0"/>
              <a:pPr/>
              <a:t>66</a:t>
            </a:fld>
            <a:endParaRPr lang="en-US" dirty="0"/>
          </a:p>
        </p:txBody>
      </p:sp>
    </p:spTree>
    <p:extLst>
      <p:ext uri="{BB962C8B-B14F-4D97-AF65-F5344CB8AC3E}">
        <p14:creationId xmlns:p14="http://schemas.microsoft.com/office/powerpoint/2010/main" val="421438201"/>
      </p:ext>
    </p:extLst>
  </p:cSld>
  <p:clrMapOvr>
    <a:masterClrMapping/>
  </p:clrMapOvr>
  <p:transition spd="med"/>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9052BC-A31A-3AFD-FA62-5B081B61CDCC}"/>
              </a:ext>
            </a:extLst>
          </p:cNvPr>
          <p:cNvSpPr>
            <a:spLocks noGrp="1"/>
          </p:cNvSpPr>
          <p:nvPr>
            <p:ph type="title"/>
          </p:nvPr>
        </p:nvSpPr>
        <p:spPr/>
        <p:txBody>
          <a:bodyPr/>
          <a:lstStyle/>
          <a:p>
            <a:r>
              <a:rPr lang="en-US" sz="4400" dirty="0">
                <a:solidFill>
                  <a:srgbClr val="000000"/>
                </a:solidFill>
                <a:effectLst/>
              </a:rPr>
              <a:t>IT Automation</a:t>
            </a:r>
          </a:p>
        </p:txBody>
      </p:sp>
      <p:sp>
        <p:nvSpPr>
          <p:cNvPr id="4" name="Text Placeholder 3">
            <a:extLst>
              <a:ext uri="{FF2B5EF4-FFF2-40B4-BE49-F238E27FC236}">
                <a16:creationId xmlns:a16="http://schemas.microsoft.com/office/drawing/2014/main" id="{4D61F429-A819-1589-FBA7-B0AB71D7DF20}"/>
              </a:ext>
            </a:extLst>
          </p:cNvPr>
          <p:cNvSpPr>
            <a:spLocks noGrp="1"/>
          </p:cNvSpPr>
          <p:nvPr>
            <p:ph type="body" sz="quarter" idx="12"/>
          </p:nvPr>
        </p:nvSpPr>
        <p:spPr/>
        <p:txBody>
          <a:bodyPr/>
          <a:lstStyle/>
          <a:p>
            <a:r>
              <a:rPr lang="en-US" dirty="0">
                <a:solidFill>
                  <a:srgbClr val="000000"/>
                </a:solidFill>
                <a:effectLst/>
              </a:rPr>
              <a:t>Explore solutions that help you optimize your IT operations with a seamless environment integration. Simultaneously reduce cloud infrastructure costs by 30% and speed up mean time to repair by 50%.</a:t>
            </a:r>
          </a:p>
        </p:txBody>
      </p:sp>
      <p:pic>
        <p:nvPicPr>
          <p:cNvPr id="13" name="Picture 12" descr="Photo showing three people viewing a whiteboard outside on sidewalk by building">
            <a:extLst>
              <a:ext uri="{FF2B5EF4-FFF2-40B4-BE49-F238E27FC236}">
                <a16:creationId xmlns:a16="http://schemas.microsoft.com/office/drawing/2014/main" id="{11A80CF5-B24C-9F82-0D15-0FDF12272349}"/>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6667500" y="571500"/>
            <a:ext cx="17145000" cy="12579350"/>
          </a:xfrm>
          <a:prstGeom prst="rect">
            <a:avLst/>
          </a:prstGeom>
        </p:spPr>
      </p:pic>
      <p:sp>
        <p:nvSpPr>
          <p:cNvPr id="7" name="Footer Placeholder 6">
            <a:extLst>
              <a:ext uri="{FF2B5EF4-FFF2-40B4-BE49-F238E27FC236}">
                <a16:creationId xmlns:a16="http://schemas.microsoft.com/office/drawing/2014/main" id="{79505EDF-F36B-399E-8212-84205B495760}"/>
              </a:ext>
            </a:extLst>
          </p:cNvPr>
          <p:cNvSpPr>
            <a:spLocks noGrp="1"/>
          </p:cNvSpPr>
          <p:nvPr>
            <p:ph type="ftr" sz="quarter" idx="18"/>
          </p:nvPr>
        </p:nvSpPr>
        <p:spPr/>
        <p:txBody>
          <a:bodyPr/>
          <a:lstStyle/>
          <a:p>
            <a:r>
              <a:rPr lang="en-US" dirty="0"/>
              <a:t>Footer</a:t>
            </a:r>
          </a:p>
        </p:txBody>
      </p:sp>
    </p:spTree>
    <p:extLst>
      <p:ext uri="{BB962C8B-B14F-4D97-AF65-F5344CB8AC3E}">
        <p14:creationId xmlns:p14="http://schemas.microsoft.com/office/powerpoint/2010/main" val="954568599"/>
      </p:ext>
    </p:extLst>
  </p:cSld>
  <p:clrMapOvr>
    <a:masterClrMapping/>
  </p:clrMapOvr>
  <p:transition spd="med"/>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BDEF81B-CA14-74CB-B21A-B3694E7986B9}"/>
              </a:ext>
            </a:extLst>
          </p:cNvPr>
          <p:cNvSpPr>
            <a:spLocks noGrp="1"/>
          </p:cNvSpPr>
          <p:nvPr>
            <p:ph type="title"/>
          </p:nvPr>
        </p:nvSpPr>
        <p:spPr>
          <a:xfrm>
            <a:off x="576072" y="576072"/>
            <a:ext cx="4949825" cy="2852928"/>
          </a:xfrm>
        </p:spPr>
        <p:txBody>
          <a:bodyPr/>
          <a:lstStyle/>
          <a:p>
            <a:r>
              <a:rPr lang="en-GB" sz="3600" dirty="0">
                <a:solidFill>
                  <a:schemeClr val="accent1"/>
                </a:solidFill>
              </a:rPr>
              <a:t>03</a:t>
            </a:r>
            <a:br>
              <a:rPr lang="en-GB" sz="3600" dirty="0"/>
            </a:br>
            <a:r>
              <a:rPr lang="en-GB" sz="3600" dirty="0"/>
              <a:t>Simplify, unify and connect all your data</a:t>
            </a:r>
            <a:endParaRPr lang="en-RO" sz="3600"/>
          </a:p>
        </p:txBody>
      </p:sp>
      <p:sp>
        <p:nvSpPr>
          <p:cNvPr id="5" name="Text Placeholder 4">
            <a:extLst>
              <a:ext uri="{FF2B5EF4-FFF2-40B4-BE49-F238E27FC236}">
                <a16:creationId xmlns:a16="http://schemas.microsoft.com/office/drawing/2014/main" id="{673F6DB0-BF77-A6A1-1748-154523C8EB01}"/>
              </a:ext>
            </a:extLst>
          </p:cNvPr>
          <p:cNvSpPr>
            <a:spLocks noGrp="1"/>
          </p:cNvSpPr>
          <p:nvPr>
            <p:ph type="body" sz="quarter" idx="12"/>
          </p:nvPr>
        </p:nvSpPr>
        <p:spPr/>
        <p:txBody>
          <a:bodyPr/>
          <a:lstStyle/>
          <a:p>
            <a:r>
              <a:rPr lang="en-GB" sz="2000" dirty="0">
                <a:latin typeface="IBM Plex Sans" panose="020B0503050203000203" pitchFamily="34" charset="0"/>
              </a:rPr>
              <a:t>Most organizations are dealing with an overwhelming volume of data from disparate sources. It’s often siloed and sprawled out across multiple clouds, data stores, locations and vendors—making data access time-consuming and complicated for data scientists, business analysts and other stakeholders.</a:t>
            </a:r>
          </a:p>
          <a:p>
            <a:endParaRPr lang="en-GB" sz="2000" dirty="0">
              <a:latin typeface="IBM Plex Sans" panose="020B0503050203000203" pitchFamily="34" charset="0"/>
            </a:endParaRPr>
          </a:p>
          <a:p>
            <a:r>
              <a:rPr lang="en-GB" sz="2000" b="1" dirty="0">
                <a:latin typeface="IBM Plex Sans SmBld" panose="020B0503050203000203" pitchFamily="34" charset="0"/>
              </a:rPr>
              <a:t>The challenges of data consolidation</a:t>
            </a:r>
          </a:p>
          <a:p>
            <a:r>
              <a:rPr lang="en-GB" sz="2000" dirty="0">
                <a:latin typeface="IBM Plex Sans" panose="020B0503050203000203" pitchFamily="34" charset="0"/>
              </a:rPr>
              <a:t>Many organizations depend on outdated data architectures that attempt to consolidate disparate, siloed data into data warehouses or data lakes. Consolidation approaches that use extract, transform and load (ETL) procedures to copy data into a single data store are time-consuming and costly, adding complexity to the data landscape. And most organizations still end up with multiple repositories. As a result, data scientists struggle with lengthy data preparation cycles and difficulty organizing data to achieve a single view.</a:t>
            </a:r>
            <a:endParaRPr lang="en-RO" sz="2000">
              <a:latin typeface="IBM Plex Sans" panose="020B0503050203000203" pitchFamily="34" charset="0"/>
            </a:endParaRPr>
          </a:p>
        </p:txBody>
      </p:sp>
      <p:sp>
        <p:nvSpPr>
          <p:cNvPr id="6" name="Text Placeholder 5">
            <a:extLst>
              <a:ext uri="{FF2B5EF4-FFF2-40B4-BE49-F238E27FC236}">
                <a16:creationId xmlns:a16="http://schemas.microsoft.com/office/drawing/2014/main" id="{EE674862-27EF-E956-AFB8-1FE17614BBCC}"/>
              </a:ext>
            </a:extLst>
          </p:cNvPr>
          <p:cNvSpPr>
            <a:spLocks noGrp="1"/>
          </p:cNvSpPr>
          <p:nvPr>
            <p:ph type="body" sz="quarter" idx="13"/>
          </p:nvPr>
        </p:nvSpPr>
        <p:spPr/>
        <p:txBody>
          <a:bodyPr/>
          <a:lstStyle/>
          <a:p>
            <a:r>
              <a:rPr lang="en-GB" sz="2000" b="1" dirty="0">
                <a:latin typeface="IBM Plex Sans SmBld" panose="020B0503050203000203" pitchFamily="34" charset="0"/>
              </a:rPr>
              <a:t>Unifying the data landscape for easier access and universal queries</a:t>
            </a:r>
          </a:p>
          <a:p>
            <a:r>
              <a:rPr lang="en-GB" sz="2000" dirty="0">
                <a:latin typeface="IBM Plex Sans" panose="020B0503050203000203" pitchFamily="34" charset="0"/>
              </a:rPr>
              <a:t>A data fabric is the architectural answer to these challenges, helping businesses unify and simplify their information architecture for AI and empower their users with faster access to the business data they need. A data fabric uses data virtualization to access disparate sources across an environment, so you no longer need to move data or create duplicate sets. Data virtualization provides a single, seamless view without copying data. As a result, a data fabric enables self-service access, so users can simply query the data where it resides. This capability gives data scientists and other data citizens faster access to information—no matter what platform or geography it’s located in. Self-service access also means users can start querying the data immediately, without waiting on a data engineer to find and prepare it first.</a:t>
            </a:r>
            <a:endParaRPr lang="en-RO" sz="2000">
              <a:latin typeface="IBM Plex Sans" panose="020B0503050203000203" pitchFamily="34" charset="0"/>
            </a:endParaRPr>
          </a:p>
        </p:txBody>
      </p:sp>
      <p:pic>
        <p:nvPicPr>
          <p:cNvPr id="9" name="Content Placeholder 9" descr="Photo showing a woman writing on a whiteboard">
            <a:extLst>
              <a:ext uri="{FF2B5EF4-FFF2-40B4-BE49-F238E27FC236}">
                <a16:creationId xmlns:a16="http://schemas.microsoft.com/office/drawing/2014/main" id="{A074DA64-07A8-8741-1850-E6572A304FBD}"/>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15230475" y="569911"/>
            <a:ext cx="8582025" cy="8605053"/>
          </a:xfrm>
          <a:prstGeom prst="rect">
            <a:avLst/>
          </a:prstGeom>
          <a:solidFill>
            <a:srgbClr val="E0E0E0"/>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pic>
      <p:sp>
        <p:nvSpPr>
          <p:cNvPr id="11" name="Rectangle 10" descr="Square node, blue 60">
            <a:extLst>
              <a:ext uri="{FF2B5EF4-FFF2-40B4-BE49-F238E27FC236}">
                <a16:creationId xmlns:a16="http://schemas.microsoft.com/office/drawing/2014/main" id="{2E847869-C66C-C93B-F93A-141F443F062E}"/>
              </a:ext>
            </a:extLst>
          </p:cNvPr>
          <p:cNvSpPr/>
          <p:nvPr/>
        </p:nvSpPr>
        <p:spPr bwMode="auto">
          <a:xfrm>
            <a:off x="15230475" y="9715500"/>
            <a:ext cx="200025" cy="200025"/>
          </a:xfrm>
          <a:prstGeom prst="rect">
            <a:avLst/>
          </a:prstGeom>
          <a:solidFill>
            <a:schemeClr val="accent1"/>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RO" sz="1400" b="0" i="0" u="none" strike="noStrike" cap="none" normalizeH="0" baseline="0">
              <a:ln>
                <a:noFill/>
              </a:ln>
              <a:solidFill>
                <a:schemeClr val="bg1"/>
              </a:solidFill>
              <a:effectLst/>
              <a:latin typeface="+mn-lt"/>
            </a:endParaRPr>
          </a:p>
        </p:txBody>
      </p:sp>
      <p:sp>
        <p:nvSpPr>
          <p:cNvPr id="8" name="Text Placeholder 5">
            <a:extLst>
              <a:ext uri="{FF2B5EF4-FFF2-40B4-BE49-F238E27FC236}">
                <a16:creationId xmlns:a16="http://schemas.microsoft.com/office/drawing/2014/main" id="{FD38E3A7-AB87-170B-3C4E-8AE1CA805B05}"/>
              </a:ext>
            </a:extLst>
          </p:cNvPr>
          <p:cNvSpPr txBox="1">
            <a:spLocks/>
          </p:cNvSpPr>
          <p:nvPr/>
        </p:nvSpPr>
        <p:spPr>
          <a:xfrm>
            <a:off x="15680352" y="9629467"/>
            <a:ext cx="4951413" cy="161003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lvl1pPr marL="0" marR="0" indent="0" algn="l" defTabSz="2438400" rtl="0" latinLnBrk="0">
              <a:lnSpc>
                <a:spcPct val="110000"/>
              </a:lnSpc>
              <a:spcBef>
                <a:spcPts val="0"/>
              </a:spcBef>
              <a:spcAft>
                <a:spcPts val="0"/>
              </a:spcAft>
              <a:buClrTx/>
              <a:buSzTx/>
              <a:buFontTx/>
              <a:buNone/>
              <a:tabLst/>
              <a:defRPr sz="2800" b="0" i="0" u="none" strike="noStrike" cap="none" spc="0" baseline="0">
                <a:solidFill>
                  <a:schemeClr val="tx1"/>
                </a:solidFill>
                <a:uFillTx/>
                <a:latin typeface="+mj-lt"/>
                <a:ea typeface="+mj-ea"/>
                <a:cs typeface="+mj-cs"/>
                <a:sym typeface="IBM Plex Sans Light"/>
              </a:defRPr>
            </a:lvl1pPr>
            <a:lvl2pPr marL="444465" marR="0" indent="-446749" algn="l" defTabSz="2438400" rtl="0" latinLnBrk="0">
              <a:lnSpc>
                <a:spcPct val="110000"/>
              </a:lnSpc>
              <a:spcBef>
                <a:spcPts val="0"/>
              </a:spcBef>
              <a:spcAft>
                <a:spcPts val="0"/>
              </a:spcAft>
              <a:buClrTx/>
              <a:buSzPct val="100000"/>
              <a:buFontTx/>
              <a:buChar char="–"/>
              <a:tabLst/>
              <a:defRPr sz="2800" b="0" i="0" u="none" strike="noStrike" cap="none" spc="0" baseline="0">
                <a:solidFill>
                  <a:schemeClr val="tx1"/>
                </a:solidFill>
                <a:uFillTx/>
                <a:latin typeface="+mj-lt"/>
                <a:ea typeface="+mj-ea"/>
                <a:cs typeface="+mj-cs"/>
                <a:sym typeface="IBM Plex Sans Light"/>
              </a:defRPr>
            </a:lvl2pPr>
            <a:lvl3pPr marL="615918" marR="0" indent="-446749" algn="l" defTabSz="2438400" rtl="0" latinLnBrk="0">
              <a:lnSpc>
                <a:spcPct val="110000"/>
              </a:lnSpc>
              <a:spcBef>
                <a:spcPts val="0"/>
              </a:spcBef>
              <a:spcAft>
                <a:spcPts val="0"/>
              </a:spcAft>
              <a:buClrTx/>
              <a:buSzPct val="100000"/>
              <a:buFontTx/>
              <a:buChar char="•"/>
              <a:tabLst/>
              <a:defRPr sz="2800" b="0" i="0" u="none" strike="noStrike" cap="none" spc="0" baseline="0">
                <a:solidFill>
                  <a:schemeClr val="tx1"/>
                </a:solidFill>
                <a:uFillTx/>
                <a:latin typeface="+mj-lt"/>
                <a:ea typeface="+mj-ea"/>
                <a:cs typeface="+mj-cs"/>
                <a:sym typeface="IBM Plex Sans Light"/>
              </a:defRPr>
            </a:lvl3pPr>
            <a:lvl4pPr marL="901671" marR="0" indent="-446749" algn="l" defTabSz="2438400" rtl="0" latinLnBrk="0">
              <a:lnSpc>
                <a:spcPct val="110000"/>
              </a:lnSpc>
              <a:spcBef>
                <a:spcPts val="0"/>
              </a:spcBef>
              <a:spcAft>
                <a:spcPts val="0"/>
              </a:spcAft>
              <a:buClrTx/>
              <a:buSzPct val="100000"/>
              <a:buFontTx/>
              <a:buChar char="–"/>
              <a:tabLst/>
              <a:defRPr sz="2800" b="0" i="0" u="none" strike="noStrike" cap="none" spc="0" baseline="0">
                <a:solidFill>
                  <a:schemeClr val="tx1"/>
                </a:solidFill>
                <a:uFillTx/>
                <a:latin typeface="+mj-lt"/>
                <a:ea typeface="+mj-ea"/>
                <a:cs typeface="+mj-cs"/>
                <a:sym typeface="IBM Plex Sans Light"/>
              </a:defRPr>
            </a:lvl4pPr>
            <a:lvl5pPr marL="1076298" marR="0" indent="-446749" algn="l" defTabSz="2438400" rtl="0" latinLnBrk="0">
              <a:lnSpc>
                <a:spcPct val="110000"/>
              </a:lnSpc>
              <a:spcBef>
                <a:spcPts val="0"/>
              </a:spcBef>
              <a:spcAft>
                <a:spcPts val="0"/>
              </a:spcAft>
              <a:buClrTx/>
              <a:buSzPct val="100000"/>
              <a:buFontTx/>
              <a:buChar char="»"/>
              <a:tabLst/>
              <a:defRPr sz="2800" b="0" i="0" u="none" strike="noStrike" cap="none" spc="0" baseline="0">
                <a:solidFill>
                  <a:schemeClr val="tx1"/>
                </a:solidFill>
                <a:uFillTx/>
                <a:latin typeface="+mj-lt"/>
                <a:ea typeface="+mj-ea"/>
                <a:cs typeface="+mj-cs"/>
                <a:sym typeface="IBM Plex Sans Light"/>
              </a:defRPr>
            </a:lvl5pPr>
            <a:lvl6pPr marL="1843060"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r>
              <a:rPr lang="en-GB" dirty="0"/>
              <a:t>One-third of organizations cite data complexity and silos as the top barrier to AI adoption.</a:t>
            </a:r>
            <a:endParaRPr lang="en-RO" sz="2000" kern="0" dirty="0"/>
          </a:p>
        </p:txBody>
      </p:sp>
      <p:sp>
        <p:nvSpPr>
          <p:cNvPr id="7" name="Footer Placeholder 3">
            <a:extLst>
              <a:ext uri="{FF2B5EF4-FFF2-40B4-BE49-F238E27FC236}">
                <a16:creationId xmlns:a16="http://schemas.microsoft.com/office/drawing/2014/main" id="{E9979FE6-7D18-AE3D-4F7E-2FF571646CC1}"/>
              </a:ext>
            </a:extLst>
          </p:cNvPr>
          <p:cNvSpPr>
            <a:spLocks noGrp="1"/>
          </p:cNvSpPr>
          <p:nvPr>
            <p:ph type="ftr" sz="quarter" idx="14"/>
          </p:nvPr>
        </p:nvSpPr>
        <p:spPr>
          <a:xfrm>
            <a:off x="568324" y="12804235"/>
            <a:ext cx="4956176" cy="381000"/>
          </a:xfrm>
          <a:prstGeom prst="rect">
            <a:avLst/>
          </a:prstGeom>
        </p:spPr>
        <p:txBody>
          <a:bodyPr vert="horz" lIns="0" tIns="0" rIns="0" bIns="0" rtlCol="0" anchor="b"/>
          <a:lstStyle>
            <a:defPPr>
              <a:defRPr lang="en-US"/>
            </a:defPPr>
            <a:lvl1pPr marL="0" algn="l" defTabSz="1829379" rtl="0" eaLnBrk="1" latinLnBrk="0" hangingPunct="1">
              <a:defRPr sz="1600" b="0" i="0" kern="1200">
                <a:solidFill>
                  <a:schemeClr val="tx1"/>
                </a:solidFill>
                <a:latin typeface="IBM Plex Sans" panose="020B0503050203000203" pitchFamily="34" charset="0"/>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r>
              <a:rPr lang="en-US" dirty="0"/>
              <a:t>Footer</a:t>
            </a:r>
          </a:p>
        </p:txBody>
      </p:sp>
    </p:spTree>
    <p:extLst>
      <p:ext uri="{BB962C8B-B14F-4D97-AF65-F5344CB8AC3E}">
        <p14:creationId xmlns:p14="http://schemas.microsoft.com/office/powerpoint/2010/main" val="1701613108"/>
      </p:ext>
    </p:extLst>
  </p:cSld>
  <p:clrMapOvr>
    <a:masterClrMapping/>
  </p:clrMapOvr>
  <p:transition spd="med"/>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9052BC-A31A-3AFD-FA62-5B081B61CDCC}"/>
              </a:ext>
            </a:extLst>
          </p:cNvPr>
          <p:cNvSpPr>
            <a:spLocks noGrp="1"/>
          </p:cNvSpPr>
          <p:nvPr>
            <p:ph type="title"/>
          </p:nvPr>
        </p:nvSpPr>
        <p:spPr>
          <a:xfrm>
            <a:off x="576072" y="384048"/>
            <a:ext cx="4949825" cy="1525588"/>
          </a:xfrm>
        </p:spPr>
        <p:txBody>
          <a:bodyPr/>
          <a:lstStyle/>
          <a:p>
            <a:r>
              <a:rPr lang="en-US" sz="6400" dirty="0"/>
              <a:t>Innovate</a:t>
            </a:r>
          </a:p>
        </p:txBody>
      </p:sp>
      <p:sp>
        <p:nvSpPr>
          <p:cNvPr id="7" name="Title 1">
            <a:extLst>
              <a:ext uri="{FF2B5EF4-FFF2-40B4-BE49-F238E27FC236}">
                <a16:creationId xmlns:a16="http://schemas.microsoft.com/office/drawing/2014/main" id="{2084874E-7AD4-7E05-FAB0-571895CCD0DA}"/>
              </a:ext>
            </a:extLst>
          </p:cNvPr>
          <p:cNvSpPr txBox="1">
            <a:spLocks/>
          </p:cNvSpPr>
          <p:nvPr/>
        </p:nvSpPr>
        <p:spPr>
          <a:xfrm>
            <a:off x="6673956" y="384048"/>
            <a:ext cx="4949825" cy="152558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lvl1pPr marL="0" marR="0" indent="0" algn="l" defTabSz="2438400" rtl="0" latinLnBrk="0">
              <a:lnSpc>
                <a:spcPct val="110000"/>
              </a:lnSpc>
              <a:spcBef>
                <a:spcPts val="0"/>
              </a:spcBef>
              <a:spcAft>
                <a:spcPts val="0"/>
              </a:spcAft>
              <a:buClrTx/>
              <a:buSzTx/>
              <a:buFontTx/>
              <a:buNone/>
              <a:tabLst/>
              <a:defRPr sz="2800" b="0" i="0" u="none" strike="noStrike" cap="none" spc="0" baseline="0">
                <a:solidFill>
                  <a:schemeClr val="tx1"/>
                </a:solidFill>
                <a:uFillTx/>
                <a:latin typeface="+mj-lt"/>
                <a:ea typeface="+mj-ea"/>
                <a:cs typeface="+mj-cs"/>
                <a:sym typeface="IBM Plex Sans Light"/>
              </a:defRPr>
            </a:lvl1pPr>
            <a:lvl2pPr marL="0" marR="0" indent="0"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2pPr>
            <a:lvl3pPr marL="0" marR="0" indent="0"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3pPr>
            <a:lvl4pPr marL="0" marR="0" indent="0"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4pPr>
            <a:lvl5pPr marL="0" marR="0" indent="0"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5pPr>
            <a:lvl6pPr marL="0" marR="0" indent="362568"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6pPr>
            <a:lvl7pPr marL="0" marR="0" indent="725139"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7pPr>
            <a:lvl8pPr marL="0" marR="0" indent="1087706"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8pPr>
            <a:lvl9pPr marL="0" marR="0" indent="1450276"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9pPr>
          </a:lstStyle>
          <a:p>
            <a:r>
              <a:rPr lang="en-US" sz="6400" kern="0" dirty="0">
                <a:solidFill>
                  <a:schemeClr val="accent1"/>
                </a:solidFill>
              </a:rPr>
              <a:t>01</a:t>
            </a:r>
          </a:p>
        </p:txBody>
      </p:sp>
      <p:sp>
        <p:nvSpPr>
          <p:cNvPr id="4" name="Text Placeholder 3">
            <a:extLst>
              <a:ext uri="{FF2B5EF4-FFF2-40B4-BE49-F238E27FC236}">
                <a16:creationId xmlns:a16="http://schemas.microsoft.com/office/drawing/2014/main" id="{4D61F429-A819-1589-FBA7-B0AB71D7DF20}"/>
              </a:ext>
            </a:extLst>
          </p:cNvPr>
          <p:cNvSpPr>
            <a:spLocks noGrp="1"/>
          </p:cNvSpPr>
          <p:nvPr>
            <p:ph type="body" sz="quarter" idx="12"/>
          </p:nvPr>
        </p:nvSpPr>
        <p:spPr/>
        <p:txBody>
          <a:bodyPr/>
          <a:lstStyle/>
          <a:p>
            <a:r>
              <a:rPr lang="en-US" dirty="0">
                <a:latin typeface="IBM Plex Sans Medm" panose="020B0503050203000203" pitchFamily="34" charset="0"/>
              </a:rPr>
              <a:t>What is it?</a:t>
            </a:r>
          </a:p>
          <a:p>
            <a:r>
              <a:rPr lang="en-US" dirty="0"/>
              <a:t>A combined team of diverse subject matter experts are immersed in intensive design thinking and research activities to expose the true nature of a client’s opportunity.</a:t>
            </a:r>
          </a:p>
          <a:p>
            <a:endParaRPr lang="en-US" dirty="0"/>
          </a:p>
          <a:p>
            <a:endParaRPr lang="en-US" dirty="0"/>
          </a:p>
          <a:p>
            <a:endParaRPr lang="en-US" dirty="0"/>
          </a:p>
          <a:p>
            <a:br>
              <a:rPr lang="en-US" dirty="0"/>
            </a:br>
            <a:br>
              <a:rPr lang="en-US" dirty="0"/>
            </a:br>
            <a:endParaRPr lang="en-US" dirty="0"/>
          </a:p>
        </p:txBody>
      </p:sp>
      <p:sp>
        <p:nvSpPr>
          <p:cNvPr id="5" name="Text Placeholder 4">
            <a:extLst>
              <a:ext uri="{FF2B5EF4-FFF2-40B4-BE49-F238E27FC236}">
                <a16:creationId xmlns:a16="http://schemas.microsoft.com/office/drawing/2014/main" id="{5D00F604-0481-AD77-9049-C690DC1A4437}"/>
              </a:ext>
            </a:extLst>
          </p:cNvPr>
          <p:cNvSpPr>
            <a:spLocks noGrp="1"/>
          </p:cNvSpPr>
          <p:nvPr>
            <p:ph type="body" sz="quarter" idx="13"/>
          </p:nvPr>
        </p:nvSpPr>
        <p:spPr/>
        <p:txBody>
          <a:bodyPr/>
          <a:lstStyle/>
          <a:p>
            <a:r>
              <a:rPr lang="en-US" dirty="0">
                <a:latin typeface="IBM Plex Sans Medm" panose="020B0503050203000203" pitchFamily="34" charset="0"/>
              </a:rPr>
              <a:t>What is the goal?</a:t>
            </a:r>
          </a:p>
          <a:p>
            <a:r>
              <a:rPr lang="en-US" dirty="0"/>
              <a:t>Establish alignment on a “big idea” to address a specific pain point for a typical end user and create a vision for a minimum viable product (MVP).</a:t>
            </a:r>
          </a:p>
          <a:p>
            <a:endParaRPr lang="en-US" dirty="0"/>
          </a:p>
        </p:txBody>
      </p:sp>
      <p:sp>
        <p:nvSpPr>
          <p:cNvPr id="6" name="Picture Placeholder 5" descr="Place imagery here">
            <a:extLst>
              <a:ext uri="{FF2B5EF4-FFF2-40B4-BE49-F238E27FC236}">
                <a16:creationId xmlns:a16="http://schemas.microsoft.com/office/drawing/2014/main" id="{DAC17491-EDBB-8B5A-FCB9-241B793350F1}"/>
              </a:ext>
            </a:extLst>
          </p:cNvPr>
          <p:cNvSpPr>
            <a:spLocks noGrp="1"/>
          </p:cNvSpPr>
          <p:nvPr>
            <p:ph type="pic" sz="quarter" idx="15"/>
          </p:nvPr>
        </p:nvSpPr>
        <p:spPr/>
        <p:txBody>
          <a:bodyPr/>
          <a:lstStyle/>
          <a:p>
            <a:endParaRPr lang="en-US" dirty="0"/>
          </a:p>
        </p:txBody>
      </p:sp>
      <p:grpSp>
        <p:nvGrpSpPr>
          <p:cNvPr id="14" name="Group 13">
            <a:extLst>
              <a:ext uri="{FF2B5EF4-FFF2-40B4-BE49-F238E27FC236}">
                <a16:creationId xmlns:a16="http://schemas.microsoft.com/office/drawing/2014/main" id="{2525EAE4-9B9C-C7C1-3670-50A088B7806B}"/>
              </a:ext>
            </a:extLst>
          </p:cNvPr>
          <p:cNvGrpSpPr/>
          <p:nvPr/>
        </p:nvGrpSpPr>
        <p:grpSpPr>
          <a:xfrm>
            <a:off x="12763499" y="571501"/>
            <a:ext cx="11047603" cy="12579350"/>
            <a:chOff x="12763499" y="571501"/>
            <a:chExt cx="11047603" cy="12579350"/>
          </a:xfrm>
        </p:grpSpPr>
        <p:sp>
          <p:nvSpPr>
            <p:cNvPr id="11" name="Rectangle 10">
              <a:extLst>
                <a:ext uri="{FF2B5EF4-FFF2-40B4-BE49-F238E27FC236}">
                  <a16:creationId xmlns:a16="http://schemas.microsoft.com/office/drawing/2014/main" id="{FD5720A6-6042-C8A9-E2B0-4F7E2F9DADDE}"/>
                </a:ext>
              </a:extLst>
            </p:cNvPr>
            <p:cNvSpPr/>
            <p:nvPr/>
          </p:nvSpPr>
          <p:spPr bwMode="auto">
            <a:xfrm>
              <a:off x="12763499" y="571501"/>
              <a:ext cx="11047603" cy="12579350"/>
            </a:xfrm>
            <a:prstGeom prst="rect">
              <a:avLst/>
            </a:prstGeom>
            <a:solidFill>
              <a:srgbClr val="E5F6FF"/>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a:buNone/>
                <a:tabLst/>
              </a:pPr>
              <a:endParaRPr kumimoji="0" lang="en-US" sz="1400" b="0" i="0" u="none" strike="noStrike" cap="none" normalizeH="0" baseline="0" dirty="0">
                <a:ln>
                  <a:noFill/>
                </a:ln>
                <a:solidFill>
                  <a:schemeClr val="bg1"/>
                </a:solidFill>
                <a:effectLst/>
                <a:latin typeface="+mn-lt"/>
              </a:endParaRPr>
            </a:p>
          </p:txBody>
        </p:sp>
        <p:pic>
          <p:nvPicPr>
            <p:cNvPr id="12" name="Picture 11">
              <a:extLst>
                <a:ext uri="{FF2B5EF4-FFF2-40B4-BE49-F238E27FC236}">
                  <a16:creationId xmlns:a16="http://schemas.microsoft.com/office/drawing/2014/main" id="{D00BBDD4-89A2-7149-388F-669834A3A6FA}"/>
                </a:ext>
              </a:extLst>
            </p:cNvPr>
            <p:cNvPicPr>
              <a:picLocks noChangeAspect="1"/>
            </p:cNvPicPr>
            <p:nvPr/>
          </p:nvPicPr>
          <p:blipFill>
            <a:blip r:embed="rId2"/>
            <a:stretch>
              <a:fillRect/>
            </a:stretch>
          </p:blipFill>
          <p:spPr>
            <a:xfrm>
              <a:off x="13307379" y="1776715"/>
              <a:ext cx="9803836" cy="9803836"/>
            </a:xfrm>
            <a:prstGeom prst="rect">
              <a:avLst/>
            </a:prstGeom>
          </p:spPr>
        </p:pic>
      </p:grpSp>
      <p:sp>
        <p:nvSpPr>
          <p:cNvPr id="13" name="Footer Placeholder 12">
            <a:extLst>
              <a:ext uri="{FF2B5EF4-FFF2-40B4-BE49-F238E27FC236}">
                <a16:creationId xmlns:a16="http://schemas.microsoft.com/office/drawing/2014/main" id="{B1849291-6819-59B1-CC7E-A9AAE86A3985}"/>
              </a:ext>
            </a:extLst>
          </p:cNvPr>
          <p:cNvSpPr>
            <a:spLocks noGrp="1"/>
          </p:cNvSpPr>
          <p:nvPr>
            <p:ph type="ftr" sz="quarter" idx="18"/>
          </p:nvPr>
        </p:nvSpPr>
        <p:spPr/>
        <p:txBody>
          <a:bodyPr/>
          <a:lstStyle/>
          <a:p>
            <a:r>
              <a:rPr lang="en-US" dirty="0"/>
              <a:t>Footer</a:t>
            </a:r>
          </a:p>
        </p:txBody>
      </p:sp>
    </p:spTree>
    <p:extLst>
      <p:ext uri="{BB962C8B-B14F-4D97-AF65-F5344CB8AC3E}">
        <p14:creationId xmlns:p14="http://schemas.microsoft.com/office/powerpoint/2010/main" val="4269095238"/>
      </p:ext>
    </p:extLst>
  </p:cSld>
  <p:clrMapOvr>
    <a:masterClrMapping/>
  </p:clrMapOvr>
  <p:transition spd="med"/>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0D253A5E-B2BD-F9EF-FD3A-48E65449416E}"/>
              </a:ext>
            </a:extLst>
          </p:cNvPr>
          <p:cNvSpPr>
            <a:spLocks noGrp="1"/>
          </p:cNvSpPr>
          <p:nvPr>
            <p:ph type="title"/>
          </p:nvPr>
        </p:nvSpPr>
        <p:spPr>
          <a:xfrm>
            <a:off x="582422" y="576072"/>
            <a:ext cx="4949825" cy="1525588"/>
          </a:xfrm>
        </p:spPr>
        <p:txBody>
          <a:bodyPr/>
          <a:lstStyle/>
          <a:p>
            <a:r>
              <a:rPr lang="en-GB" dirty="0"/>
              <a:t>Digitization of sales is table stakes</a:t>
            </a:r>
            <a:endParaRPr lang="en-RO"/>
          </a:p>
        </p:txBody>
      </p:sp>
      <p:sp>
        <p:nvSpPr>
          <p:cNvPr id="14" name="Text Placeholder 13">
            <a:extLst>
              <a:ext uri="{FF2B5EF4-FFF2-40B4-BE49-F238E27FC236}">
                <a16:creationId xmlns:a16="http://schemas.microsoft.com/office/drawing/2014/main" id="{DB531404-CF0E-64AF-1D70-4CEFBFEEA912}"/>
              </a:ext>
            </a:extLst>
          </p:cNvPr>
          <p:cNvSpPr>
            <a:spLocks noGrp="1"/>
          </p:cNvSpPr>
          <p:nvPr>
            <p:ph type="body" sz="quarter" idx="12"/>
          </p:nvPr>
        </p:nvSpPr>
        <p:spPr>
          <a:xfrm>
            <a:off x="582613" y="3041650"/>
            <a:ext cx="4946650" cy="1783269"/>
          </a:xfrm>
        </p:spPr>
        <p:txBody>
          <a:bodyPr/>
          <a:lstStyle/>
          <a:p>
            <a:r>
              <a:rPr lang="en-GB" sz="2400" dirty="0"/>
              <a:t>Leading organizations are evolving their strategy and processes to enable an experience-led and agile virtual enterprise.</a:t>
            </a:r>
          </a:p>
        </p:txBody>
      </p:sp>
      <p:sp>
        <p:nvSpPr>
          <p:cNvPr id="15" name="Text Placeholder 14">
            <a:extLst>
              <a:ext uri="{FF2B5EF4-FFF2-40B4-BE49-F238E27FC236}">
                <a16:creationId xmlns:a16="http://schemas.microsoft.com/office/drawing/2014/main" id="{B3D032F9-0F9D-23F9-3D0D-40278B183BB4}"/>
              </a:ext>
            </a:extLst>
          </p:cNvPr>
          <p:cNvSpPr>
            <a:spLocks noGrp="1"/>
          </p:cNvSpPr>
          <p:nvPr>
            <p:ph type="body" sz="quarter" idx="13"/>
          </p:nvPr>
        </p:nvSpPr>
        <p:spPr>
          <a:xfrm>
            <a:off x="6670675" y="5933873"/>
            <a:ext cx="4951413" cy="2821022"/>
          </a:xfrm>
        </p:spPr>
        <p:txBody>
          <a:bodyPr/>
          <a:lstStyle/>
          <a:p>
            <a:r>
              <a:rPr lang="en-GB" sz="4400" dirty="0"/>
              <a:t>02</a:t>
            </a:r>
          </a:p>
          <a:p>
            <a:pPr marL="0" marR="0" lvl="0" indent="0" algn="l" defTabSz="2438400" rtl="0" eaLnBrk="1" fontAlgn="auto" latinLnBrk="0" hangingPunct="1">
              <a:lnSpc>
                <a:spcPct val="110000"/>
              </a:lnSpc>
              <a:spcBef>
                <a:spcPts val="0"/>
              </a:spcBef>
              <a:spcAft>
                <a:spcPts val="0"/>
              </a:spcAft>
              <a:buClrTx/>
              <a:buSzTx/>
              <a:buFontTx/>
              <a:buNone/>
              <a:tabLst/>
              <a:defRPr/>
            </a:pPr>
            <a:r>
              <a:rPr kumimoji="0" lang="en-GB" sz="2400" b="0" i="0" u="none" strike="noStrike" kern="0" cap="none" spc="0" normalizeH="0" baseline="0" noProof="0" dirty="0">
                <a:ln>
                  <a:noFill/>
                </a:ln>
                <a:solidFill>
                  <a:srgbClr val="000000"/>
                </a:solidFill>
                <a:effectLst/>
                <a:uLnTx/>
                <a:uFillTx/>
                <a:latin typeface="IBM Plex Sans Light"/>
                <a:ea typeface="+mj-ea"/>
                <a:cs typeface="+mj-cs"/>
                <a:sym typeface="IBM Plex Sans Light"/>
              </a:rPr>
              <a:t>It’s about reinventing legacy processes to intelligent workflows and infusing automation and intelligence to maximize sales effectiveness.</a:t>
            </a:r>
          </a:p>
        </p:txBody>
      </p:sp>
      <p:cxnSp>
        <p:nvCxnSpPr>
          <p:cNvPr id="16" name="Straight Connector 15" descr="Horizontal row divider line">
            <a:extLst>
              <a:ext uri="{FF2B5EF4-FFF2-40B4-BE49-F238E27FC236}">
                <a16:creationId xmlns:a16="http://schemas.microsoft.com/office/drawing/2014/main" id="{8C6021C2-D982-36D1-B181-DBDBCCD73CEE}"/>
              </a:ext>
            </a:extLst>
          </p:cNvPr>
          <p:cNvCxnSpPr>
            <a:cxnSpLocks/>
          </p:cNvCxnSpPr>
          <p:nvPr/>
        </p:nvCxnSpPr>
        <p:spPr bwMode="auto">
          <a:xfrm>
            <a:off x="568325" y="5534721"/>
            <a:ext cx="11036526"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3" name="Text Placeholder 13">
            <a:extLst>
              <a:ext uri="{FF2B5EF4-FFF2-40B4-BE49-F238E27FC236}">
                <a16:creationId xmlns:a16="http://schemas.microsoft.com/office/drawing/2014/main" id="{F20A62B6-B863-E7A3-381C-5936ED42B17D}"/>
              </a:ext>
            </a:extLst>
          </p:cNvPr>
          <p:cNvSpPr txBox="1">
            <a:spLocks/>
          </p:cNvSpPr>
          <p:nvPr/>
        </p:nvSpPr>
        <p:spPr>
          <a:xfrm>
            <a:off x="576072" y="5933873"/>
            <a:ext cx="4956175" cy="270608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lvl1pPr marL="0" marR="0" indent="0" algn="l" defTabSz="2438400" rtl="0" eaLnBrk="1" latinLnBrk="0" hangingPunct="1">
              <a:lnSpc>
                <a:spcPct val="110000"/>
              </a:lnSpc>
              <a:spcBef>
                <a:spcPts val="0"/>
              </a:spcBef>
              <a:spcAft>
                <a:spcPts val="0"/>
              </a:spcAft>
              <a:buClrTx/>
              <a:buSzTx/>
              <a:buFontTx/>
              <a:buNone/>
              <a:tabLst/>
              <a:defRPr sz="2800" b="0" i="0" u="none" strike="noStrike" cap="none" spc="0" baseline="0">
                <a:solidFill>
                  <a:schemeClr val="tx1"/>
                </a:solidFill>
                <a:uFillTx/>
                <a:latin typeface="+mj-lt"/>
                <a:ea typeface="+mj-ea"/>
                <a:cs typeface="+mj-cs"/>
                <a:sym typeface="IBM Plex Sans Light"/>
              </a:defRPr>
            </a:lvl1pPr>
            <a:lvl2pPr marL="256032" marR="0" indent="-256032" algn="l" defTabSz="2438400" rtl="0" eaLnBrk="1" latinLnBrk="0" hangingPunct="1">
              <a:lnSpc>
                <a:spcPct val="110000"/>
              </a:lnSpc>
              <a:spcBef>
                <a:spcPts val="0"/>
              </a:spcBef>
              <a:spcAft>
                <a:spcPts val="0"/>
              </a:spcAft>
              <a:buClrTx/>
              <a:buSzPct val="100000"/>
              <a:buFontTx/>
              <a:buChar char="–"/>
              <a:tabLst/>
              <a:defRPr sz="2800" b="0" i="0" u="none" strike="noStrike" cap="none" spc="0" baseline="0">
                <a:solidFill>
                  <a:schemeClr val="tx1"/>
                </a:solidFill>
                <a:uFillTx/>
                <a:latin typeface="+mj-lt"/>
                <a:ea typeface="+mj-ea"/>
                <a:cs typeface="+mj-cs"/>
                <a:sym typeface="IBM Plex Sans Light"/>
              </a:defRPr>
            </a:lvl2pPr>
            <a:lvl3pPr marL="512064" marR="0" indent="-256032" algn="l" defTabSz="2438400" rtl="0" eaLnBrk="1" latinLnBrk="0" hangingPunct="1">
              <a:lnSpc>
                <a:spcPct val="110000"/>
              </a:lnSpc>
              <a:spcBef>
                <a:spcPts val="0"/>
              </a:spcBef>
              <a:spcAft>
                <a:spcPts val="0"/>
              </a:spcAft>
              <a:buClrTx/>
              <a:buSzPct val="100000"/>
              <a:buFontTx/>
              <a:buChar char="•"/>
              <a:tabLst/>
              <a:defRPr sz="2800" b="0" i="0" u="none" strike="noStrike" cap="none" spc="0" baseline="0">
                <a:solidFill>
                  <a:schemeClr val="tx1"/>
                </a:solidFill>
                <a:uFillTx/>
                <a:latin typeface="+mj-lt"/>
                <a:ea typeface="+mj-ea"/>
                <a:cs typeface="+mj-cs"/>
                <a:sym typeface="IBM Plex Sans Light"/>
              </a:defRPr>
            </a:lvl3pPr>
            <a:lvl4pPr marL="768096" marR="0" indent="-256032" algn="l" defTabSz="2438400" rtl="0" eaLnBrk="1" latinLnBrk="0" hangingPunct="1">
              <a:lnSpc>
                <a:spcPct val="110000"/>
              </a:lnSpc>
              <a:spcBef>
                <a:spcPts val="0"/>
              </a:spcBef>
              <a:spcAft>
                <a:spcPts val="0"/>
              </a:spcAft>
              <a:buClrTx/>
              <a:buSzPct val="100000"/>
              <a:buFontTx/>
              <a:buChar char="–"/>
              <a:tabLst/>
              <a:defRPr sz="2800" b="0" i="0" u="none" strike="noStrike" cap="none" spc="0" baseline="0">
                <a:solidFill>
                  <a:schemeClr val="tx1"/>
                </a:solidFill>
                <a:uFillTx/>
                <a:latin typeface="+mj-lt"/>
                <a:ea typeface="+mj-ea"/>
                <a:cs typeface="+mj-cs"/>
                <a:sym typeface="IBM Plex Sans Light"/>
              </a:defRPr>
            </a:lvl4pPr>
            <a:lvl5pPr marL="1143000" marR="0" indent="-457200" algn="l" defTabSz="2438400" rtl="0" eaLnBrk="1" latinLnBrk="0" hangingPunct="1">
              <a:lnSpc>
                <a:spcPct val="110000"/>
              </a:lnSpc>
              <a:spcBef>
                <a:spcPts val="0"/>
              </a:spcBef>
              <a:spcAft>
                <a:spcPts val="0"/>
              </a:spcAft>
              <a:buClrTx/>
              <a:buSzPct val="100000"/>
              <a:buFont typeface="IBM Plex Sans" panose="020B0604020202020204" pitchFamily="34" charset="0"/>
              <a:buChar char="•"/>
              <a:tabLst/>
              <a:defRPr sz="2800" b="0" i="0" u="none" strike="noStrike" cap="none" spc="0" baseline="0">
                <a:solidFill>
                  <a:schemeClr val="tx1"/>
                </a:solidFill>
                <a:uFillTx/>
                <a:latin typeface="+mj-lt"/>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r>
              <a:rPr lang="en-GB" sz="4400" dirty="0"/>
              <a:t>01</a:t>
            </a:r>
          </a:p>
          <a:p>
            <a:r>
              <a:rPr lang="en-GB" sz="2400" dirty="0"/>
              <a:t>It is about having an elastic strategy that can achieve KPIs in a dynamic, ever-changing marketplace. </a:t>
            </a:r>
          </a:p>
        </p:txBody>
      </p:sp>
      <p:sp>
        <p:nvSpPr>
          <p:cNvPr id="7" name="Text Placeholder 13">
            <a:extLst>
              <a:ext uri="{FF2B5EF4-FFF2-40B4-BE49-F238E27FC236}">
                <a16:creationId xmlns:a16="http://schemas.microsoft.com/office/drawing/2014/main" id="{3E71805C-B52F-41C3-198F-69FCF74C55AD}"/>
              </a:ext>
            </a:extLst>
          </p:cNvPr>
          <p:cNvSpPr txBox="1">
            <a:spLocks/>
          </p:cNvSpPr>
          <p:nvPr/>
        </p:nvSpPr>
        <p:spPr>
          <a:xfrm>
            <a:off x="576072" y="8982710"/>
            <a:ext cx="4956175" cy="234067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lvl1pPr marL="0" marR="0" indent="0" algn="l" defTabSz="2438400" rtl="0" eaLnBrk="1" latinLnBrk="0" hangingPunct="1">
              <a:lnSpc>
                <a:spcPct val="110000"/>
              </a:lnSpc>
              <a:spcBef>
                <a:spcPts val="0"/>
              </a:spcBef>
              <a:spcAft>
                <a:spcPts val="0"/>
              </a:spcAft>
              <a:buClrTx/>
              <a:buSzTx/>
              <a:buFontTx/>
              <a:buNone/>
              <a:tabLst/>
              <a:defRPr sz="2800" b="0" i="0" u="none" strike="noStrike" cap="none" spc="0" baseline="0">
                <a:solidFill>
                  <a:schemeClr val="tx1"/>
                </a:solidFill>
                <a:uFillTx/>
                <a:latin typeface="+mj-lt"/>
                <a:ea typeface="+mj-ea"/>
                <a:cs typeface="+mj-cs"/>
                <a:sym typeface="IBM Plex Sans Light"/>
              </a:defRPr>
            </a:lvl1pPr>
            <a:lvl2pPr marL="256032" marR="0" indent="-256032" algn="l" defTabSz="2438400" rtl="0" eaLnBrk="1" latinLnBrk="0" hangingPunct="1">
              <a:lnSpc>
                <a:spcPct val="110000"/>
              </a:lnSpc>
              <a:spcBef>
                <a:spcPts val="0"/>
              </a:spcBef>
              <a:spcAft>
                <a:spcPts val="0"/>
              </a:spcAft>
              <a:buClrTx/>
              <a:buSzPct val="100000"/>
              <a:buFontTx/>
              <a:buChar char="–"/>
              <a:tabLst/>
              <a:defRPr sz="2800" b="0" i="0" u="none" strike="noStrike" cap="none" spc="0" baseline="0">
                <a:solidFill>
                  <a:schemeClr val="tx1"/>
                </a:solidFill>
                <a:uFillTx/>
                <a:latin typeface="+mj-lt"/>
                <a:ea typeface="+mj-ea"/>
                <a:cs typeface="+mj-cs"/>
                <a:sym typeface="IBM Plex Sans Light"/>
              </a:defRPr>
            </a:lvl2pPr>
            <a:lvl3pPr marL="512064" marR="0" indent="-256032" algn="l" defTabSz="2438400" rtl="0" eaLnBrk="1" latinLnBrk="0" hangingPunct="1">
              <a:lnSpc>
                <a:spcPct val="110000"/>
              </a:lnSpc>
              <a:spcBef>
                <a:spcPts val="0"/>
              </a:spcBef>
              <a:spcAft>
                <a:spcPts val="0"/>
              </a:spcAft>
              <a:buClrTx/>
              <a:buSzPct val="100000"/>
              <a:buFontTx/>
              <a:buChar char="•"/>
              <a:tabLst/>
              <a:defRPr sz="2800" b="0" i="0" u="none" strike="noStrike" cap="none" spc="0" baseline="0">
                <a:solidFill>
                  <a:schemeClr val="tx1"/>
                </a:solidFill>
                <a:uFillTx/>
                <a:latin typeface="+mj-lt"/>
                <a:ea typeface="+mj-ea"/>
                <a:cs typeface="+mj-cs"/>
                <a:sym typeface="IBM Plex Sans Light"/>
              </a:defRPr>
            </a:lvl3pPr>
            <a:lvl4pPr marL="768096" marR="0" indent="-256032" algn="l" defTabSz="2438400" rtl="0" eaLnBrk="1" latinLnBrk="0" hangingPunct="1">
              <a:lnSpc>
                <a:spcPct val="110000"/>
              </a:lnSpc>
              <a:spcBef>
                <a:spcPts val="0"/>
              </a:spcBef>
              <a:spcAft>
                <a:spcPts val="0"/>
              </a:spcAft>
              <a:buClrTx/>
              <a:buSzPct val="100000"/>
              <a:buFontTx/>
              <a:buChar char="–"/>
              <a:tabLst/>
              <a:defRPr sz="2800" b="0" i="0" u="none" strike="noStrike" cap="none" spc="0" baseline="0">
                <a:solidFill>
                  <a:schemeClr val="tx1"/>
                </a:solidFill>
                <a:uFillTx/>
                <a:latin typeface="+mj-lt"/>
                <a:ea typeface="+mj-ea"/>
                <a:cs typeface="+mj-cs"/>
                <a:sym typeface="IBM Plex Sans Light"/>
              </a:defRPr>
            </a:lvl4pPr>
            <a:lvl5pPr marL="1143000" marR="0" indent="-457200" algn="l" defTabSz="2438400" rtl="0" eaLnBrk="1" latinLnBrk="0" hangingPunct="1">
              <a:lnSpc>
                <a:spcPct val="110000"/>
              </a:lnSpc>
              <a:spcBef>
                <a:spcPts val="0"/>
              </a:spcBef>
              <a:spcAft>
                <a:spcPts val="0"/>
              </a:spcAft>
              <a:buClrTx/>
              <a:buSzPct val="100000"/>
              <a:buFont typeface="IBM Plex Sans" panose="020B0604020202020204" pitchFamily="34" charset="0"/>
              <a:buChar char="•"/>
              <a:tabLst/>
              <a:defRPr sz="2800" b="0" i="0" u="none" strike="noStrike" cap="none" spc="0" baseline="0">
                <a:solidFill>
                  <a:schemeClr val="tx1"/>
                </a:solidFill>
                <a:uFillTx/>
                <a:latin typeface="+mj-lt"/>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r>
              <a:rPr lang="en-GB" sz="4400" dirty="0"/>
              <a:t>03</a:t>
            </a:r>
          </a:p>
          <a:p>
            <a:r>
              <a:rPr lang="en-GB" sz="2400" dirty="0"/>
              <a:t>It is about designed experiences for sellers and buyers that drive intimacy and engagement.</a:t>
            </a:r>
            <a:endParaRPr lang="en-RO" sz="2400"/>
          </a:p>
        </p:txBody>
      </p:sp>
      <p:sp>
        <p:nvSpPr>
          <p:cNvPr id="8" name="Text Placeholder 14">
            <a:extLst>
              <a:ext uri="{FF2B5EF4-FFF2-40B4-BE49-F238E27FC236}">
                <a16:creationId xmlns:a16="http://schemas.microsoft.com/office/drawing/2014/main" id="{4DD8BA19-B68A-B98C-8A2B-84CF995A2094}"/>
              </a:ext>
            </a:extLst>
          </p:cNvPr>
          <p:cNvSpPr txBox="1">
            <a:spLocks/>
          </p:cNvSpPr>
          <p:nvPr/>
        </p:nvSpPr>
        <p:spPr>
          <a:xfrm>
            <a:off x="6667500" y="8982710"/>
            <a:ext cx="4951413" cy="260483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lvl1pPr marL="0" marR="0" indent="0" algn="l" defTabSz="2438400" rtl="0" eaLnBrk="1" latinLnBrk="0" hangingPunct="1">
              <a:lnSpc>
                <a:spcPct val="110000"/>
              </a:lnSpc>
              <a:spcBef>
                <a:spcPts val="0"/>
              </a:spcBef>
              <a:spcAft>
                <a:spcPts val="0"/>
              </a:spcAft>
              <a:buClrTx/>
              <a:buSzTx/>
              <a:buFontTx/>
              <a:buNone/>
              <a:tabLst/>
              <a:defRPr sz="2800" b="0" i="0" u="none" strike="noStrike" cap="none" spc="0" baseline="0">
                <a:solidFill>
                  <a:schemeClr val="tx1"/>
                </a:solidFill>
                <a:uFillTx/>
                <a:latin typeface="+mj-lt"/>
                <a:ea typeface="+mj-ea"/>
                <a:cs typeface="+mj-cs"/>
                <a:sym typeface="IBM Plex Sans Light"/>
              </a:defRPr>
            </a:lvl1pPr>
            <a:lvl2pPr marL="256032" marR="0" indent="-256032" algn="l" defTabSz="2438400" rtl="0" eaLnBrk="1" latinLnBrk="0" hangingPunct="1">
              <a:lnSpc>
                <a:spcPct val="110000"/>
              </a:lnSpc>
              <a:spcBef>
                <a:spcPts val="0"/>
              </a:spcBef>
              <a:spcAft>
                <a:spcPts val="0"/>
              </a:spcAft>
              <a:buClrTx/>
              <a:buSzPct val="100000"/>
              <a:buFontTx/>
              <a:buChar char="–"/>
              <a:tabLst/>
              <a:defRPr sz="2800" b="0" i="0" u="none" strike="noStrike" cap="none" spc="0" baseline="0">
                <a:solidFill>
                  <a:schemeClr val="tx1"/>
                </a:solidFill>
                <a:uFillTx/>
                <a:latin typeface="+mj-lt"/>
                <a:ea typeface="+mj-ea"/>
                <a:cs typeface="+mj-cs"/>
                <a:sym typeface="IBM Plex Sans Light"/>
              </a:defRPr>
            </a:lvl2pPr>
            <a:lvl3pPr marL="512064" marR="0" indent="-256032" algn="l" defTabSz="2438400" rtl="0" eaLnBrk="1" latinLnBrk="0" hangingPunct="1">
              <a:lnSpc>
                <a:spcPct val="110000"/>
              </a:lnSpc>
              <a:spcBef>
                <a:spcPts val="0"/>
              </a:spcBef>
              <a:spcAft>
                <a:spcPts val="0"/>
              </a:spcAft>
              <a:buClrTx/>
              <a:buSzPct val="100000"/>
              <a:buFontTx/>
              <a:buChar char="•"/>
              <a:tabLst/>
              <a:defRPr sz="2800" b="0" i="0" u="none" strike="noStrike" cap="none" spc="0" baseline="0">
                <a:solidFill>
                  <a:schemeClr val="tx1"/>
                </a:solidFill>
                <a:uFillTx/>
                <a:latin typeface="+mj-lt"/>
                <a:ea typeface="+mj-ea"/>
                <a:cs typeface="+mj-cs"/>
                <a:sym typeface="IBM Plex Sans Light"/>
              </a:defRPr>
            </a:lvl3pPr>
            <a:lvl4pPr marL="768096" marR="0" indent="-256032" algn="l" defTabSz="2438400" rtl="0" eaLnBrk="1" latinLnBrk="0" hangingPunct="1">
              <a:lnSpc>
                <a:spcPct val="110000"/>
              </a:lnSpc>
              <a:spcBef>
                <a:spcPts val="0"/>
              </a:spcBef>
              <a:spcAft>
                <a:spcPts val="0"/>
              </a:spcAft>
              <a:buClrTx/>
              <a:buSzPct val="100000"/>
              <a:buFontTx/>
              <a:buChar char="–"/>
              <a:tabLst/>
              <a:defRPr sz="2800" b="0" i="0" u="none" strike="noStrike" cap="none" spc="0" baseline="0">
                <a:solidFill>
                  <a:schemeClr val="tx1"/>
                </a:solidFill>
                <a:uFillTx/>
                <a:latin typeface="+mj-lt"/>
                <a:ea typeface="+mj-ea"/>
                <a:cs typeface="+mj-cs"/>
                <a:sym typeface="IBM Plex Sans Light"/>
              </a:defRPr>
            </a:lvl4pPr>
            <a:lvl5pPr marL="1143000" marR="0" indent="-457200" algn="l" defTabSz="2438400" rtl="0" eaLnBrk="1" latinLnBrk="0" hangingPunct="1">
              <a:lnSpc>
                <a:spcPct val="110000"/>
              </a:lnSpc>
              <a:spcBef>
                <a:spcPts val="0"/>
              </a:spcBef>
              <a:spcAft>
                <a:spcPts val="0"/>
              </a:spcAft>
              <a:buClrTx/>
              <a:buSzPct val="100000"/>
              <a:buFont typeface="IBM Plex Sans" panose="020B0604020202020204" pitchFamily="34" charset="0"/>
              <a:buChar char="•"/>
              <a:tabLst/>
              <a:defRPr sz="2800" b="0" i="0" u="none" strike="noStrike" cap="none" spc="0" baseline="0">
                <a:solidFill>
                  <a:schemeClr val="tx1"/>
                </a:solidFill>
                <a:uFillTx/>
                <a:latin typeface="+mj-lt"/>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r>
              <a:rPr lang="en-GB" sz="4400" dirty="0"/>
              <a:t>04</a:t>
            </a:r>
          </a:p>
          <a:p>
            <a:r>
              <a:rPr lang="en-GB" sz="2400" dirty="0"/>
              <a:t>Lastly, it’s about leveraging the latest technology, analytics and platforms to support the growth strategy.</a:t>
            </a:r>
            <a:endParaRPr lang="en-RO" sz="2400"/>
          </a:p>
        </p:txBody>
      </p:sp>
      <p:pic>
        <p:nvPicPr>
          <p:cNvPr id="29" name="Content Placeholder 10" descr="Photographic showing 3 people on orange sofa viewing laptop on stool">
            <a:extLst>
              <a:ext uri="{FF2B5EF4-FFF2-40B4-BE49-F238E27FC236}">
                <a16:creationId xmlns:a16="http://schemas.microsoft.com/office/drawing/2014/main" id="{14FB9090-6C56-1087-AC94-58AA75156CA3}"/>
              </a:ext>
            </a:extLst>
          </p:cNvPr>
          <p:cNvPicPr>
            <a:picLocks noGrp="1" noChangeAspect="1"/>
          </p:cNvPicPr>
          <p:nvPr>
            <p:ph type="pic" sz="quarter" idx="15"/>
          </p:nvPr>
        </p:nvPicPr>
        <p:blipFill rotWithShape="1">
          <a:blip r:embed="rId2" cstate="screen">
            <a:extLst>
              <a:ext uri="{28A0092B-C50C-407E-A947-70E740481C1C}">
                <a14:useLocalDpi xmlns:a14="http://schemas.microsoft.com/office/drawing/2010/main"/>
              </a:ext>
            </a:extLst>
          </a:blip>
          <a:srcRect/>
          <a:stretch/>
        </p:blipFill>
        <p:spPr>
          <a:xfrm>
            <a:off x="12763500" y="576072"/>
            <a:ext cx="11041063" cy="12574777"/>
          </a:xfrm>
          <a:prstGeom prst="rect">
            <a:avLst/>
          </a:prstGeom>
          <a:solidFill>
            <a:srgbClr val="E0E0E0"/>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pic>
      <p:sp>
        <p:nvSpPr>
          <p:cNvPr id="34" name="Footer Placeholder 12">
            <a:extLst>
              <a:ext uri="{FF2B5EF4-FFF2-40B4-BE49-F238E27FC236}">
                <a16:creationId xmlns:a16="http://schemas.microsoft.com/office/drawing/2014/main" id="{A6349900-B00D-6145-0661-6D1C5BEAB9EE}"/>
              </a:ext>
            </a:extLst>
          </p:cNvPr>
          <p:cNvSpPr>
            <a:spLocks noGrp="1"/>
          </p:cNvSpPr>
          <p:nvPr>
            <p:ph type="ftr" sz="quarter" idx="18"/>
          </p:nvPr>
        </p:nvSpPr>
        <p:spPr>
          <a:xfrm>
            <a:off x="581024" y="12823285"/>
            <a:ext cx="4956176" cy="381000"/>
          </a:xfrm>
        </p:spPr>
        <p:txBody>
          <a:bodyPr/>
          <a:lstStyle/>
          <a:p>
            <a:r>
              <a:rPr lang="en-US" dirty="0"/>
              <a:t>Footer</a:t>
            </a:r>
          </a:p>
        </p:txBody>
      </p:sp>
    </p:spTree>
    <p:extLst>
      <p:ext uri="{BB962C8B-B14F-4D97-AF65-F5344CB8AC3E}">
        <p14:creationId xmlns:p14="http://schemas.microsoft.com/office/powerpoint/2010/main" val="2446155587"/>
      </p:ext>
    </p:extLst>
  </p:cSld>
  <p:clrMapOvr>
    <a:masterClrMapping/>
  </p:clrMapOvr>
  <p:transition spd="med"/>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486563-2B8E-BC80-D0D7-1ED571ACCF22}"/>
              </a:ext>
            </a:extLst>
          </p:cNvPr>
          <p:cNvSpPr>
            <a:spLocks noGrp="1"/>
          </p:cNvSpPr>
          <p:nvPr>
            <p:ph type="title"/>
          </p:nvPr>
        </p:nvSpPr>
        <p:spPr/>
        <p:txBody>
          <a:bodyPr/>
          <a:lstStyle/>
          <a:p>
            <a:pPr>
              <a:lnSpc>
                <a:spcPct val="100000"/>
              </a:lnSpc>
            </a:pPr>
            <a:r>
              <a:rPr lang="en-US" dirty="0">
                <a:solidFill>
                  <a:srgbClr val="000000"/>
                </a:solidFill>
                <a:effectLst/>
              </a:rPr>
              <a:t>Focus on growth </a:t>
            </a:r>
            <a:br>
              <a:rPr lang="en-US" dirty="0">
                <a:solidFill>
                  <a:srgbClr val="000000"/>
                </a:solidFill>
                <a:effectLst/>
              </a:rPr>
            </a:br>
            <a:r>
              <a:rPr lang="en-US" dirty="0">
                <a:solidFill>
                  <a:srgbClr val="000000"/>
                </a:solidFill>
                <a:effectLst/>
              </a:rPr>
              <a:t>presents complex </a:t>
            </a:r>
            <a:br>
              <a:rPr lang="en-US" dirty="0">
                <a:solidFill>
                  <a:srgbClr val="000000"/>
                </a:solidFill>
                <a:effectLst/>
              </a:rPr>
            </a:br>
            <a:r>
              <a:rPr lang="en-US" dirty="0">
                <a:solidFill>
                  <a:srgbClr val="000000"/>
                </a:solidFill>
                <a:effectLst/>
              </a:rPr>
              <a:t>challenges for CMOs </a:t>
            </a:r>
          </a:p>
        </p:txBody>
      </p:sp>
      <p:pic>
        <p:nvPicPr>
          <p:cNvPr id="27" name="Picture 26" descr="Photo showing arial view of herd of livestock traversing line of trees in field">
            <a:extLst>
              <a:ext uri="{FF2B5EF4-FFF2-40B4-BE49-F238E27FC236}">
                <a16:creationId xmlns:a16="http://schemas.microsoft.com/office/drawing/2014/main" id="{0F97BA65-6DBB-9E9F-70F1-8079C2FBC009}"/>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576072" y="5772477"/>
            <a:ext cx="8569323" cy="6422698"/>
          </a:xfrm>
          <a:prstGeom prst="rect">
            <a:avLst/>
          </a:prstGeom>
        </p:spPr>
      </p:pic>
      <p:pic>
        <p:nvPicPr>
          <p:cNvPr id="21" name="Picture 20" descr="Pictogram showing paper currency hovering over outline of hand in blue 60">
            <a:extLst>
              <a:ext uri="{FF2B5EF4-FFF2-40B4-BE49-F238E27FC236}">
                <a16:creationId xmlns:a16="http://schemas.microsoft.com/office/drawing/2014/main" id="{AA0EE9E5-2B70-4243-9760-B1D88097FE3D}"/>
              </a:ext>
            </a:extLst>
          </p:cNvPr>
          <p:cNvPicPr>
            <a:picLocks noChangeAspect="1"/>
          </p:cNvPicPr>
          <p:nvPr/>
        </p:nvPicPr>
        <p:blipFill>
          <a:blip r:embed="rId3"/>
          <a:stretch>
            <a:fillRect/>
          </a:stretch>
        </p:blipFill>
        <p:spPr>
          <a:xfrm>
            <a:off x="12778803" y="664464"/>
            <a:ext cx="1219200" cy="1219200"/>
          </a:xfrm>
          <a:prstGeom prst="rect">
            <a:avLst/>
          </a:prstGeom>
        </p:spPr>
      </p:pic>
      <p:sp>
        <p:nvSpPr>
          <p:cNvPr id="19" name="Text Placeholder 3">
            <a:extLst>
              <a:ext uri="{FF2B5EF4-FFF2-40B4-BE49-F238E27FC236}">
                <a16:creationId xmlns:a16="http://schemas.microsoft.com/office/drawing/2014/main" id="{EAE3D952-90B0-6A38-1DB7-DF5D4E6894CD}"/>
              </a:ext>
            </a:extLst>
          </p:cNvPr>
          <p:cNvSpPr txBox="1">
            <a:spLocks/>
          </p:cNvSpPr>
          <p:nvPr/>
        </p:nvSpPr>
        <p:spPr>
          <a:xfrm>
            <a:off x="12763500" y="3044825"/>
            <a:ext cx="4953000" cy="3032760"/>
          </a:xfrm>
          <a:prstGeom prst="rect">
            <a:avLst/>
          </a:prstGeom>
        </p:spPr>
        <p:txBody>
          <a:bodyPr/>
          <a:lstStyle>
            <a:lvl1pPr marL="0" marR="0" indent="0" algn="l" defTabSz="2438400" rtl="0" eaLnBrk="1" latinLnBrk="0" hangingPunct="1">
              <a:lnSpc>
                <a:spcPct val="110000"/>
              </a:lnSpc>
              <a:spcBef>
                <a:spcPts val="0"/>
              </a:spcBef>
              <a:spcAft>
                <a:spcPts val="0"/>
              </a:spcAft>
              <a:buClrTx/>
              <a:buSzTx/>
              <a:buFontTx/>
              <a:buNone/>
              <a:tabLst/>
              <a:defRPr sz="3600" b="0" i="0" u="none" strike="noStrike" cap="none" spc="0" baseline="0">
                <a:solidFill>
                  <a:schemeClr val="tx1"/>
                </a:solidFill>
                <a:uFillTx/>
                <a:latin typeface="+mj-lt"/>
                <a:ea typeface="+mj-ea"/>
                <a:cs typeface="+mj-cs"/>
                <a:sym typeface="IBM Plex Sans Light"/>
              </a:defRPr>
            </a:lvl1pPr>
            <a:lvl2pPr marL="329184"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2pPr>
            <a:lvl3pPr marL="658368"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3pPr>
            <a:lvl4pPr marL="987552"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4pPr>
            <a:lvl5pPr marL="1143000" marR="0" indent="-457200" algn="l" defTabSz="2438400" rtl="0" eaLnBrk="1" latinLnBrk="0" hangingPunct="1">
              <a:lnSpc>
                <a:spcPct val="110000"/>
              </a:lnSpc>
              <a:spcBef>
                <a:spcPts val="2900"/>
              </a:spcBef>
              <a:spcAft>
                <a:spcPts val="0"/>
              </a:spcAft>
              <a:buClrTx/>
              <a:buSzPct val="100000"/>
              <a:buFont typeface="IBM Plex Sans" panose="020B0604020202020204" pitchFamily="34" charset="0"/>
              <a:buChar char="•"/>
              <a:tabLst/>
              <a:defRPr sz="3600" b="0" i="0" u="none" strike="noStrike" cap="none" spc="0" baseline="0">
                <a:solidFill>
                  <a:srgbClr val="000000"/>
                </a:solidFill>
                <a:uFillTx/>
                <a:latin typeface="+mj-lt"/>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r>
              <a:rPr lang="en-US" kern="0" dirty="0">
                <a:solidFill>
                  <a:schemeClr val="tx2"/>
                </a:solidFill>
                <a:latin typeface="IBM Plex Sans Medm" panose="020B0503050203000203" pitchFamily="34" charset="0"/>
              </a:rPr>
              <a:t>Budget constraints</a:t>
            </a:r>
          </a:p>
          <a:p>
            <a:r>
              <a:rPr lang="en-US" kern="0" dirty="0">
                <a:solidFill>
                  <a:srgbClr val="000000"/>
                </a:solidFill>
              </a:rPr>
              <a:t>Maintaining scrutiny </a:t>
            </a:r>
            <a:br>
              <a:rPr lang="en-US" kern="0" dirty="0">
                <a:solidFill>
                  <a:srgbClr val="000000"/>
                </a:solidFill>
              </a:rPr>
            </a:br>
            <a:r>
              <a:rPr lang="en-US" kern="0" dirty="0">
                <a:solidFill>
                  <a:srgbClr val="000000"/>
                </a:solidFill>
              </a:rPr>
              <a:t>on spend</a:t>
            </a:r>
          </a:p>
        </p:txBody>
      </p:sp>
      <p:pic>
        <p:nvPicPr>
          <p:cNvPr id="22" name="Picture 21" descr="Pictogram showing globe containing paper currency and graduating graph lines in blue 60">
            <a:extLst>
              <a:ext uri="{FF2B5EF4-FFF2-40B4-BE49-F238E27FC236}">
                <a16:creationId xmlns:a16="http://schemas.microsoft.com/office/drawing/2014/main" id="{ABF28AA3-512A-840B-F330-D15C1A578768}"/>
              </a:ext>
            </a:extLst>
          </p:cNvPr>
          <p:cNvPicPr>
            <a:picLocks noChangeAspect="1"/>
          </p:cNvPicPr>
          <p:nvPr/>
        </p:nvPicPr>
        <p:blipFill>
          <a:blip r:embed="rId4"/>
          <a:stretch>
            <a:fillRect/>
          </a:stretch>
        </p:blipFill>
        <p:spPr>
          <a:xfrm>
            <a:off x="18886995" y="664464"/>
            <a:ext cx="1219200" cy="1219200"/>
          </a:xfrm>
          <a:prstGeom prst="rect">
            <a:avLst/>
          </a:prstGeom>
        </p:spPr>
      </p:pic>
      <p:sp>
        <p:nvSpPr>
          <p:cNvPr id="20" name="Text Placeholder 4">
            <a:extLst>
              <a:ext uri="{FF2B5EF4-FFF2-40B4-BE49-F238E27FC236}">
                <a16:creationId xmlns:a16="http://schemas.microsoft.com/office/drawing/2014/main" id="{83664827-6B74-7E3A-FFEF-3DF9D1569B2B}"/>
              </a:ext>
            </a:extLst>
          </p:cNvPr>
          <p:cNvSpPr txBox="1">
            <a:spLocks/>
          </p:cNvSpPr>
          <p:nvPr/>
        </p:nvSpPr>
        <p:spPr>
          <a:xfrm>
            <a:off x="18859500" y="3044825"/>
            <a:ext cx="4959350" cy="3032760"/>
          </a:xfrm>
          <a:prstGeom prst="rect">
            <a:avLst/>
          </a:prstGeom>
        </p:spPr>
        <p:txBody>
          <a:bodyPr/>
          <a:lstStyle>
            <a:lvl1pPr marL="0" marR="0" indent="0" algn="l" defTabSz="2438400" rtl="0" eaLnBrk="1" latinLnBrk="0" hangingPunct="1">
              <a:lnSpc>
                <a:spcPct val="110000"/>
              </a:lnSpc>
              <a:spcBef>
                <a:spcPts val="0"/>
              </a:spcBef>
              <a:spcAft>
                <a:spcPts val="0"/>
              </a:spcAft>
              <a:buClrTx/>
              <a:buSzTx/>
              <a:buFontTx/>
              <a:buNone/>
              <a:tabLst/>
              <a:defRPr sz="3600" b="0" i="0" u="none" strike="noStrike" cap="none" spc="0" baseline="0">
                <a:solidFill>
                  <a:schemeClr val="tx1"/>
                </a:solidFill>
                <a:uFillTx/>
                <a:latin typeface="+mj-lt"/>
                <a:ea typeface="+mj-ea"/>
                <a:cs typeface="+mj-cs"/>
                <a:sym typeface="IBM Plex Sans Light"/>
              </a:defRPr>
            </a:lvl1pPr>
            <a:lvl2pPr marL="329184"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2pPr>
            <a:lvl3pPr marL="658368"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3pPr>
            <a:lvl4pPr marL="987552"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4pPr>
            <a:lvl5pPr marL="1143000" marR="0" indent="-457200" algn="l" defTabSz="2438400" rtl="0" eaLnBrk="1" latinLnBrk="0" hangingPunct="1">
              <a:lnSpc>
                <a:spcPct val="110000"/>
              </a:lnSpc>
              <a:spcBef>
                <a:spcPts val="2900"/>
              </a:spcBef>
              <a:spcAft>
                <a:spcPts val="0"/>
              </a:spcAft>
              <a:buClrTx/>
              <a:buSzPct val="100000"/>
              <a:buFont typeface="IBM Plex Sans" panose="020B0604020202020204" pitchFamily="34" charset="0"/>
              <a:buChar char="•"/>
              <a:tabLst/>
              <a:defRPr sz="3600" b="0" i="0" u="none" strike="noStrike" cap="none" spc="0" baseline="0">
                <a:solidFill>
                  <a:srgbClr val="000000"/>
                </a:solidFill>
                <a:uFillTx/>
                <a:latin typeface="+mj-lt"/>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r>
              <a:rPr lang="en-US" kern="0" dirty="0">
                <a:solidFill>
                  <a:schemeClr val="tx2"/>
                </a:solidFill>
                <a:latin typeface="IBM Plex Sans Medm" panose="020B0503050203000203" pitchFamily="34" charset="0"/>
              </a:rPr>
              <a:t>Privacy impacts</a:t>
            </a:r>
          </a:p>
          <a:p>
            <a:r>
              <a:rPr lang="en-US" kern="0" dirty="0">
                <a:solidFill>
                  <a:srgbClr val="000000"/>
                </a:solidFill>
              </a:rPr>
              <a:t>Measuring marketing </a:t>
            </a:r>
            <a:br>
              <a:rPr lang="en-US" kern="0" dirty="0">
                <a:solidFill>
                  <a:srgbClr val="000000"/>
                </a:solidFill>
              </a:rPr>
            </a:br>
            <a:r>
              <a:rPr lang="en-US" kern="0" dirty="0">
                <a:solidFill>
                  <a:srgbClr val="000000"/>
                </a:solidFill>
              </a:rPr>
              <a:t>despite customer </a:t>
            </a:r>
            <a:br>
              <a:rPr lang="en-US" kern="0" dirty="0">
                <a:solidFill>
                  <a:srgbClr val="000000"/>
                </a:solidFill>
              </a:rPr>
            </a:br>
            <a:r>
              <a:rPr lang="en-US" kern="0" dirty="0">
                <a:solidFill>
                  <a:srgbClr val="000000"/>
                </a:solidFill>
              </a:rPr>
              <a:t>data limitations</a:t>
            </a:r>
          </a:p>
          <a:p>
            <a:endParaRPr lang="en-US" kern="0" dirty="0"/>
          </a:p>
        </p:txBody>
      </p:sp>
      <p:cxnSp>
        <p:nvCxnSpPr>
          <p:cNvPr id="10" name="Straight Connector 9" descr="Horizontal row divider line">
            <a:extLst>
              <a:ext uri="{FF2B5EF4-FFF2-40B4-BE49-F238E27FC236}">
                <a16:creationId xmlns:a16="http://schemas.microsoft.com/office/drawing/2014/main" id="{1726E15D-8A4D-A0F0-7BE7-24B3C22A916F}"/>
              </a:ext>
            </a:extLst>
          </p:cNvPr>
          <p:cNvCxnSpPr/>
          <p:nvPr/>
        </p:nvCxnSpPr>
        <p:spPr bwMode="auto">
          <a:xfrm>
            <a:off x="12192000" y="6096000"/>
            <a:ext cx="11622024"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pic>
        <p:nvPicPr>
          <p:cNvPr id="37" name="Picture 36" descr="Pictogram showing down arrow pointing to outlined circles, squares and a triangle in blue 60">
            <a:extLst>
              <a:ext uri="{FF2B5EF4-FFF2-40B4-BE49-F238E27FC236}">
                <a16:creationId xmlns:a16="http://schemas.microsoft.com/office/drawing/2014/main" id="{7CA231F0-486D-950A-D7EF-8C70F774C617}"/>
              </a:ext>
            </a:extLst>
          </p:cNvPr>
          <p:cNvPicPr>
            <a:picLocks/>
          </p:cNvPicPr>
          <p:nvPr/>
        </p:nvPicPr>
        <p:blipFill>
          <a:blip r:embed="rId5"/>
          <a:stretch>
            <a:fillRect/>
          </a:stretch>
        </p:blipFill>
        <p:spPr>
          <a:xfrm>
            <a:off x="12781851" y="6601968"/>
            <a:ext cx="1216152" cy="1219200"/>
          </a:xfrm>
          <a:prstGeom prst="rect">
            <a:avLst/>
          </a:prstGeom>
        </p:spPr>
      </p:pic>
      <p:sp>
        <p:nvSpPr>
          <p:cNvPr id="23" name="Text Placeholder 5">
            <a:extLst>
              <a:ext uri="{FF2B5EF4-FFF2-40B4-BE49-F238E27FC236}">
                <a16:creationId xmlns:a16="http://schemas.microsoft.com/office/drawing/2014/main" id="{B9977C00-5833-2AE6-FF9A-7A6F921C33F9}"/>
              </a:ext>
            </a:extLst>
          </p:cNvPr>
          <p:cNvSpPr txBox="1">
            <a:spLocks/>
          </p:cNvSpPr>
          <p:nvPr/>
        </p:nvSpPr>
        <p:spPr>
          <a:xfrm>
            <a:off x="12763499" y="9143305"/>
            <a:ext cx="4999207" cy="3051870"/>
          </a:xfrm>
          <a:prstGeom prst="rect">
            <a:avLst/>
          </a:prstGeom>
        </p:spPr>
        <p:txBody>
          <a:bodyPr/>
          <a:lstStyle>
            <a:lvl1pPr marL="0" marR="0" indent="0" algn="l" defTabSz="2438400" rtl="0" eaLnBrk="1" latinLnBrk="0" hangingPunct="1">
              <a:lnSpc>
                <a:spcPct val="110000"/>
              </a:lnSpc>
              <a:spcBef>
                <a:spcPts val="0"/>
              </a:spcBef>
              <a:spcAft>
                <a:spcPts val="0"/>
              </a:spcAft>
              <a:buClrTx/>
              <a:buSzTx/>
              <a:buFontTx/>
              <a:buNone/>
              <a:tabLst/>
              <a:defRPr sz="3600" b="0" i="0" u="none" strike="noStrike" cap="none" spc="0" baseline="0">
                <a:solidFill>
                  <a:schemeClr val="tx1"/>
                </a:solidFill>
                <a:uFillTx/>
                <a:latin typeface="+mj-lt"/>
                <a:ea typeface="+mj-ea"/>
                <a:cs typeface="+mj-cs"/>
                <a:sym typeface="IBM Plex Sans Light"/>
              </a:defRPr>
            </a:lvl1pPr>
            <a:lvl2pPr marL="329184"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2pPr>
            <a:lvl3pPr marL="658368"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3pPr>
            <a:lvl4pPr marL="987552"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4pPr>
            <a:lvl5pPr marL="1143000" marR="0" indent="-457200" algn="l" defTabSz="2438400" rtl="0" eaLnBrk="1" latinLnBrk="0" hangingPunct="1">
              <a:lnSpc>
                <a:spcPct val="110000"/>
              </a:lnSpc>
              <a:spcBef>
                <a:spcPts val="2900"/>
              </a:spcBef>
              <a:spcAft>
                <a:spcPts val="0"/>
              </a:spcAft>
              <a:buClrTx/>
              <a:buSzPct val="100000"/>
              <a:buFont typeface="IBM Plex Sans" panose="020B0604020202020204" pitchFamily="34" charset="0"/>
              <a:buChar char="•"/>
              <a:tabLst/>
              <a:defRPr sz="3600" b="0" i="0" u="none" strike="noStrike" cap="none" spc="0" baseline="0">
                <a:solidFill>
                  <a:srgbClr val="000000"/>
                </a:solidFill>
                <a:uFillTx/>
                <a:latin typeface="+mj-lt"/>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r>
              <a:rPr lang="en-US" kern="0" dirty="0">
                <a:solidFill>
                  <a:schemeClr val="tx2"/>
                </a:solidFill>
                <a:latin typeface="IBM Plex Sans Medm" panose="020B0503050203000203" pitchFamily="34" charset="0"/>
              </a:rPr>
              <a:t>Personalization management</a:t>
            </a:r>
          </a:p>
          <a:p>
            <a:r>
              <a:rPr lang="en-US" kern="0" dirty="0">
                <a:solidFill>
                  <a:srgbClr val="000000"/>
                </a:solidFill>
              </a:rPr>
              <a:t>Delivering personalization through data and technology</a:t>
            </a:r>
          </a:p>
          <a:p>
            <a:endParaRPr lang="en-US" kern="0" dirty="0"/>
          </a:p>
        </p:txBody>
      </p:sp>
      <p:pic>
        <p:nvPicPr>
          <p:cNvPr id="38" name="Picture 37" descr="Pictogram showing outline of 2 people with curved arrows pointing to and from them in blue 60">
            <a:extLst>
              <a:ext uri="{FF2B5EF4-FFF2-40B4-BE49-F238E27FC236}">
                <a16:creationId xmlns:a16="http://schemas.microsoft.com/office/drawing/2014/main" id="{6F7937C3-E8B6-8F3D-EDFD-A5F66F76D065}"/>
              </a:ext>
            </a:extLst>
          </p:cNvPr>
          <p:cNvPicPr>
            <a:picLocks/>
          </p:cNvPicPr>
          <p:nvPr/>
        </p:nvPicPr>
        <p:blipFill>
          <a:blip r:embed="rId6"/>
          <a:stretch>
            <a:fillRect/>
          </a:stretch>
        </p:blipFill>
        <p:spPr>
          <a:xfrm>
            <a:off x="18886995" y="6601968"/>
            <a:ext cx="1216152" cy="1219200"/>
          </a:xfrm>
          <a:prstGeom prst="rect">
            <a:avLst/>
          </a:prstGeom>
        </p:spPr>
      </p:pic>
      <p:sp>
        <p:nvSpPr>
          <p:cNvPr id="24" name="Text Placeholder 6">
            <a:extLst>
              <a:ext uri="{FF2B5EF4-FFF2-40B4-BE49-F238E27FC236}">
                <a16:creationId xmlns:a16="http://schemas.microsoft.com/office/drawing/2014/main" id="{7F462FF4-D12C-96B4-D2B9-7A98519171BA}"/>
              </a:ext>
            </a:extLst>
          </p:cNvPr>
          <p:cNvSpPr txBox="1">
            <a:spLocks/>
          </p:cNvSpPr>
          <p:nvPr/>
        </p:nvSpPr>
        <p:spPr>
          <a:xfrm>
            <a:off x="18859500" y="9143305"/>
            <a:ext cx="5102968" cy="3051870"/>
          </a:xfrm>
          <a:prstGeom prst="rect">
            <a:avLst/>
          </a:prstGeom>
        </p:spPr>
        <p:txBody>
          <a:bodyPr/>
          <a:lstStyle>
            <a:lvl1pPr marL="0" marR="0" indent="0" algn="l" defTabSz="2438400" rtl="0" eaLnBrk="1" latinLnBrk="0" hangingPunct="1">
              <a:lnSpc>
                <a:spcPct val="110000"/>
              </a:lnSpc>
              <a:spcBef>
                <a:spcPts val="0"/>
              </a:spcBef>
              <a:spcAft>
                <a:spcPts val="0"/>
              </a:spcAft>
              <a:buClrTx/>
              <a:buSzTx/>
              <a:buFontTx/>
              <a:buNone/>
              <a:tabLst/>
              <a:defRPr sz="3600" b="0" i="0" u="none" strike="noStrike" cap="none" spc="0" baseline="0">
                <a:solidFill>
                  <a:schemeClr val="tx1"/>
                </a:solidFill>
                <a:uFillTx/>
                <a:latin typeface="+mj-lt"/>
                <a:ea typeface="+mj-ea"/>
                <a:cs typeface="+mj-cs"/>
                <a:sym typeface="IBM Plex Sans Light"/>
              </a:defRPr>
            </a:lvl1pPr>
            <a:lvl2pPr marL="329184"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2pPr>
            <a:lvl3pPr marL="658368"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3pPr>
            <a:lvl4pPr marL="987552"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4pPr>
            <a:lvl5pPr marL="1143000" marR="0" indent="-457200" algn="l" defTabSz="2438400" rtl="0" eaLnBrk="1" latinLnBrk="0" hangingPunct="1">
              <a:lnSpc>
                <a:spcPct val="110000"/>
              </a:lnSpc>
              <a:spcBef>
                <a:spcPts val="2900"/>
              </a:spcBef>
              <a:spcAft>
                <a:spcPts val="0"/>
              </a:spcAft>
              <a:buClrTx/>
              <a:buSzPct val="100000"/>
              <a:buFont typeface="IBM Plex Sans" panose="020B0604020202020204" pitchFamily="34" charset="0"/>
              <a:buChar char="•"/>
              <a:tabLst/>
              <a:defRPr sz="3600" b="0" i="0" u="none" strike="noStrike" cap="none" spc="0" baseline="0">
                <a:solidFill>
                  <a:srgbClr val="000000"/>
                </a:solidFill>
                <a:uFillTx/>
                <a:latin typeface="+mj-lt"/>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r>
              <a:rPr lang="en-US" kern="0" dirty="0">
                <a:solidFill>
                  <a:schemeClr val="tx2"/>
                </a:solidFill>
                <a:latin typeface="IBM Plex Sans Medm" panose="020B0503050203000203" pitchFamily="34" charset="0"/>
              </a:rPr>
              <a:t>Talent and culture</a:t>
            </a:r>
          </a:p>
          <a:p>
            <a:r>
              <a:rPr lang="en-US" kern="0" dirty="0">
                <a:solidFill>
                  <a:srgbClr val="000000"/>
                </a:solidFill>
              </a:rPr>
              <a:t>Building operating </a:t>
            </a:r>
            <a:br>
              <a:rPr lang="en-US" kern="0" dirty="0">
                <a:solidFill>
                  <a:srgbClr val="000000"/>
                </a:solidFill>
              </a:rPr>
            </a:br>
            <a:r>
              <a:rPr lang="en-US" kern="0" dirty="0">
                <a:solidFill>
                  <a:srgbClr val="000000"/>
                </a:solidFill>
              </a:rPr>
              <a:t>models for collaboration </a:t>
            </a:r>
            <a:br>
              <a:rPr lang="en-US" kern="0" dirty="0">
                <a:solidFill>
                  <a:srgbClr val="000000"/>
                </a:solidFill>
              </a:rPr>
            </a:br>
            <a:r>
              <a:rPr lang="en-US" kern="0" dirty="0">
                <a:solidFill>
                  <a:srgbClr val="000000"/>
                </a:solidFill>
              </a:rPr>
              <a:t>and customer focus</a:t>
            </a:r>
          </a:p>
          <a:p>
            <a:endParaRPr lang="en-US" kern="0" dirty="0"/>
          </a:p>
        </p:txBody>
      </p:sp>
      <p:sp>
        <p:nvSpPr>
          <p:cNvPr id="8" name="Footer Placeholder 7">
            <a:extLst>
              <a:ext uri="{FF2B5EF4-FFF2-40B4-BE49-F238E27FC236}">
                <a16:creationId xmlns:a16="http://schemas.microsoft.com/office/drawing/2014/main" id="{8699B028-C63A-E86C-542E-0D7EC7BD6D8E}"/>
              </a:ext>
            </a:extLst>
          </p:cNvPr>
          <p:cNvSpPr>
            <a:spLocks noGrp="1"/>
          </p:cNvSpPr>
          <p:nvPr>
            <p:ph type="ftr" sz="quarter" idx="15"/>
          </p:nvPr>
        </p:nvSpPr>
        <p:spPr>
          <a:xfrm>
            <a:off x="568324" y="12804235"/>
            <a:ext cx="4956176" cy="381000"/>
          </a:xfrm>
          <a:prstGeom prst="rect">
            <a:avLst/>
          </a:prstGeom>
        </p:spPr>
        <p:txBody>
          <a:bodyPr vert="horz" lIns="0" tIns="0" rIns="0" bIns="0" rtlCol="0" anchor="b"/>
          <a:lstStyle>
            <a:defPPr>
              <a:defRPr lang="en-US"/>
            </a:defPPr>
            <a:lvl1pPr marL="0" algn="l" defTabSz="1829379" rtl="0" eaLnBrk="1" latinLnBrk="0" hangingPunct="1">
              <a:defRPr sz="1600" b="0" i="0" kern="1200">
                <a:solidFill>
                  <a:schemeClr val="tx1"/>
                </a:solidFill>
                <a:latin typeface="IBM Plex Sans" panose="020B0503050203000203" pitchFamily="34" charset="0"/>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r>
              <a:rPr lang="en-US" dirty="0">
                <a:solidFill>
                  <a:srgbClr val="000000"/>
                </a:solidFill>
                <a:effectLst/>
                <a:latin typeface="IBM Plex Sans" panose="020B0503050203000203" pitchFamily="34" charset="0"/>
              </a:rPr>
              <a:t>Footer</a:t>
            </a:r>
          </a:p>
        </p:txBody>
      </p:sp>
      <p:cxnSp>
        <p:nvCxnSpPr>
          <p:cNvPr id="9" name="Straight Connector 8" descr="Vertical column divider">
            <a:extLst>
              <a:ext uri="{FF2B5EF4-FFF2-40B4-BE49-F238E27FC236}">
                <a16:creationId xmlns:a16="http://schemas.microsoft.com/office/drawing/2014/main" id="{B5E03884-CAEB-8DC9-5E6E-8C112C50FB88}"/>
              </a:ext>
            </a:extLst>
          </p:cNvPr>
          <p:cNvCxnSpPr>
            <a:cxnSpLocks/>
          </p:cNvCxnSpPr>
          <p:nvPr/>
        </p:nvCxnSpPr>
        <p:spPr bwMode="auto">
          <a:xfrm>
            <a:off x="12192127" y="570103"/>
            <a:ext cx="0" cy="1162507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4" name="Straight Connector 13" descr="Vertical column divider">
            <a:extLst>
              <a:ext uri="{FF2B5EF4-FFF2-40B4-BE49-F238E27FC236}">
                <a16:creationId xmlns:a16="http://schemas.microsoft.com/office/drawing/2014/main" id="{88498572-B2C0-385D-B99D-6BA24C1CA702}"/>
              </a:ext>
            </a:extLst>
          </p:cNvPr>
          <p:cNvCxnSpPr>
            <a:cxnSpLocks/>
          </p:cNvCxnSpPr>
          <p:nvPr/>
        </p:nvCxnSpPr>
        <p:spPr bwMode="auto">
          <a:xfrm>
            <a:off x="18288000" y="570103"/>
            <a:ext cx="0" cy="1162208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5" name="Slide Number Placeholder 14">
            <a:extLst>
              <a:ext uri="{FF2B5EF4-FFF2-40B4-BE49-F238E27FC236}">
                <a16:creationId xmlns:a16="http://schemas.microsoft.com/office/drawing/2014/main" id="{41759EDC-C7AE-B432-3CF2-184302C33176}"/>
              </a:ext>
            </a:extLst>
          </p:cNvPr>
          <p:cNvSpPr>
            <a:spLocks noGrp="1"/>
          </p:cNvSpPr>
          <p:nvPr>
            <p:ph type="sldNum" sz="quarter" idx="4"/>
          </p:nvPr>
        </p:nvSpPr>
        <p:spPr/>
        <p:txBody>
          <a:bodyPr/>
          <a:lstStyle/>
          <a:p>
            <a:fld id="{86CB4B4D-7CA3-9044-876B-883B54F8677D}" type="slidenum">
              <a:rPr lang="en-US" smtClean="0"/>
              <a:pPr/>
              <a:t>71</a:t>
            </a:fld>
            <a:endParaRPr lang="en-US" dirty="0"/>
          </a:p>
        </p:txBody>
      </p:sp>
    </p:spTree>
    <p:extLst>
      <p:ext uri="{BB962C8B-B14F-4D97-AF65-F5344CB8AC3E}">
        <p14:creationId xmlns:p14="http://schemas.microsoft.com/office/powerpoint/2010/main" val="1057510748"/>
      </p:ext>
    </p:extLst>
  </p:cSld>
  <p:clrMapOvr>
    <a:masterClrMapping/>
  </p:clrMapOvr>
  <p:transition spd="med"/>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Rectangle 34" descr="Vertical half slide background in blue 10">
            <a:extLst>
              <a:ext uri="{FF2B5EF4-FFF2-40B4-BE49-F238E27FC236}">
                <a16:creationId xmlns:a16="http://schemas.microsoft.com/office/drawing/2014/main" id="{11FD3617-BEFB-8B91-4D19-0D1C79EA84C0}"/>
              </a:ext>
            </a:extLst>
          </p:cNvPr>
          <p:cNvSpPr/>
          <p:nvPr/>
        </p:nvSpPr>
        <p:spPr bwMode="auto">
          <a:xfrm>
            <a:off x="0" y="0"/>
            <a:ext cx="12192000" cy="13716000"/>
          </a:xfrm>
          <a:prstGeom prst="rect">
            <a:avLst/>
          </a:prstGeom>
          <a:solidFill>
            <a:srgbClr val="E5F6FF"/>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dirty="0">
              <a:ln>
                <a:noFill/>
              </a:ln>
              <a:solidFill>
                <a:schemeClr val="bg1"/>
              </a:solidFill>
              <a:effectLst/>
              <a:latin typeface="+mn-lt"/>
            </a:endParaRPr>
          </a:p>
        </p:txBody>
      </p:sp>
      <p:sp>
        <p:nvSpPr>
          <p:cNvPr id="17" name="Title 1">
            <a:extLst>
              <a:ext uri="{FF2B5EF4-FFF2-40B4-BE49-F238E27FC236}">
                <a16:creationId xmlns:a16="http://schemas.microsoft.com/office/drawing/2014/main" id="{BC868DDF-5485-1D91-5B0A-9B58C47D5A52}"/>
              </a:ext>
            </a:extLst>
          </p:cNvPr>
          <p:cNvSpPr txBox="1">
            <a:spLocks/>
          </p:cNvSpPr>
          <p:nvPr/>
        </p:nvSpPr>
        <p:spPr>
          <a:xfrm>
            <a:off x="574675" y="576072"/>
            <a:ext cx="7718425" cy="165461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lvl1pPr marL="0" marR="0" indent="0" algn="l" defTabSz="2438400" rtl="0" latinLnBrk="0">
              <a:lnSpc>
                <a:spcPct val="110000"/>
              </a:lnSpc>
              <a:spcBef>
                <a:spcPts val="0"/>
              </a:spcBef>
              <a:spcAft>
                <a:spcPts val="0"/>
              </a:spcAft>
              <a:buClrTx/>
              <a:buSzTx/>
              <a:buFontTx/>
              <a:buNone/>
              <a:tabLst/>
              <a:defRPr sz="3600" b="0" i="0" u="none" strike="noStrike" cap="none" spc="0" baseline="0">
                <a:solidFill>
                  <a:schemeClr val="tx1"/>
                </a:solidFill>
                <a:uFillTx/>
                <a:latin typeface="+mj-lt"/>
                <a:ea typeface="+mj-ea"/>
                <a:cs typeface="+mj-cs"/>
                <a:sym typeface="IBM Plex Sans Light"/>
              </a:defRPr>
            </a:lvl1pPr>
            <a:lvl2pPr marL="0" marR="0" indent="0"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2pPr>
            <a:lvl3pPr marL="0" marR="0" indent="0"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3pPr>
            <a:lvl4pPr marL="0" marR="0" indent="0"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4pPr>
            <a:lvl5pPr marL="0" marR="0" indent="0"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5pPr>
            <a:lvl6pPr marL="0" marR="0" indent="362568"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6pPr>
            <a:lvl7pPr marL="0" marR="0" indent="725139"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7pPr>
            <a:lvl8pPr marL="0" marR="0" indent="1087706"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8pPr>
            <a:lvl9pPr marL="0" marR="0" indent="1450276"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9pPr>
          </a:lstStyle>
          <a:p>
            <a:r>
              <a:rPr lang="en-US" sz="4400" dirty="0">
                <a:solidFill>
                  <a:srgbClr val="000000"/>
                </a:solidFill>
                <a:effectLst/>
              </a:rPr>
              <a:t>Intelligent sales drive ROI </a:t>
            </a:r>
            <a:br>
              <a:rPr lang="en-US" sz="4400" dirty="0">
                <a:solidFill>
                  <a:srgbClr val="000000"/>
                </a:solidFill>
                <a:effectLst/>
              </a:rPr>
            </a:br>
            <a:r>
              <a:rPr lang="en-US" sz="4400" dirty="0">
                <a:solidFill>
                  <a:srgbClr val="000000"/>
                </a:solidFill>
                <a:effectLst/>
              </a:rPr>
              <a:t>and sustainable growth</a:t>
            </a:r>
            <a:endParaRPr lang="en-US" sz="4400" kern="0" dirty="0">
              <a:solidFill>
                <a:srgbClr val="0F45FD"/>
              </a:solidFill>
            </a:endParaRPr>
          </a:p>
        </p:txBody>
      </p:sp>
      <p:pic>
        <p:nvPicPr>
          <p:cNvPr id="31" name="Picture 30" descr="Photo showing woman standing and talking to people seated at conference table">
            <a:extLst>
              <a:ext uri="{FF2B5EF4-FFF2-40B4-BE49-F238E27FC236}">
                <a16:creationId xmlns:a16="http://schemas.microsoft.com/office/drawing/2014/main" id="{50E0BD1F-2F1E-09F0-21A1-A46BE6781DB6}"/>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568324" y="5337175"/>
            <a:ext cx="8945546" cy="6858000"/>
          </a:xfrm>
          <a:prstGeom prst="rect">
            <a:avLst/>
          </a:prstGeom>
        </p:spPr>
      </p:pic>
      <p:sp>
        <p:nvSpPr>
          <p:cNvPr id="14" name="Text Placeholder 7">
            <a:extLst>
              <a:ext uri="{FF2B5EF4-FFF2-40B4-BE49-F238E27FC236}">
                <a16:creationId xmlns:a16="http://schemas.microsoft.com/office/drawing/2014/main" id="{EBCAFFD5-0AF7-060F-ABB6-238190FFC184}"/>
              </a:ext>
            </a:extLst>
          </p:cNvPr>
          <p:cNvSpPr>
            <a:spLocks noGrp="1"/>
          </p:cNvSpPr>
          <p:nvPr>
            <p:ph type="body" sz="quarter" idx="16"/>
          </p:nvPr>
        </p:nvSpPr>
        <p:spPr>
          <a:xfrm>
            <a:off x="12768263" y="384048"/>
            <a:ext cx="4949825" cy="1906588"/>
          </a:xfrm>
        </p:spPr>
        <p:txBody>
          <a:bodyPr/>
          <a:lstStyle/>
          <a:p>
            <a:r>
              <a:rPr lang="en-US" sz="13000" dirty="0">
                <a:solidFill>
                  <a:schemeClr val="accent1"/>
                </a:solidFill>
              </a:rPr>
              <a:t>22%</a:t>
            </a:r>
          </a:p>
        </p:txBody>
      </p:sp>
      <p:sp>
        <p:nvSpPr>
          <p:cNvPr id="28" name="Text Placeholder 5">
            <a:extLst>
              <a:ext uri="{FF2B5EF4-FFF2-40B4-BE49-F238E27FC236}">
                <a16:creationId xmlns:a16="http://schemas.microsoft.com/office/drawing/2014/main" id="{17EF8493-8A7A-C53D-E0EA-269DBC41739A}"/>
              </a:ext>
            </a:extLst>
          </p:cNvPr>
          <p:cNvSpPr txBox="1">
            <a:spLocks/>
          </p:cNvSpPr>
          <p:nvPr/>
        </p:nvSpPr>
        <p:spPr>
          <a:xfrm>
            <a:off x="12763500" y="2478087"/>
            <a:ext cx="4953000" cy="361790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lvl1pPr marL="0" marR="0" indent="0" algn="l" defTabSz="2438400" rtl="0" latinLnBrk="0">
              <a:lnSpc>
                <a:spcPct val="110000"/>
              </a:lnSpc>
              <a:spcBef>
                <a:spcPts val="2900"/>
              </a:spcBef>
              <a:spcAft>
                <a:spcPts val="0"/>
              </a:spcAft>
              <a:buClrTx/>
              <a:buSzTx/>
              <a:buFontTx/>
              <a:buNone/>
              <a:tabLst/>
              <a:defRPr sz="3600" b="0" i="0" u="none" strike="noStrike" cap="none" spc="0" baseline="0">
                <a:solidFill>
                  <a:srgbClr val="000000"/>
                </a:solidFill>
                <a:uFillTx/>
                <a:latin typeface="+mj-lt"/>
                <a:ea typeface="+mj-ea"/>
                <a:cs typeface="+mj-cs"/>
                <a:sym typeface="IBM Plex Sans Light"/>
              </a:defRPr>
            </a:lvl1pPr>
            <a:lvl2pPr marL="444465" marR="0" indent="-446749" algn="l" defTabSz="2438400" rtl="0" latinLnBrk="0">
              <a:lnSpc>
                <a:spcPct val="11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2pPr>
            <a:lvl3pPr marL="615918" marR="0" indent="-446749" algn="l" defTabSz="2438400" rtl="0" latinLnBrk="0">
              <a:lnSpc>
                <a:spcPct val="11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3pPr>
            <a:lvl4pPr marL="901671" marR="0" indent="-446749" algn="l" defTabSz="2438400" rtl="0" latinLnBrk="0">
              <a:lnSpc>
                <a:spcPct val="11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4pPr>
            <a:lvl5pPr marL="1076298" marR="0" indent="-446749" algn="l" defTabSz="2438400" rtl="0" latinLnBrk="0">
              <a:lnSpc>
                <a:spcPct val="11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5pPr>
            <a:lvl6pPr marL="1843060"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r>
              <a:rPr lang="en-US" kern="0" dirty="0"/>
              <a:t>increase in Net Promoter Score</a:t>
            </a:r>
          </a:p>
        </p:txBody>
      </p:sp>
      <p:cxnSp>
        <p:nvCxnSpPr>
          <p:cNvPr id="12" name="Straight Connector 11" descr="Vertical column divider line">
            <a:extLst>
              <a:ext uri="{FF2B5EF4-FFF2-40B4-BE49-F238E27FC236}">
                <a16:creationId xmlns:a16="http://schemas.microsoft.com/office/drawing/2014/main" id="{64F68DF2-0445-D221-52E0-2D45AC03BB2A}"/>
              </a:ext>
            </a:extLst>
          </p:cNvPr>
          <p:cNvCxnSpPr>
            <a:cxnSpLocks/>
          </p:cNvCxnSpPr>
          <p:nvPr/>
        </p:nvCxnSpPr>
        <p:spPr bwMode="auto">
          <a:xfrm>
            <a:off x="18286413" y="569913"/>
            <a:ext cx="0" cy="552608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8" name="Text Placeholder 7">
            <a:extLst>
              <a:ext uri="{FF2B5EF4-FFF2-40B4-BE49-F238E27FC236}">
                <a16:creationId xmlns:a16="http://schemas.microsoft.com/office/drawing/2014/main" id="{30DB5C6D-DC44-2129-3859-33C6DE31228C}"/>
              </a:ext>
            </a:extLst>
          </p:cNvPr>
          <p:cNvSpPr txBox="1">
            <a:spLocks/>
          </p:cNvSpPr>
          <p:nvPr/>
        </p:nvSpPr>
        <p:spPr>
          <a:xfrm>
            <a:off x="18859347" y="384048"/>
            <a:ext cx="4949825" cy="190658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lvl1pPr marL="0" marR="0" indent="0" algn="l" defTabSz="2438400" rtl="0" eaLnBrk="1" latinLnBrk="0" hangingPunct="1">
              <a:lnSpc>
                <a:spcPct val="110000"/>
              </a:lnSpc>
              <a:spcBef>
                <a:spcPts val="0"/>
              </a:spcBef>
              <a:spcAft>
                <a:spcPts val="0"/>
              </a:spcAft>
              <a:buClrTx/>
              <a:buSzTx/>
              <a:buFontTx/>
              <a:buNone/>
              <a:tabLst/>
              <a:defRPr sz="2800" b="0" i="0" u="none" strike="noStrike" cap="none" spc="0" baseline="0">
                <a:solidFill>
                  <a:schemeClr val="tx1"/>
                </a:solidFill>
                <a:uFillTx/>
                <a:latin typeface="IBM Plex Sans Light" panose="020B0403050203000203" pitchFamily="34" charset="0"/>
                <a:ea typeface="+mj-ea"/>
                <a:cs typeface="+mj-cs"/>
                <a:sym typeface="IBM Plex Sans Light"/>
              </a:defRPr>
            </a:lvl1pPr>
            <a:lvl2pPr marL="256032" marR="0" indent="-256032" algn="l" defTabSz="2438400" rtl="0" eaLnBrk="1" latinLnBrk="0" hangingPunct="1">
              <a:lnSpc>
                <a:spcPct val="110000"/>
              </a:lnSpc>
              <a:spcBef>
                <a:spcPts val="0"/>
              </a:spcBef>
              <a:spcAft>
                <a:spcPts val="0"/>
              </a:spcAft>
              <a:buClrTx/>
              <a:buSzPct val="100000"/>
              <a:buFontTx/>
              <a:buChar char="–"/>
              <a:tabLst/>
              <a:defRPr sz="2800" b="0" i="0" u="none" strike="noStrike" cap="none" spc="0" baseline="0">
                <a:solidFill>
                  <a:schemeClr val="tx1"/>
                </a:solidFill>
                <a:uFillTx/>
                <a:latin typeface="IBM Plex Sans Light" panose="020B0403050203000203" pitchFamily="34" charset="0"/>
                <a:ea typeface="+mj-ea"/>
                <a:cs typeface="+mj-cs"/>
                <a:sym typeface="IBM Plex Sans Light"/>
              </a:defRPr>
            </a:lvl2pPr>
            <a:lvl3pPr marL="512064" marR="0" indent="-256032" algn="l" defTabSz="2438400" rtl="0" eaLnBrk="1" latinLnBrk="0" hangingPunct="1">
              <a:lnSpc>
                <a:spcPct val="110000"/>
              </a:lnSpc>
              <a:spcBef>
                <a:spcPts val="0"/>
              </a:spcBef>
              <a:spcAft>
                <a:spcPts val="0"/>
              </a:spcAft>
              <a:buClrTx/>
              <a:buSzPct val="100000"/>
              <a:buFontTx/>
              <a:buChar char="•"/>
              <a:tabLst/>
              <a:defRPr sz="2800" b="0" i="0" u="none" strike="noStrike" cap="none" spc="0" baseline="0">
                <a:solidFill>
                  <a:schemeClr val="tx1"/>
                </a:solidFill>
                <a:uFillTx/>
                <a:latin typeface="IBM Plex Sans Light" panose="020B0403050203000203" pitchFamily="34" charset="0"/>
                <a:ea typeface="+mj-ea"/>
                <a:cs typeface="+mj-cs"/>
                <a:sym typeface="IBM Plex Sans Light"/>
              </a:defRPr>
            </a:lvl3pPr>
            <a:lvl4pPr marL="768096" marR="0" indent="-256032" algn="l" defTabSz="2438400" rtl="0" eaLnBrk="1" latinLnBrk="0" hangingPunct="1">
              <a:lnSpc>
                <a:spcPct val="110000"/>
              </a:lnSpc>
              <a:spcBef>
                <a:spcPts val="0"/>
              </a:spcBef>
              <a:spcAft>
                <a:spcPts val="0"/>
              </a:spcAft>
              <a:buClrTx/>
              <a:buSzPct val="100000"/>
              <a:buFontTx/>
              <a:buChar char="–"/>
              <a:tabLst/>
              <a:defRPr sz="2800" b="0" i="0" u="none" strike="noStrike" cap="none" spc="0" baseline="0">
                <a:solidFill>
                  <a:schemeClr val="tx1"/>
                </a:solidFill>
                <a:uFillTx/>
                <a:latin typeface="IBM Plex Sans Light" panose="020B0403050203000203" pitchFamily="34" charset="0"/>
                <a:ea typeface="+mj-ea"/>
                <a:cs typeface="+mj-cs"/>
                <a:sym typeface="IBM Plex Sans Light"/>
              </a:defRPr>
            </a:lvl4pPr>
            <a:lvl5pPr marL="1143000" marR="0" indent="-457200" algn="l" defTabSz="2438400" rtl="0" eaLnBrk="1" latinLnBrk="0" hangingPunct="1">
              <a:lnSpc>
                <a:spcPct val="110000"/>
              </a:lnSpc>
              <a:spcBef>
                <a:spcPts val="0"/>
              </a:spcBef>
              <a:spcAft>
                <a:spcPts val="0"/>
              </a:spcAft>
              <a:buClrTx/>
              <a:buSzPct val="100000"/>
              <a:buFont typeface="IBM Plex Sans" panose="020B0604020202020204" pitchFamily="34" charset="0"/>
              <a:buChar char="•"/>
              <a:tabLst/>
              <a:defRPr sz="2800" b="0" i="0" u="none" strike="noStrike" cap="none" spc="0" baseline="0">
                <a:solidFill>
                  <a:schemeClr val="tx1"/>
                </a:solidFill>
                <a:uFillTx/>
                <a:latin typeface="IBM Plex Sans Light" panose="020B0403050203000203" pitchFamily="34" charset="0"/>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r>
              <a:rPr lang="en-US" sz="13000" kern="0" dirty="0">
                <a:solidFill>
                  <a:schemeClr val="accent1"/>
                </a:solidFill>
              </a:rPr>
              <a:t>30%</a:t>
            </a:r>
          </a:p>
        </p:txBody>
      </p:sp>
      <p:sp>
        <p:nvSpPr>
          <p:cNvPr id="30" name="Text Placeholder 6">
            <a:extLst>
              <a:ext uri="{FF2B5EF4-FFF2-40B4-BE49-F238E27FC236}">
                <a16:creationId xmlns:a16="http://schemas.microsoft.com/office/drawing/2014/main" id="{B6D22E2B-5A8F-23F6-DCE8-66DC08D2BC56}"/>
              </a:ext>
            </a:extLst>
          </p:cNvPr>
          <p:cNvSpPr txBox="1">
            <a:spLocks/>
          </p:cNvSpPr>
          <p:nvPr/>
        </p:nvSpPr>
        <p:spPr>
          <a:xfrm>
            <a:off x="18898529" y="2476500"/>
            <a:ext cx="4953000" cy="361789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lvl1pPr marL="0" marR="0" indent="0" algn="l" defTabSz="2438400" rtl="0" latinLnBrk="0">
              <a:lnSpc>
                <a:spcPct val="110000"/>
              </a:lnSpc>
              <a:spcBef>
                <a:spcPts val="2900"/>
              </a:spcBef>
              <a:spcAft>
                <a:spcPts val="0"/>
              </a:spcAft>
              <a:buClrTx/>
              <a:buSzTx/>
              <a:buFontTx/>
              <a:buNone/>
              <a:tabLst/>
              <a:defRPr sz="3600" b="0" i="0" u="none" strike="noStrike" cap="none" spc="0" baseline="0">
                <a:solidFill>
                  <a:srgbClr val="000000"/>
                </a:solidFill>
                <a:uFillTx/>
                <a:latin typeface="+mj-lt"/>
                <a:ea typeface="+mj-ea"/>
                <a:cs typeface="+mj-cs"/>
                <a:sym typeface="IBM Plex Sans Light"/>
              </a:defRPr>
            </a:lvl1pPr>
            <a:lvl2pPr marL="444465" marR="0" indent="-446749" algn="l" defTabSz="2438400" rtl="0" latinLnBrk="0">
              <a:lnSpc>
                <a:spcPct val="11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2pPr>
            <a:lvl3pPr marL="615918" marR="0" indent="-446749" algn="l" defTabSz="2438400" rtl="0" latinLnBrk="0">
              <a:lnSpc>
                <a:spcPct val="11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3pPr>
            <a:lvl4pPr marL="901671" marR="0" indent="-446749" algn="l" defTabSz="2438400" rtl="0" latinLnBrk="0">
              <a:lnSpc>
                <a:spcPct val="11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4pPr>
            <a:lvl5pPr marL="1076298" marR="0" indent="-446749" algn="l" defTabSz="2438400" rtl="0" latinLnBrk="0">
              <a:lnSpc>
                <a:spcPct val="11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5pPr>
            <a:lvl6pPr marL="1843060"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r>
              <a:rPr lang="en-US" kern="0" dirty="0"/>
              <a:t>increase in sales </a:t>
            </a:r>
            <a:br>
              <a:rPr lang="en-US" kern="0" dirty="0"/>
            </a:br>
            <a:r>
              <a:rPr lang="en-US" kern="0" dirty="0"/>
              <a:t>with increased average transaction values</a:t>
            </a:r>
          </a:p>
        </p:txBody>
      </p:sp>
      <p:cxnSp>
        <p:nvCxnSpPr>
          <p:cNvPr id="10" name="Straight Connector 9" descr="Horizontal row divider line">
            <a:extLst>
              <a:ext uri="{FF2B5EF4-FFF2-40B4-BE49-F238E27FC236}">
                <a16:creationId xmlns:a16="http://schemas.microsoft.com/office/drawing/2014/main" id="{1726E15D-8A4D-A0F0-7BE7-24B3C22A916F}"/>
              </a:ext>
            </a:extLst>
          </p:cNvPr>
          <p:cNvCxnSpPr>
            <a:cxnSpLocks/>
          </p:cNvCxnSpPr>
          <p:nvPr/>
        </p:nvCxnSpPr>
        <p:spPr bwMode="auto">
          <a:xfrm>
            <a:off x="12763500" y="6096000"/>
            <a:ext cx="11050524"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5" name="Text Placeholder 3">
            <a:extLst>
              <a:ext uri="{FF2B5EF4-FFF2-40B4-BE49-F238E27FC236}">
                <a16:creationId xmlns:a16="http://schemas.microsoft.com/office/drawing/2014/main" id="{2CCEAABA-BD04-6882-F25D-E3D980324D39}"/>
              </a:ext>
            </a:extLst>
          </p:cNvPr>
          <p:cNvSpPr txBox="1">
            <a:spLocks/>
          </p:cNvSpPr>
          <p:nvPr/>
        </p:nvSpPr>
        <p:spPr>
          <a:xfrm>
            <a:off x="12786654" y="6665902"/>
            <a:ext cx="8549346" cy="533559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lvl1pPr marL="0" marR="0" indent="0" algn="l" defTabSz="2438400" rtl="0" latinLnBrk="0">
              <a:lnSpc>
                <a:spcPct val="110000"/>
              </a:lnSpc>
              <a:spcBef>
                <a:spcPts val="0"/>
              </a:spcBef>
              <a:spcAft>
                <a:spcPts val="0"/>
              </a:spcAft>
              <a:buClrTx/>
              <a:buSzTx/>
              <a:buFontTx/>
              <a:buNone/>
              <a:tabLst/>
              <a:defRPr sz="2400" b="0" i="0" u="none" strike="noStrike" cap="none" spc="0" baseline="0">
                <a:solidFill>
                  <a:schemeClr val="tx1"/>
                </a:solidFill>
                <a:uFillTx/>
                <a:latin typeface="+mj-lt"/>
                <a:ea typeface="+mj-ea"/>
                <a:cs typeface="+mj-cs"/>
                <a:sym typeface="IBM Plex Sans Light"/>
              </a:defRPr>
            </a:lvl1pPr>
            <a:lvl2pPr marL="444465" marR="0" indent="-446749" algn="l" defTabSz="2438400" rtl="0" latinLnBrk="0">
              <a:lnSpc>
                <a:spcPct val="110000"/>
              </a:lnSpc>
              <a:spcBef>
                <a:spcPts val="0"/>
              </a:spcBef>
              <a:spcAft>
                <a:spcPts val="0"/>
              </a:spcAft>
              <a:buClrTx/>
              <a:buSzPct val="100000"/>
              <a:buFontTx/>
              <a:buChar char="–"/>
              <a:tabLst/>
              <a:defRPr sz="2400" b="0" i="0" u="none" strike="noStrike" cap="none" spc="0" baseline="0">
                <a:solidFill>
                  <a:schemeClr val="tx1"/>
                </a:solidFill>
                <a:uFillTx/>
                <a:latin typeface="+mj-lt"/>
                <a:ea typeface="+mj-ea"/>
                <a:cs typeface="+mj-cs"/>
                <a:sym typeface="IBM Plex Sans Light"/>
              </a:defRPr>
            </a:lvl2pPr>
            <a:lvl3pPr marL="615918" marR="0" indent="-446749" algn="l" defTabSz="2438400" rtl="0" latinLnBrk="0">
              <a:lnSpc>
                <a:spcPct val="110000"/>
              </a:lnSpc>
              <a:spcBef>
                <a:spcPts val="0"/>
              </a:spcBef>
              <a:spcAft>
                <a:spcPts val="0"/>
              </a:spcAft>
              <a:buClrTx/>
              <a:buSzPct val="100000"/>
              <a:buFontTx/>
              <a:buChar char="•"/>
              <a:tabLst/>
              <a:defRPr sz="2400" b="0" i="0" u="none" strike="noStrike" cap="none" spc="0" baseline="0">
                <a:solidFill>
                  <a:schemeClr val="tx1"/>
                </a:solidFill>
                <a:uFillTx/>
                <a:latin typeface="+mj-lt"/>
                <a:ea typeface="+mj-ea"/>
                <a:cs typeface="+mj-cs"/>
                <a:sym typeface="IBM Plex Sans Light"/>
              </a:defRPr>
            </a:lvl3pPr>
            <a:lvl4pPr marL="901671" marR="0" indent="-446749" algn="l" defTabSz="2438400" rtl="0" latinLnBrk="0">
              <a:lnSpc>
                <a:spcPct val="110000"/>
              </a:lnSpc>
              <a:spcBef>
                <a:spcPts val="0"/>
              </a:spcBef>
              <a:spcAft>
                <a:spcPts val="0"/>
              </a:spcAft>
              <a:buClrTx/>
              <a:buSzPct val="100000"/>
              <a:buFontTx/>
              <a:buChar char="–"/>
              <a:tabLst/>
              <a:defRPr sz="2400" b="0" i="0" u="none" strike="noStrike" cap="none" spc="0" baseline="0">
                <a:solidFill>
                  <a:schemeClr val="tx1"/>
                </a:solidFill>
                <a:uFillTx/>
                <a:latin typeface="+mj-lt"/>
                <a:ea typeface="+mj-ea"/>
                <a:cs typeface="+mj-cs"/>
                <a:sym typeface="IBM Plex Sans Light"/>
              </a:defRPr>
            </a:lvl4pPr>
            <a:lvl5pPr marL="1076298" marR="0" indent="-446749" algn="l" defTabSz="2438400" rtl="0" latinLnBrk="0">
              <a:lnSpc>
                <a:spcPct val="110000"/>
              </a:lnSpc>
              <a:spcBef>
                <a:spcPts val="0"/>
              </a:spcBef>
              <a:spcAft>
                <a:spcPts val="0"/>
              </a:spcAft>
              <a:buClrTx/>
              <a:buSzPct val="100000"/>
              <a:buFontTx/>
              <a:buChar char="»"/>
              <a:tabLst/>
              <a:defRPr sz="2400" b="0" i="0" u="none" strike="noStrike" cap="none" spc="0" baseline="0">
                <a:solidFill>
                  <a:schemeClr val="tx1"/>
                </a:solidFill>
                <a:uFillTx/>
                <a:latin typeface="+mj-lt"/>
                <a:ea typeface="+mj-ea"/>
                <a:cs typeface="+mj-cs"/>
                <a:sym typeface="IBM Plex Sans Light"/>
              </a:defRPr>
            </a:lvl5pPr>
            <a:lvl6pPr marL="1843060"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r>
              <a:rPr lang="en-US" sz="2800" dirty="0">
                <a:solidFill>
                  <a:srgbClr val="000000"/>
                </a:solidFill>
                <a:effectLst/>
                <a:latin typeface="+mn-lt"/>
              </a:rPr>
              <a:t>We drive client results with a laser focus on the strategy, activated by best-of-breed, human-centered design, technology and analytics that delivers:</a:t>
            </a:r>
          </a:p>
          <a:p>
            <a:pPr marL="342900" indent="-342900">
              <a:buFont typeface="IBM Plex Sans Light"/>
              <a:buChar char="−"/>
            </a:pPr>
            <a:r>
              <a:rPr lang="en-US" sz="2800" dirty="0">
                <a:solidFill>
                  <a:srgbClr val="000000"/>
                </a:solidFill>
                <a:effectLst/>
                <a:latin typeface="+mn-lt"/>
              </a:rPr>
              <a:t>Improved forecasting, matching the </a:t>
            </a:r>
            <a:r>
              <a:rPr lang="en-US" sz="2800" dirty="0">
                <a:solidFill>
                  <a:schemeClr val="accent1"/>
                </a:solidFill>
                <a:effectLst/>
                <a:latin typeface="+mn-lt"/>
              </a:rPr>
              <a:t>right seller to the right buyer</a:t>
            </a:r>
            <a:r>
              <a:rPr lang="en-US" sz="2800" dirty="0">
                <a:solidFill>
                  <a:srgbClr val="000000"/>
                </a:solidFill>
                <a:effectLst/>
                <a:latin typeface="+mn-lt"/>
              </a:rPr>
              <a:t> at the right time</a:t>
            </a:r>
          </a:p>
          <a:p>
            <a:pPr marL="342900" indent="-342900">
              <a:buFont typeface="IBM Plex Sans Light"/>
              <a:buChar char="−"/>
            </a:pPr>
            <a:r>
              <a:rPr lang="en-US" sz="2800" dirty="0">
                <a:solidFill>
                  <a:srgbClr val="000000"/>
                </a:solidFill>
                <a:effectLst/>
                <a:latin typeface="+mn-lt"/>
              </a:rPr>
              <a:t>Increased engagement between customers and brands </a:t>
            </a:r>
            <a:r>
              <a:rPr lang="en-US" sz="2800" dirty="0">
                <a:solidFill>
                  <a:schemeClr val="accent1"/>
                </a:solidFill>
                <a:effectLst/>
                <a:latin typeface="+mn-lt"/>
              </a:rPr>
              <a:t>across the business lifecycle</a:t>
            </a:r>
          </a:p>
          <a:p>
            <a:pPr marL="342900" indent="-342900">
              <a:buFont typeface="IBM Plex Sans Light"/>
              <a:buChar char="−"/>
            </a:pPr>
            <a:r>
              <a:rPr lang="en-US" sz="2800" dirty="0">
                <a:solidFill>
                  <a:srgbClr val="000000"/>
                </a:solidFill>
                <a:effectLst/>
                <a:latin typeface="+mn-lt"/>
              </a:rPr>
              <a:t>Rapid onboarding of new talent and meaningful collaboration in a </a:t>
            </a:r>
            <a:r>
              <a:rPr lang="en-US" sz="2800" dirty="0">
                <a:solidFill>
                  <a:schemeClr val="accent1"/>
                </a:solidFill>
                <a:effectLst/>
                <a:latin typeface="+mn-lt"/>
              </a:rPr>
              <a:t>remote-first workforce</a:t>
            </a:r>
          </a:p>
          <a:p>
            <a:pPr marL="342900" indent="-342900">
              <a:buFont typeface="IBM Plex Sans Light"/>
              <a:buChar char="−"/>
            </a:pPr>
            <a:r>
              <a:rPr lang="en-US" sz="2800" dirty="0">
                <a:solidFill>
                  <a:srgbClr val="000000"/>
                </a:solidFill>
                <a:effectLst/>
                <a:latin typeface="+mn-lt"/>
              </a:rPr>
              <a:t>Alignment across the business, shifting sales from </a:t>
            </a:r>
            <a:r>
              <a:rPr lang="en-US" sz="2800" dirty="0">
                <a:solidFill>
                  <a:schemeClr val="accent1"/>
                </a:solidFill>
                <a:effectLst/>
                <a:latin typeface="+mn-lt"/>
              </a:rPr>
              <a:t>reactive to proactive </a:t>
            </a:r>
            <a:r>
              <a:rPr lang="en-US" sz="2800" dirty="0">
                <a:solidFill>
                  <a:srgbClr val="000000"/>
                </a:solidFill>
                <a:effectLst/>
                <a:latin typeface="+mn-lt"/>
              </a:rPr>
              <a:t>engagement</a:t>
            </a:r>
          </a:p>
        </p:txBody>
      </p:sp>
      <p:sp>
        <p:nvSpPr>
          <p:cNvPr id="8" name="Footer Placeholder 7">
            <a:extLst>
              <a:ext uri="{FF2B5EF4-FFF2-40B4-BE49-F238E27FC236}">
                <a16:creationId xmlns:a16="http://schemas.microsoft.com/office/drawing/2014/main" id="{8699B028-C63A-E86C-542E-0D7EC7BD6D8E}"/>
              </a:ext>
            </a:extLst>
          </p:cNvPr>
          <p:cNvSpPr>
            <a:spLocks noGrp="1"/>
          </p:cNvSpPr>
          <p:nvPr>
            <p:ph type="ftr" sz="quarter" idx="20"/>
          </p:nvPr>
        </p:nvSpPr>
        <p:spPr>
          <a:xfrm>
            <a:off x="568324" y="12804235"/>
            <a:ext cx="4956176" cy="381000"/>
          </a:xfrm>
          <a:prstGeom prst="rect">
            <a:avLst/>
          </a:prstGeom>
        </p:spPr>
        <p:txBody>
          <a:bodyPr vert="horz" lIns="0" tIns="0" rIns="0" bIns="0" rtlCol="0" anchor="b"/>
          <a:lstStyle>
            <a:defPPr>
              <a:defRPr lang="en-US"/>
            </a:defPPr>
            <a:lvl1pPr marL="0" algn="l" defTabSz="1829379" rtl="0" eaLnBrk="1" latinLnBrk="0" hangingPunct="1">
              <a:defRPr sz="1600" b="0" i="0" kern="1200">
                <a:solidFill>
                  <a:schemeClr val="tx1"/>
                </a:solidFill>
                <a:latin typeface="IBM Plex Sans" panose="020B0503050203000203" pitchFamily="34" charset="0"/>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r>
              <a:rPr lang="en-US" dirty="0">
                <a:solidFill>
                  <a:srgbClr val="000000"/>
                </a:solidFill>
                <a:effectLst/>
                <a:latin typeface="IBM Plex Sans" panose="020B0503050203000203" pitchFamily="34" charset="0"/>
              </a:rPr>
              <a:t>Footer</a:t>
            </a:r>
          </a:p>
        </p:txBody>
      </p:sp>
      <p:sp>
        <p:nvSpPr>
          <p:cNvPr id="6" name="Slide Number Placeholder 5">
            <a:extLst>
              <a:ext uri="{FF2B5EF4-FFF2-40B4-BE49-F238E27FC236}">
                <a16:creationId xmlns:a16="http://schemas.microsoft.com/office/drawing/2014/main" id="{637FA331-6429-F908-B3AE-BD59A8CB9984}"/>
              </a:ext>
            </a:extLst>
          </p:cNvPr>
          <p:cNvSpPr>
            <a:spLocks noGrp="1"/>
          </p:cNvSpPr>
          <p:nvPr>
            <p:ph type="sldNum" sz="quarter" idx="4"/>
          </p:nvPr>
        </p:nvSpPr>
        <p:spPr/>
        <p:txBody>
          <a:bodyPr/>
          <a:lstStyle/>
          <a:p>
            <a:fld id="{86CB4B4D-7CA3-9044-876B-883B54F8677D}" type="slidenum">
              <a:rPr lang="en-US" smtClean="0"/>
              <a:pPr/>
              <a:t>72</a:t>
            </a:fld>
            <a:endParaRPr lang="en-US" dirty="0"/>
          </a:p>
        </p:txBody>
      </p:sp>
    </p:spTree>
    <p:extLst>
      <p:ext uri="{BB962C8B-B14F-4D97-AF65-F5344CB8AC3E}">
        <p14:creationId xmlns:p14="http://schemas.microsoft.com/office/powerpoint/2010/main" val="540170114"/>
      </p:ext>
    </p:extLst>
  </p:cSld>
  <p:clrMapOvr>
    <a:masterClrMapping/>
  </p:clrMapOvr>
  <p:transition spd="med"/>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Text Placeholder 36">
            <a:extLst>
              <a:ext uri="{FF2B5EF4-FFF2-40B4-BE49-F238E27FC236}">
                <a16:creationId xmlns:a16="http://schemas.microsoft.com/office/drawing/2014/main" id="{914DEA67-E208-B816-9E0B-22F8C3FB9924}"/>
              </a:ext>
            </a:extLst>
          </p:cNvPr>
          <p:cNvSpPr>
            <a:spLocks noGrp="1"/>
          </p:cNvSpPr>
          <p:nvPr>
            <p:ph type="body" sz="quarter" idx="21"/>
          </p:nvPr>
        </p:nvSpPr>
        <p:spPr/>
        <p:txBody>
          <a:bodyPr/>
          <a:lstStyle/>
          <a:p>
            <a:r>
              <a:rPr lang="en-US" sz="2800" dirty="0">
                <a:solidFill>
                  <a:schemeClr val="accent1"/>
                </a:solidFill>
                <a:effectLst/>
              </a:rPr>
              <a:t>Our own transformation</a:t>
            </a:r>
          </a:p>
        </p:txBody>
      </p:sp>
      <p:sp>
        <p:nvSpPr>
          <p:cNvPr id="2" name="Title 1">
            <a:extLst>
              <a:ext uri="{FF2B5EF4-FFF2-40B4-BE49-F238E27FC236}">
                <a16:creationId xmlns:a16="http://schemas.microsoft.com/office/drawing/2014/main" id="{3AA5A86E-DBFD-4474-4374-028564DCE206}"/>
              </a:ext>
            </a:extLst>
          </p:cNvPr>
          <p:cNvSpPr>
            <a:spLocks noGrp="1"/>
          </p:cNvSpPr>
          <p:nvPr>
            <p:ph type="title"/>
          </p:nvPr>
        </p:nvSpPr>
        <p:spPr>
          <a:xfrm>
            <a:off x="576072" y="1527048"/>
            <a:ext cx="5715000" cy="2276856"/>
          </a:xfrm>
        </p:spPr>
        <p:txBody>
          <a:bodyPr/>
          <a:lstStyle/>
          <a:p>
            <a:r>
              <a:rPr lang="en-US" sz="6400" dirty="0"/>
              <a:t>IBM</a:t>
            </a:r>
          </a:p>
        </p:txBody>
      </p:sp>
      <p:pic>
        <p:nvPicPr>
          <p:cNvPr id="13" name="Picture 12" descr="UI icon showing 3 open circles and 2 horizontal lines in blue 60">
            <a:extLst>
              <a:ext uri="{FF2B5EF4-FFF2-40B4-BE49-F238E27FC236}">
                <a16:creationId xmlns:a16="http://schemas.microsoft.com/office/drawing/2014/main" id="{DDCBE875-0E36-8776-03A8-DE3039D27616}"/>
              </a:ext>
            </a:extLst>
          </p:cNvPr>
          <p:cNvPicPr>
            <a:picLocks noChangeAspect="1"/>
          </p:cNvPicPr>
          <p:nvPr/>
        </p:nvPicPr>
        <p:blipFill>
          <a:blip r:embed="rId2"/>
          <a:stretch>
            <a:fillRect/>
          </a:stretch>
        </p:blipFill>
        <p:spPr>
          <a:xfrm>
            <a:off x="568325" y="4477850"/>
            <a:ext cx="419100" cy="419100"/>
          </a:xfrm>
          <a:prstGeom prst="rect">
            <a:avLst/>
          </a:prstGeom>
        </p:spPr>
      </p:pic>
      <p:pic>
        <p:nvPicPr>
          <p:cNvPr id="14" name="Picture 13" descr="UI icon showing 2 outlined squares and 2 outlined diamonds with lines linking them to middle outlined circle in blue 60">
            <a:extLst>
              <a:ext uri="{FF2B5EF4-FFF2-40B4-BE49-F238E27FC236}">
                <a16:creationId xmlns:a16="http://schemas.microsoft.com/office/drawing/2014/main" id="{E8572198-AB51-5B4C-CAFE-6A4B5021CB25}"/>
              </a:ext>
            </a:extLst>
          </p:cNvPr>
          <p:cNvPicPr>
            <a:picLocks noChangeAspect="1"/>
          </p:cNvPicPr>
          <p:nvPr/>
        </p:nvPicPr>
        <p:blipFill>
          <a:blip r:embed="rId3"/>
          <a:stretch>
            <a:fillRect/>
          </a:stretch>
        </p:blipFill>
        <p:spPr>
          <a:xfrm>
            <a:off x="1333500" y="4458800"/>
            <a:ext cx="419100" cy="419100"/>
          </a:xfrm>
          <a:prstGeom prst="rect">
            <a:avLst/>
          </a:prstGeom>
        </p:spPr>
      </p:pic>
      <p:pic>
        <p:nvPicPr>
          <p:cNvPr id="15" name="Picture 14" descr="UI icon showing 2 outlined circles connected to horizontal line and 2 solid circles connected to vertical line that intersects the horizontal line in blue 60">
            <a:extLst>
              <a:ext uri="{FF2B5EF4-FFF2-40B4-BE49-F238E27FC236}">
                <a16:creationId xmlns:a16="http://schemas.microsoft.com/office/drawing/2014/main" id="{A3F9EF9E-60F5-896D-5B3E-A75DA9FC7C9D}"/>
              </a:ext>
            </a:extLst>
          </p:cNvPr>
          <p:cNvPicPr>
            <a:picLocks noChangeAspect="1"/>
          </p:cNvPicPr>
          <p:nvPr/>
        </p:nvPicPr>
        <p:blipFill>
          <a:blip r:embed="rId4"/>
          <a:stretch>
            <a:fillRect/>
          </a:stretch>
        </p:blipFill>
        <p:spPr>
          <a:xfrm>
            <a:off x="2095500" y="4477850"/>
            <a:ext cx="419100" cy="419100"/>
          </a:xfrm>
          <a:prstGeom prst="rect">
            <a:avLst/>
          </a:prstGeom>
        </p:spPr>
      </p:pic>
      <p:pic>
        <p:nvPicPr>
          <p:cNvPr id="7" name="Picture 6" descr="Illustration showing the &quot;think&quot; letters backlit with gradients of blue and magenta and surrounded by various colored shapes">
            <a:extLst>
              <a:ext uri="{FF2B5EF4-FFF2-40B4-BE49-F238E27FC236}">
                <a16:creationId xmlns:a16="http://schemas.microsoft.com/office/drawing/2014/main" id="{FDDAA9B8-A13E-3946-A775-58356CA7E326}"/>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569984" y="5337180"/>
            <a:ext cx="9145365" cy="6857995"/>
          </a:xfrm>
          <a:prstGeom prst="rect">
            <a:avLst/>
          </a:prstGeom>
        </p:spPr>
      </p:pic>
      <p:sp>
        <p:nvSpPr>
          <p:cNvPr id="3" name="Text Placeholder 2">
            <a:extLst>
              <a:ext uri="{FF2B5EF4-FFF2-40B4-BE49-F238E27FC236}">
                <a16:creationId xmlns:a16="http://schemas.microsoft.com/office/drawing/2014/main" id="{BC1C2404-94BB-C260-075D-3ADE0B6CD1E1}"/>
              </a:ext>
            </a:extLst>
          </p:cNvPr>
          <p:cNvSpPr>
            <a:spLocks noGrp="1"/>
          </p:cNvSpPr>
          <p:nvPr>
            <p:ph type="body" sz="quarter" idx="16"/>
          </p:nvPr>
        </p:nvSpPr>
        <p:spPr/>
        <p:txBody>
          <a:bodyPr/>
          <a:lstStyle/>
          <a:p>
            <a:r>
              <a:rPr lang="en-US" dirty="0">
                <a:solidFill>
                  <a:srgbClr val="000000"/>
                </a:solidFill>
                <a:effectLst/>
                <a:latin typeface="+mj-lt"/>
              </a:rPr>
              <a:t>Focusing on customer-centricity, a data-and-analytics-driven management and operational system was set up to build a management system around marketing investment efficiency to ensure marketers are making data-driven decisions and to earn business trust and credibility.</a:t>
            </a:r>
          </a:p>
        </p:txBody>
      </p:sp>
      <p:sp>
        <p:nvSpPr>
          <p:cNvPr id="4" name="Text Placeholder 3">
            <a:extLst>
              <a:ext uri="{FF2B5EF4-FFF2-40B4-BE49-F238E27FC236}">
                <a16:creationId xmlns:a16="http://schemas.microsoft.com/office/drawing/2014/main" id="{0968477C-F9B7-38D8-BB0A-C4FB2497A530}"/>
              </a:ext>
            </a:extLst>
          </p:cNvPr>
          <p:cNvSpPr>
            <a:spLocks noGrp="1"/>
          </p:cNvSpPr>
          <p:nvPr>
            <p:ph type="body" sz="quarter" idx="17"/>
          </p:nvPr>
        </p:nvSpPr>
        <p:spPr>
          <a:xfrm>
            <a:off x="18859500" y="384048"/>
            <a:ext cx="4959350" cy="5145087"/>
          </a:xfrm>
        </p:spPr>
        <p:txBody>
          <a:bodyPr/>
          <a:lstStyle/>
          <a:p>
            <a:r>
              <a:rPr lang="en-US" sz="6400" dirty="0">
                <a:solidFill>
                  <a:schemeClr val="accent1"/>
                </a:solidFill>
                <a:latin typeface="+mj-lt"/>
              </a:rPr>
              <a:t>1K+</a:t>
            </a:r>
          </a:p>
          <a:p>
            <a:endParaRPr lang="en-US" dirty="0">
              <a:latin typeface="+mj-lt"/>
            </a:endParaRPr>
          </a:p>
          <a:p>
            <a:r>
              <a:rPr lang="en-US" dirty="0">
                <a:solidFill>
                  <a:srgbClr val="000000"/>
                </a:solidFill>
                <a:effectLst/>
                <a:latin typeface="+mj-lt"/>
              </a:rPr>
              <a:t>Data sources integrated into one single source of truth (marketing data lake)</a:t>
            </a:r>
          </a:p>
        </p:txBody>
      </p:sp>
      <p:sp>
        <p:nvSpPr>
          <p:cNvPr id="5" name="Text Placeholder 4">
            <a:extLst>
              <a:ext uri="{FF2B5EF4-FFF2-40B4-BE49-F238E27FC236}">
                <a16:creationId xmlns:a16="http://schemas.microsoft.com/office/drawing/2014/main" id="{3AA174B7-7826-6C1F-BDB7-35B5A3BA85D2}"/>
              </a:ext>
            </a:extLst>
          </p:cNvPr>
          <p:cNvSpPr>
            <a:spLocks noGrp="1"/>
          </p:cNvSpPr>
          <p:nvPr>
            <p:ph type="body" sz="quarter" idx="18"/>
          </p:nvPr>
        </p:nvSpPr>
        <p:spPr/>
        <p:txBody>
          <a:bodyPr/>
          <a:lstStyle/>
          <a:p>
            <a:r>
              <a:rPr lang="en-US" sz="6400" dirty="0">
                <a:solidFill>
                  <a:schemeClr val="accent1"/>
                </a:solidFill>
                <a:latin typeface="+mj-lt"/>
              </a:rPr>
              <a:t>22%</a:t>
            </a:r>
          </a:p>
          <a:p>
            <a:endParaRPr lang="en-US" dirty="0">
              <a:latin typeface="+mj-lt"/>
            </a:endParaRPr>
          </a:p>
          <a:p>
            <a:r>
              <a:rPr lang="en-US" dirty="0">
                <a:solidFill>
                  <a:srgbClr val="000000"/>
                </a:solidFill>
                <a:effectLst/>
                <a:latin typeface="+mj-lt"/>
              </a:rPr>
              <a:t>Improvement in campaign efficiency in first 12 months </a:t>
            </a:r>
            <a:br>
              <a:rPr lang="en-US" dirty="0">
                <a:solidFill>
                  <a:srgbClr val="000000"/>
                </a:solidFill>
                <a:effectLst/>
                <a:latin typeface="+mj-lt"/>
              </a:rPr>
            </a:br>
            <a:r>
              <a:rPr lang="en-US" dirty="0">
                <a:solidFill>
                  <a:srgbClr val="000000"/>
                </a:solidFill>
                <a:effectLst/>
                <a:latin typeface="+mj-lt"/>
              </a:rPr>
              <a:t>of launch</a:t>
            </a:r>
            <a:endParaRPr lang="en-US" dirty="0">
              <a:latin typeface="+mj-lt"/>
            </a:endParaRPr>
          </a:p>
        </p:txBody>
      </p:sp>
      <p:sp>
        <p:nvSpPr>
          <p:cNvPr id="6" name="Text Placeholder 5">
            <a:extLst>
              <a:ext uri="{FF2B5EF4-FFF2-40B4-BE49-F238E27FC236}">
                <a16:creationId xmlns:a16="http://schemas.microsoft.com/office/drawing/2014/main" id="{219AF40F-AAE6-0B84-FDAA-FB0BC0B61FF5}"/>
              </a:ext>
            </a:extLst>
          </p:cNvPr>
          <p:cNvSpPr>
            <a:spLocks noGrp="1"/>
          </p:cNvSpPr>
          <p:nvPr>
            <p:ph type="body" sz="quarter" idx="19"/>
          </p:nvPr>
        </p:nvSpPr>
        <p:spPr/>
        <p:txBody>
          <a:bodyPr/>
          <a:lstStyle/>
          <a:p>
            <a:r>
              <a:rPr lang="en-US" sz="6400" dirty="0">
                <a:solidFill>
                  <a:schemeClr val="accent1"/>
                </a:solidFill>
                <a:latin typeface="+mj-lt"/>
              </a:rPr>
              <a:t>5K+</a:t>
            </a:r>
          </a:p>
          <a:p>
            <a:endParaRPr lang="en-US" dirty="0">
              <a:latin typeface="+mj-lt"/>
            </a:endParaRPr>
          </a:p>
          <a:p>
            <a:r>
              <a:rPr lang="en-US" dirty="0">
                <a:solidFill>
                  <a:srgbClr val="000000"/>
                </a:solidFill>
                <a:effectLst/>
                <a:latin typeface="+mj-lt"/>
              </a:rPr>
              <a:t>Marketers across 100 countries with access </a:t>
            </a:r>
            <a:br>
              <a:rPr lang="en-US" dirty="0">
                <a:solidFill>
                  <a:srgbClr val="000000"/>
                </a:solidFill>
                <a:effectLst/>
                <a:latin typeface="+mj-lt"/>
              </a:rPr>
            </a:br>
            <a:r>
              <a:rPr lang="en-US" dirty="0">
                <a:solidFill>
                  <a:srgbClr val="000000"/>
                </a:solidFill>
                <a:effectLst/>
                <a:latin typeface="+mj-lt"/>
              </a:rPr>
              <a:t>to data-driven tools</a:t>
            </a:r>
          </a:p>
        </p:txBody>
      </p:sp>
      <p:sp>
        <p:nvSpPr>
          <p:cNvPr id="9" name="Footer Placeholder 7">
            <a:extLst>
              <a:ext uri="{FF2B5EF4-FFF2-40B4-BE49-F238E27FC236}">
                <a16:creationId xmlns:a16="http://schemas.microsoft.com/office/drawing/2014/main" id="{B8822CFA-FD01-27D9-DE03-6D517DF5BD8C}"/>
              </a:ext>
            </a:extLst>
          </p:cNvPr>
          <p:cNvSpPr>
            <a:spLocks noGrp="1"/>
          </p:cNvSpPr>
          <p:nvPr>
            <p:ph type="ftr" sz="quarter" idx="20"/>
          </p:nvPr>
        </p:nvSpPr>
        <p:spPr>
          <a:xfrm>
            <a:off x="568324" y="12804235"/>
            <a:ext cx="4956176" cy="381000"/>
          </a:xfrm>
          <a:prstGeom prst="rect">
            <a:avLst/>
          </a:prstGeom>
        </p:spPr>
        <p:txBody>
          <a:bodyPr vert="horz" lIns="0" tIns="0" rIns="0" bIns="0" rtlCol="0" anchor="b"/>
          <a:lstStyle>
            <a:defPPr>
              <a:defRPr lang="en-US"/>
            </a:defPPr>
            <a:lvl1pPr marL="0" algn="l" defTabSz="1829379" rtl="0" eaLnBrk="1" latinLnBrk="0" hangingPunct="1">
              <a:defRPr sz="1600" b="0" i="0" kern="1200">
                <a:solidFill>
                  <a:schemeClr val="tx1"/>
                </a:solidFill>
                <a:latin typeface="IBM Plex Sans" panose="020B0503050203000203" pitchFamily="34" charset="0"/>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r>
              <a:rPr lang="en-US" dirty="0">
                <a:solidFill>
                  <a:srgbClr val="000000"/>
                </a:solidFill>
                <a:effectLst/>
                <a:latin typeface="IBM Plex Sans" panose="020B0503050203000203" pitchFamily="34" charset="0"/>
              </a:rPr>
              <a:t>Footer</a:t>
            </a:r>
          </a:p>
        </p:txBody>
      </p:sp>
      <p:cxnSp>
        <p:nvCxnSpPr>
          <p:cNvPr id="19" name="Straight Connector 18" descr="Horizontal row divider line">
            <a:extLst>
              <a:ext uri="{FF2B5EF4-FFF2-40B4-BE49-F238E27FC236}">
                <a16:creationId xmlns:a16="http://schemas.microsoft.com/office/drawing/2014/main" id="{982E41E0-6E5E-C40D-55C2-DB15ED168BCE}"/>
              </a:ext>
            </a:extLst>
          </p:cNvPr>
          <p:cNvCxnSpPr/>
          <p:nvPr/>
        </p:nvCxnSpPr>
        <p:spPr bwMode="auto">
          <a:xfrm>
            <a:off x="12192000" y="6096000"/>
            <a:ext cx="11622024"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0" name="Straight Connector 19" descr="Vertical column divider">
            <a:extLst>
              <a:ext uri="{FF2B5EF4-FFF2-40B4-BE49-F238E27FC236}">
                <a16:creationId xmlns:a16="http://schemas.microsoft.com/office/drawing/2014/main" id="{25ABFDA3-E1CA-8D33-6974-3B286D4DEBDC}"/>
              </a:ext>
            </a:extLst>
          </p:cNvPr>
          <p:cNvCxnSpPr>
            <a:cxnSpLocks/>
          </p:cNvCxnSpPr>
          <p:nvPr/>
        </p:nvCxnSpPr>
        <p:spPr bwMode="auto">
          <a:xfrm>
            <a:off x="12192127" y="570103"/>
            <a:ext cx="0" cy="1162507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1" name="Straight Connector 20" descr="Vertical column divider">
            <a:extLst>
              <a:ext uri="{FF2B5EF4-FFF2-40B4-BE49-F238E27FC236}">
                <a16:creationId xmlns:a16="http://schemas.microsoft.com/office/drawing/2014/main" id="{D7997AD2-A8C8-F0B2-7D50-BB401557BB0B}"/>
              </a:ext>
            </a:extLst>
          </p:cNvPr>
          <p:cNvCxnSpPr>
            <a:cxnSpLocks/>
          </p:cNvCxnSpPr>
          <p:nvPr/>
        </p:nvCxnSpPr>
        <p:spPr bwMode="auto">
          <a:xfrm>
            <a:off x="18288000" y="570103"/>
            <a:ext cx="0" cy="1162208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22" name="Slide Number Placeholder 21">
            <a:extLst>
              <a:ext uri="{FF2B5EF4-FFF2-40B4-BE49-F238E27FC236}">
                <a16:creationId xmlns:a16="http://schemas.microsoft.com/office/drawing/2014/main" id="{2F288757-6837-1A8C-EAEF-8A8C5130CEBA}"/>
              </a:ext>
            </a:extLst>
          </p:cNvPr>
          <p:cNvSpPr>
            <a:spLocks noGrp="1"/>
          </p:cNvSpPr>
          <p:nvPr>
            <p:ph type="sldNum" sz="quarter" idx="4"/>
          </p:nvPr>
        </p:nvSpPr>
        <p:spPr/>
        <p:txBody>
          <a:bodyPr/>
          <a:lstStyle/>
          <a:p>
            <a:fld id="{86CB4B4D-7CA3-9044-876B-883B54F8677D}" type="slidenum">
              <a:rPr lang="en-US" smtClean="0"/>
              <a:pPr/>
              <a:t>73</a:t>
            </a:fld>
            <a:endParaRPr lang="en-US" dirty="0"/>
          </a:p>
        </p:txBody>
      </p:sp>
    </p:spTree>
    <p:extLst>
      <p:ext uri="{BB962C8B-B14F-4D97-AF65-F5344CB8AC3E}">
        <p14:creationId xmlns:p14="http://schemas.microsoft.com/office/powerpoint/2010/main" val="2074046543"/>
      </p:ext>
    </p:extLst>
  </p:cSld>
  <p:clrMapOvr>
    <a:masterClrMapping/>
  </p:clrMapOvr>
  <p:transition spd="med"/>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Content Placeholder 10" descr="Photo showing hardhat construction worker inspecting concrete retaining wall">
            <a:extLst>
              <a:ext uri="{FF2B5EF4-FFF2-40B4-BE49-F238E27FC236}">
                <a16:creationId xmlns:a16="http://schemas.microsoft.com/office/drawing/2014/main" id="{4F724F9C-D0A6-E47F-B31C-419FB3CFD7A2}"/>
              </a:ext>
            </a:extLst>
          </p:cNvPr>
          <p:cNvPicPr>
            <a:picLocks noChangeAspect="1"/>
          </p:cNvPicPr>
          <p:nvPr/>
        </p:nvPicPr>
        <p:blipFill rotWithShape="1">
          <a:blip r:embed="rId2" cstate="print">
            <a:extLst>
              <a:ext uri="{28A0092B-C50C-407E-A947-70E740481C1C}">
                <a14:useLocalDpi xmlns:a14="http://schemas.microsoft.com/office/drawing/2010/main"/>
              </a:ext>
            </a:extLst>
          </a:blip>
          <a:srcRect/>
          <a:stretch/>
        </p:blipFill>
        <p:spPr>
          <a:xfrm>
            <a:off x="582181" y="583767"/>
            <a:ext cx="11046917" cy="12563856"/>
          </a:xfrm>
          <a:prstGeom prst="rect">
            <a:avLst/>
          </a:prstGeom>
        </p:spPr>
      </p:pic>
      <p:sp>
        <p:nvSpPr>
          <p:cNvPr id="3" name="Text Placeholder 2">
            <a:extLst>
              <a:ext uri="{FF2B5EF4-FFF2-40B4-BE49-F238E27FC236}">
                <a16:creationId xmlns:a16="http://schemas.microsoft.com/office/drawing/2014/main" id="{BC1C2404-94BB-C260-075D-3ADE0B6CD1E1}"/>
              </a:ext>
            </a:extLst>
          </p:cNvPr>
          <p:cNvSpPr>
            <a:spLocks noGrp="1"/>
          </p:cNvSpPr>
          <p:nvPr>
            <p:ph type="body" sz="quarter" idx="16"/>
          </p:nvPr>
        </p:nvSpPr>
        <p:spPr>
          <a:xfrm>
            <a:off x="12765023" y="576072"/>
            <a:ext cx="5065767" cy="5145087"/>
          </a:xfrm>
        </p:spPr>
        <p:txBody>
          <a:bodyPr/>
          <a:lstStyle/>
          <a:p>
            <a:r>
              <a:rPr lang="en-US" sz="3600" dirty="0">
                <a:solidFill>
                  <a:srgbClr val="000000"/>
                </a:solidFill>
                <a:effectLst/>
                <a:latin typeface="+mj-lt"/>
              </a:rPr>
              <a:t>This results in inefficient operational performance and reliability issues, driving costly downtime and defects. </a:t>
            </a:r>
          </a:p>
        </p:txBody>
      </p:sp>
      <p:sp>
        <p:nvSpPr>
          <p:cNvPr id="4" name="Text Placeholder 3">
            <a:extLst>
              <a:ext uri="{FF2B5EF4-FFF2-40B4-BE49-F238E27FC236}">
                <a16:creationId xmlns:a16="http://schemas.microsoft.com/office/drawing/2014/main" id="{0968477C-F9B7-38D8-BB0A-C4FB2497A530}"/>
              </a:ext>
            </a:extLst>
          </p:cNvPr>
          <p:cNvSpPr>
            <a:spLocks noGrp="1"/>
          </p:cNvSpPr>
          <p:nvPr>
            <p:ph type="body" sz="quarter" idx="17"/>
          </p:nvPr>
        </p:nvSpPr>
        <p:spPr>
          <a:xfrm>
            <a:off x="18859500" y="384048"/>
            <a:ext cx="4959350" cy="5145087"/>
          </a:xfrm>
        </p:spPr>
        <p:txBody>
          <a:bodyPr/>
          <a:lstStyle/>
          <a:p>
            <a:r>
              <a:rPr lang="en-US" sz="6400" dirty="0">
                <a:solidFill>
                  <a:schemeClr val="accent1"/>
                </a:solidFill>
                <a:effectLst/>
                <a:latin typeface="+mj-lt"/>
              </a:rPr>
              <a:t>82% </a:t>
            </a:r>
          </a:p>
          <a:p>
            <a:r>
              <a:rPr lang="en-US" sz="3600" dirty="0">
                <a:solidFill>
                  <a:srgbClr val="000000"/>
                </a:solidFill>
                <a:effectLst/>
                <a:latin typeface="+mj-lt"/>
              </a:rPr>
              <a:t>of asset failures </a:t>
            </a:r>
          </a:p>
          <a:p>
            <a:r>
              <a:rPr lang="en-US" sz="3600" dirty="0">
                <a:solidFill>
                  <a:srgbClr val="000000"/>
                </a:solidFill>
                <a:effectLst/>
                <a:latin typeface="+mj-lt"/>
              </a:rPr>
              <a:t>appear random</a:t>
            </a:r>
          </a:p>
        </p:txBody>
      </p:sp>
      <p:sp>
        <p:nvSpPr>
          <p:cNvPr id="5" name="Text Placeholder 4">
            <a:extLst>
              <a:ext uri="{FF2B5EF4-FFF2-40B4-BE49-F238E27FC236}">
                <a16:creationId xmlns:a16="http://schemas.microsoft.com/office/drawing/2014/main" id="{3AA174B7-7826-6C1F-BDB7-35B5A3BA85D2}"/>
              </a:ext>
            </a:extLst>
          </p:cNvPr>
          <p:cNvSpPr>
            <a:spLocks noGrp="1"/>
          </p:cNvSpPr>
          <p:nvPr>
            <p:ph type="body" sz="quarter" idx="18"/>
          </p:nvPr>
        </p:nvSpPr>
        <p:spPr/>
        <p:txBody>
          <a:bodyPr/>
          <a:lstStyle/>
          <a:p>
            <a:r>
              <a:rPr lang="en-US" sz="6400" dirty="0">
                <a:solidFill>
                  <a:schemeClr val="accent1"/>
                </a:solidFill>
                <a:effectLst/>
                <a:latin typeface="+mj-lt"/>
              </a:rPr>
              <a:t>10% </a:t>
            </a:r>
          </a:p>
          <a:p>
            <a:r>
              <a:rPr lang="en-US" sz="3600" dirty="0">
                <a:solidFill>
                  <a:srgbClr val="000000"/>
                </a:solidFill>
                <a:effectLst/>
                <a:latin typeface="+mj-lt"/>
              </a:rPr>
              <a:t>of annual revenue is scrap and defects costs</a:t>
            </a:r>
            <a:br>
              <a:rPr lang="en-US" dirty="0">
                <a:solidFill>
                  <a:srgbClr val="000000"/>
                </a:solidFill>
                <a:effectLst/>
                <a:latin typeface="+mj-lt"/>
              </a:rPr>
            </a:br>
            <a:endParaRPr lang="en-US" dirty="0">
              <a:solidFill>
                <a:srgbClr val="000000"/>
              </a:solidFill>
              <a:effectLst/>
              <a:latin typeface="+mj-lt"/>
            </a:endParaRPr>
          </a:p>
        </p:txBody>
      </p:sp>
      <p:sp>
        <p:nvSpPr>
          <p:cNvPr id="6" name="Text Placeholder 5">
            <a:extLst>
              <a:ext uri="{FF2B5EF4-FFF2-40B4-BE49-F238E27FC236}">
                <a16:creationId xmlns:a16="http://schemas.microsoft.com/office/drawing/2014/main" id="{219AF40F-AAE6-0B84-FDAA-FB0BC0B61FF5}"/>
              </a:ext>
            </a:extLst>
          </p:cNvPr>
          <p:cNvSpPr>
            <a:spLocks noGrp="1"/>
          </p:cNvSpPr>
          <p:nvPr>
            <p:ph type="body" sz="quarter" idx="19"/>
          </p:nvPr>
        </p:nvSpPr>
        <p:spPr/>
        <p:txBody>
          <a:bodyPr/>
          <a:lstStyle/>
          <a:p>
            <a:r>
              <a:rPr lang="en-US" sz="6400" dirty="0">
                <a:solidFill>
                  <a:schemeClr val="accent1"/>
                </a:solidFill>
                <a:effectLst/>
                <a:latin typeface="+mj-lt"/>
              </a:rPr>
              <a:t>40% </a:t>
            </a:r>
          </a:p>
          <a:p>
            <a:r>
              <a:rPr lang="en-US" sz="3600" dirty="0">
                <a:solidFill>
                  <a:srgbClr val="000000"/>
                </a:solidFill>
                <a:effectLst/>
                <a:latin typeface="+mj-lt"/>
              </a:rPr>
              <a:t>of maintenance has </a:t>
            </a:r>
          </a:p>
          <a:p>
            <a:r>
              <a:rPr lang="en-US" sz="3600" dirty="0">
                <a:solidFill>
                  <a:srgbClr val="000000"/>
                </a:solidFill>
                <a:effectLst/>
                <a:latin typeface="+mj-lt"/>
              </a:rPr>
              <a:t>no effect on uptime</a:t>
            </a:r>
          </a:p>
        </p:txBody>
      </p:sp>
      <p:cxnSp>
        <p:nvCxnSpPr>
          <p:cNvPr id="13" name="Straight Connector 12" descr="Horizontal row divider line">
            <a:extLst>
              <a:ext uri="{FF2B5EF4-FFF2-40B4-BE49-F238E27FC236}">
                <a16:creationId xmlns:a16="http://schemas.microsoft.com/office/drawing/2014/main" id="{79356A4D-CF88-FAC3-5F02-B7AE4952C5E6}"/>
              </a:ext>
            </a:extLst>
          </p:cNvPr>
          <p:cNvCxnSpPr/>
          <p:nvPr/>
        </p:nvCxnSpPr>
        <p:spPr bwMode="auto">
          <a:xfrm>
            <a:off x="12192000" y="6096000"/>
            <a:ext cx="11622024"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5" name="Straight Connector 14" descr="Vertical column divider">
            <a:extLst>
              <a:ext uri="{FF2B5EF4-FFF2-40B4-BE49-F238E27FC236}">
                <a16:creationId xmlns:a16="http://schemas.microsoft.com/office/drawing/2014/main" id="{9D576E97-5FEB-D37B-0534-B81ECC40ED1B}"/>
              </a:ext>
            </a:extLst>
          </p:cNvPr>
          <p:cNvCxnSpPr>
            <a:cxnSpLocks/>
          </p:cNvCxnSpPr>
          <p:nvPr/>
        </p:nvCxnSpPr>
        <p:spPr bwMode="auto">
          <a:xfrm>
            <a:off x="18288000" y="570103"/>
            <a:ext cx="0" cy="1162208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7" name="Slide Number Placeholder 16">
            <a:extLst>
              <a:ext uri="{FF2B5EF4-FFF2-40B4-BE49-F238E27FC236}">
                <a16:creationId xmlns:a16="http://schemas.microsoft.com/office/drawing/2014/main" id="{22368476-0D43-C359-D48D-07A609177BE1}"/>
              </a:ext>
            </a:extLst>
          </p:cNvPr>
          <p:cNvSpPr>
            <a:spLocks noGrp="1"/>
          </p:cNvSpPr>
          <p:nvPr>
            <p:ph type="sldNum" sz="quarter" idx="4"/>
          </p:nvPr>
        </p:nvSpPr>
        <p:spPr/>
        <p:txBody>
          <a:bodyPr/>
          <a:lstStyle/>
          <a:p>
            <a:fld id="{86CB4B4D-7CA3-9044-876B-883B54F8677D}" type="slidenum">
              <a:rPr lang="en-US" smtClean="0"/>
              <a:pPr/>
              <a:t>74</a:t>
            </a:fld>
            <a:endParaRPr lang="en-US" dirty="0"/>
          </a:p>
        </p:txBody>
      </p:sp>
    </p:spTree>
    <p:extLst>
      <p:ext uri="{BB962C8B-B14F-4D97-AF65-F5344CB8AC3E}">
        <p14:creationId xmlns:p14="http://schemas.microsoft.com/office/powerpoint/2010/main" val="2386610012"/>
      </p:ext>
    </p:extLst>
  </p:cSld>
  <p:clrMapOvr>
    <a:masterClrMapping/>
  </p:clrMapOvr>
  <p:transition spd="med"/>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1635EB8B-C7CB-C04F-212B-F5DED4262D37}"/>
              </a:ext>
            </a:extLst>
          </p:cNvPr>
          <p:cNvSpPr>
            <a:spLocks noGrp="1"/>
          </p:cNvSpPr>
          <p:nvPr>
            <p:ph type="title"/>
          </p:nvPr>
        </p:nvSpPr>
        <p:spPr>
          <a:xfrm>
            <a:off x="574675" y="384048"/>
            <a:ext cx="11039475" cy="2434844"/>
          </a:xfrm>
        </p:spPr>
        <p:txBody>
          <a:bodyPr/>
          <a:lstStyle/>
          <a:p>
            <a:pPr>
              <a:lnSpc>
                <a:spcPct val="100000"/>
              </a:lnSpc>
            </a:pPr>
            <a:r>
              <a:rPr lang="en-US" sz="6400" dirty="0">
                <a:solidFill>
                  <a:srgbClr val="000000"/>
                </a:solidFill>
                <a:effectLst/>
              </a:rPr>
              <a:t>No. 7</a:t>
            </a:r>
            <a:br>
              <a:rPr lang="en-US" sz="6400" dirty="0">
                <a:solidFill>
                  <a:srgbClr val="000000"/>
                </a:solidFill>
                <a:effectLst/>
              </a:rPr>
            </a:br>
            <a:r>
              <a:rPr lang="en-US" sz="6400" dirty="0">
                <a:solidFill>
                  <a:schemeClr val="accent1"/>
                </a:solidFill>
                <a:effectLst/>
              </a:rPr>
              <a:t>Security-hardened transfers</a:t>
            </a:r>
          </a:p>
        </p:txBody>
      </p:sp>
      <p:cxnSp>
        <p:nvCxnSpPr>
          <p:cNvPr id="11" name="Straight Connector 10" descr="Horizontal row divider line">
            <a:extLst>
              <a:ext uri="{FF2B5EF4-FFF2-40B4-BE49-F238E27FC236}">
                <a16:creationId xmlns:a16="http://schemas.microsoft.com/office/drawing/2014/main" id="{343236CC-F916-1217-1673-563D7558D0C4}"/>
              </a:ext>
            </a:extLst>
          </p:cNvPr>
          <p:cNvCxnSpPr>
            <a:cxnSpLocks/>
          </p:cNvCxnSpPr>
          <p:nvPr/>
        </p:nvCxnSpPr>
        <p:spPr bwMode="auto">
          <a:xfrm>
            <a:off x="574675" y="4572552"/>
            <a:ext cx="11044238"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5" name="Text Placeholder 3">
            <a:extLst>
              <a:ext uri="{FF2B5EF4-FFF2-40B4-BE49-F238E27FC236}">
                <a16:creationId xmlns:a16="http://schemas.microsoft.com/office/drawing/2014/main" id="{D8CC3E60-E575-91C2-7237-E5293C17693D}"/>
              </a:ext>
            </a:extLst>
          </p:cNvPr>
          <p:cNvSpPr>
            <a:spLocks noGrp="1"/>
          </p:cNvSpPr>
          <p:nvPr>
            <p:ph type="body" sz="quarter" idx="12"/>
          </p:nvPr>
        </p:nvSpPr>
        <p:spPr>
          <a:xfrm>
            <a:off x="566928" y="5160816"/>
            <a:ext cx="4956175" cy="5295900"/>
          </a:xfrm>
        </p:spPr>
        <p:txBody>
          <a:bodyPr/>
          <a:lstStyle/>
          <a:p>
            <a:r>
              <a:rPr lang="en-US" sz="2000" b="1" dirty="0">
                <a:solidFill>
                  <a:srgbClr val="000000"/>
                </a:solidFill>
                <a:effectLst/>
                <a:latin typeface="IBM Plex Sans SmBld" panose="020B0503050203000203" pitchFamily="34" charset="0"/>
              </a:rPr>
              <a:t>IBM Sterling Connect: </a:t>
            </a:r>
            <a:r>
              <a:rPr lang="en-US" sz="2000" dirty="0">
                <a:solidFill>
                  <a:srgbClr val="000000"/>
                </a:solidFill>
                <a:effectLst/>
                <a:latin typeface="IBM Plex Sans" panose="020B0503050203000203" pitchFamily="34" charset="0"/>
              </a:rPr>
              <a:t>Direct embeds allow-list security architecture with no reported breaches in its 30+ years of usage</a:t>
            </a:r>
            <a:br>
              <a:rPr lang="en-US" sz="2000" dirty="0">
                <a:solidFill>
                  <a:srgbClr val="000000"/>
                </a:solidFill>
                <a:effectLst/>
                <a:latin typeface="IBM Plex Sans" panose="020B0503050203000203" pitchFamily="34" charset="0"/>
              </a:rPr>
            </a:br>
            <a:endParaRPr lang="en-US" sz="2000" dirty="0">
              <a:solidFill>
                <a:srgbClr val="000000"/>
              </a:solidFill>
              <a:effectLst/>
              <a:latin typeface="IBM Plex Sans" panose="020B0503050203000203" pitchFamily="34" charset="0"/>
            </a:endParaRPr>
          </a:p>
          <a:p>
            <a:r>
              <a:rPr lang="en-US" sz="2000" b="1" dirty="0">
                <a:solidFill>
                  <a:srgbClr val="000000"/>
                </a:solidFill>
                <a:effectLst/>
                <a:latin typeface="IBM Plex Sans SmBld" panose="020B0503050203000203" pitchFamily="34" charset="0"/>
              </a:rPr>
              <a:t>Proprietary protocol with built-in encryption </a:t>
            </a:r>
            <a:r>
              <a:rPr lang="en-US" sz="2000" dirty="0">
                <a:solidFill>
                  <a:srgbClr val="000000"/>
                </a:solidFill>
                <a:effectLst/>
                <a:latin typeface="IBM Plex Sans" panose="020B0503050203000203" pitchFamily="34" charset="0"/>
              </a:rPr>
              <a:t>that isn’t readily available to most bad actors</a:t>
            </a:r>
            <a:br>
              <a:rPr lang="en-US" sz="2000" dirty="0">
                <a:solidFill>
                  <a:srgbClr val="000000"/>
                </a:solidFill>
                <a:effectLst/>
                <a:latin typeface="IBM Plex Sans" panose="020B0503050203000203" pitchFamily="34" charset="0"/>
              </a:rPr>
            </a:br>
            <a:endParaRPr lang="en-US" sz="2000" dirty="0">
              <a:solidFill>
                <a:srgbClr val="000000"/>
              </a:solidFill>
              <a:effectLst/>
              <a:latin typeface="IBM Plex Sans" panose="020B0503050203000203" pitchFamily="34" charset="0"/>
            </a:endParaRPr>
          </a:p>
          <a:p>
            <a:r>
              <a:rPr lang="en-US" sz="2000" b="1" dirty="0">
                <a:solidFill>
                  <a:srgbClr val="000000"/>
                </a:solidFill>
                <a:effectLst/>
                <a:latin typeface="IBM Plex Sans SmBld" panose="020B0503050203000203" pitchFamily="34" charset="0"/>
              </a:rPr>
              <a:t>IBM Sterling File Gateway encrypts data at rest and in motion, </a:t>
            </a:r>
            <a:r>
              <a:rPr lang="en-US" sz="2000" dirty="0">
                <a:solidFill>
                  <a:srgbClr val="000000"/>
                </a:solidFill>
                <a:effectLst/>
                <a:latin typeface="IBM Plex Sans" panose="020B0503050203000203" pitchFamily="34" charset="0"/>
              </a:rPr>
              <a:t>minimizing effects if data loss occurs</a:t>
            </a:r>
            <a:br>
              <a:rPr lang="en-US" sz="2000" dirty="0">
                <a:solidFill>
                  <a:srgbClr val="000000"/>
                </a:solidFill>
                <a:effectLst/>
                <a:latin typeface="IBM Plex Sans" panose="020B0503050203000203" pitchFamily="34" charset="0"/>
              </a:rPr>
            </a:br>
            <a:endParaRPr lang="en-US" sz="2000" dirty="0">
              <a:solidFill>
                <a:srgbClr val="000000"/>
              </a:solidFill>
              <a:effectLst/>
              <a:latin typeface="IBM Plex Sans" panose="020B0503050203000203" pitchFamily="34" charset="0"/>
            </a:endParaRPr>
          </a:p>
          <a:p>
            <a:r>
              <a:rPr lang="en-US" sz="2000" b="1" dirty="0">
                <a:solidFill>
                  <a:srgbClr val="000000"/>
                </a:solidFill>
                <a:effectLst/>
                <a:latin typeface="IBM Plex Sans SmBld" panose="020B0503050203000203" pitchFamily="34" charset="0"/>
              </a:rPr>
              <a:t>Limit potential entry points </a:t>
            </a:r>
            <a:r>
              <a:rPr lang="en-US" sz="2000" dirty="0">
                <a:solidFill>
                  <a:srgbClr val="000000"/>
                </a:solidFill>
                <a:effectLst/>
                <a:latin typeface="IBM Plex Sans" panose="020B0503050203000203" pitchFamily="34" charset="0"/>
              </a:rPr>
              <a:t>into your network while still supporting common open source protocols like FTP(S), SFTP, SSH, SCP, and HTTP(S), which are needed to power your business</a:t>
            </a:r>
          </a:p>
        </p:txBody>
      </p:sp>
      <p:sp>
        <p:nvSpPr>
          <p:cNvPr id="17" name="Text Placeholder 4">
            <a:extLst>
              <a:ext uri="{FF2B5EF4-FFF2-40B4-BE49-F238E27FC236}">
                <a16:creationId xmlns:a16="http://schemas.microsoft.com/office/drawing/2014/main" id="{B4C3EB56-6D29-DB28-E956-8629B2793E77}"/>
              </a:ext>
            </a:extLst>
          </p:cNvPr>
          <p:cNvSpPr txBox="1">
            <a:spLocks/>
          </p:cNvSpPr>
          <p:nvPr/>
        </p:nvSpPr>
        <p:spPr>
          <a:xfrm>
            <a:off x="6381750" y="5156752"/>
            <a:ext cx="4951413" cy="52959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lvl1pPr marL="0" marR="0" indent="0" algn="l" defTabSz="2438400" rtl="0" latinLnBrk="0">
              <a:lnSpc>
                <a:spcPct val="110000"/>
              </a:lnSpc>
              <a:spcBef>
                <a:spcPts val="0"/>
              </a:spcBef>
              <a:spcAft>
                <a:spcPts val="0"/>
              </a:spcAft>
              <a:buClrTx/>
              <a:buSzTx/>
              <a:buFontTx/>
              <a:buNone/>
              <a:tabLst/>
              <a:defRPr sz="2800" b="0" i="0" u="none" strike="noStrike" cap="none" spc="0" baseline="0">
                <a:solidFill>
                  <a:schemeClr val="tx1"/>
                </a:solidFill>
                <a:uFillTx/>
                <a:latin typeface="+mj-lt"/>
                <a:ea typeface="+mj-ea"/>
                <a:cs typeface="+mj-cs"/>
                <a:sym typeface="IBM Plex Sans Light"/>
              </a:defRPr>
            </a:lvl1pPr>
            <a:lvl2pPr marL="444465" marR="0" indent="-446749" algn="l" defTabSz="2438400" rtl="0" latinLnBrk="0">
              <a:lnSpc>
                <a:spcPct val="110000"/>
              </a:lnSpc>
              <a:spcBef>
                <a:spcPts val="0"/>
              </a:spcBef>
              <a:spcAft>
                <a:spcPts val="0"/>
              </a:spcAft>
              <a:buClrTx/>
              <a:buSzPct val="100000"/>
              <a:buFontTx/>
              <a:buChar char="–"/>
              <a:tabLst/>
              <a:defRPr sz="2800" b="0" i="0" u="none" strike="noStrike" cap="none" spc="0" baseline="0">
                <a:solidFill>
                  <a:schemeClr val="tx1"/>
                </a:solidFill>
                <a:uFillTx/>
                <a:latin typeface="+mj-lt"/>
                <a:ea typeface="+mj-ea"/>
                <a:cs typeface="+mj-cs"/>
                <a:sym typeface="IBM Plex Sans Light"/>
              </a:defRPr>
            </a:lvl2pPr>
            <a:lvl3pPr marL="615918" marR="0" indent="-446749" algn="l" defTabSz="2438400" rtl="0" latinLnBrk="0">
              <a:lnSpc>
                <a:spcPct val="110000"/>
              </a:lnSpc>
              <a:spcBef>
                <a:spcPts val="0"/>
              </a:spcBef>
              <a:spcAft>
                <a:spcPts val="0"/>
              </a:spcAft>
              <a:buClrTx/>
              <a:buSzPct val="100000"/>
              <a:buFontTx/>
              <a:buChar char="•"/>
              <a:tabLst/>
              <a:defRPr sz="2800" b="0" i="0" u="none" strike="noStrike" cap="none" spc="0" baseline="0">
                <a:solidFill>
                  <a:schemeClr val="tx1"/>
                </a:solidFill>
                <a:uFillTx/>
                <a:latin typeface="+mj-lt"/>
                <a:ea typeface="+mj-ea"/>
                <a:cs typeface="+mj-cs"/>
                <a:sym typeface="IBM Plex Sans Light"/>
              </a:defRPr>
            </a:lvl3pPr>
            <a:lvl4pPr marL="901671" marR="0" indent="-446749" algn="l" defTabSz="2438400" rtl="0" latinLnBrk="0">
              <a:lnSpc>
                <a:spcPct val="110000"/>
              </a:lnSpc>
              <a:spcBef>
                <a:spcPts val="0"/>
              </a:spcBef>
              <a:spcAft>
                <a:spcPts val="0"/>
              </a:spcAft>
              <a:buClrTx/>
              <a:buSzPct val="100000"/>
              <a:buFontTx/>
              <a:buChar char="–"/>
              <a:tabLst/>
              <a:defRPr sz="2800" b="0" i="0" u="none" strike="noStrike" cap="none" spc="0" baseline="0">
                <a:solidFill>
                  <a:schemeClr val="tx1"/>
                </a:solidFill>
                <a:uFillTx/>
                <a:latin typeface="+mj-lt"/>
                <a:ea typeface="+mj-ea"/>
                <a:cs typeface="+mj-cs"/>
                <a:sym typeface="IBM Plex Sans Light"/>
              </a:defRPr>
            </a:lvl4pPr>
            <a:lvl5pPr marL="1076298" marR="0" indent="-446749" algn="l" defTabSz="2438400" rtl="0" latinLnBrk="0">
              <a:lnSpc>
                <a:spcPct val="110000"/>
              </a:lnSpc>
              <a:spcBef>
                <a:spcPts val="0"/>
              </a:spcBef>
              <a:spcAft>
                <a:spcPts val="0"/>
              </a:spcAft>
              <a:buClrTx/>
              <a:buSzPct val="100000"/>
              <a:buFontTx/>
              <a:buChar char="»"/>
              <a:tabLst/>
              <a:defRPr sz="2800" b="0" i="0" u="none" strike="noStrike" cap="none" spc="0" baseline="0">
                <a:solidFill>
                  <a:schemeClr val="tx1"/>
                </a:solidFill>
                <a:uFillTx/>
                <a:latin typeface="+mj-lt"/>
                <a:ea typeface="+mj-ea"/>
                <a:cs typeface="+mj-cs"/>
                <a:sym typeface="IBM Plex Sans Light"/>
              </a:defRPr>
            </a:lvl5pPr>
            <a:lvl6pPr marL="1843060"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pPr marL="228600" indent="-457200"/>
            <a:r>
              <a:rPr lang="en-US" sz="3600" kern="0" dirty="0">
                <a:solidFill>
                  <a:srgbClr val="000000"/>
                </a:solidFill>
              </a:rPr>
              <a:t>“All communication </a:t>
            </a:r>
            <a:br>
              <a:rPr lang="en-US" sz="3600" kern="0" dirty="0">
                <a:solidFill>
                  <a:srgbClr val="000000"/>
                </a:solidFill>
              </a:rPr>
            </a:br>
            <a:r>
              <a:rPr lang="en-US" sz="3600" kern="0" dirty="0">
                <a:solidFill>
                  <a:srgbClr val="000000"/>
                </a:solidFill>
              </a:rPr>
              <a:t>is secured regardless </a:t>
            </a:r>
            <a:br>
              <a:rPr lang="en-US" sz="3600" kern="0" dirty="0">
                <a:solidFill>
                  <a:srgbClr val="000000"/>
                </a:solidFill>
              </a:rPr>
            </a:br>
            <a:r>
              <a:rPr lang="en-US" sz="3600" kern="0" dirty="0">
                <a:solidFill>
                  <a:srgbClr val="000000"/>
                </a:solidFill>
              </a:rPr>
              <a:t>of network location.” </a:t>
            </a:r>
            <a:br>
              <a:rPr lang="en-US" sz="3600" kern="0" dirty="0">
                <a:solidFill>
                  <a:srgbClr val="000000"/>
                </a:solidFill>
              </a:rPr>
            </a:br>
            <a:r>
              <a:rPr lang="en-US" sz="2400" kern="0" dirty="0">
                <a:solidFill>
                  <a:srgbClr val="000000"/>
                </a:solidFill>
              </a:rPr>
              <a:t>John Moniker</a:t>
            </a:r>
            <a:br>
              <a:rPr lang="en-US" sz="2400" kern="0" dirty="0">
                <a:solidFill>
                  <a:srgbClr val="000000"/>
                </a:solidFill>
              </a:rPr>
            </a:br>
            <a:r>
              <a:rPr lang="en-US" sz="2400" kern="0" dirty="0">
                <a:solidFill>
                  <a:srgbClr val="000000"/>
                </a:solidFill>
              </a:rPr>
              <a:t>VP, Security</a:t>
            </a:r>
          </a:p>
        </p:txBody>
      </p:sp>
      <p:pic>
        <p:nvPicPr>
          <p:cNvPr id="7" name="Picture Placeholder 16" descr="Photo showing technician holding blue and red wires in front of mainframe computer panels">
            <a:extLst>
              <a:ext uri="{FF2B5EF4-FFF2-40B4-BE49-F238E27FC236}">
                <a16:creationId xmlns:a16="http://schemas.microsoft.com/office/drawing/2014/main" id="{30DAF4AA-6FFE-7265-8451-11A847EF56B6}"/>
              </a:ext>
            </a:extLst>
          </p:cNvPr>
          <p:cNvPicPr>
            <a:picLocks noGrp="1" noChangeAspect="1"/>
          </p:cNvPicPr>
          <p:nvPr>
            <p:ph type="pic" sz="quarter" idx="15"/>
          </p:nvPr>
        </p:nvPicPr>
        <p:blipFill rotWithShape="1">
          <a:blip r:embed="rId2" cstate="screen">
            <a:extLst>
              <a:ext uri="{28A0092B-C50C-407E-A947-70E740481C1C}">
                <a14:useLocalDpi xmlns:a14="http://schemas.microsoft.com/office/drawing/2010/main"/>
              </a:ext>
            </a:extLst>
          </a:blip>
          <a:srcRect/>
          <a:stretch/>
        </p:blipFill>
        <p:spPr>
          <a:xfrm>
            <a:off x="12763500" y="576072"/>
            <a:ext cx="11041063" cy="1257477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pic>
      <p:sp>
        <p:nvSpPr>
          <p:cNvPr id="6" name="Footer Placeholder 5">
            <a:extLst>
              <a:ext uri="{FF2B5EF4-FFF2-40B4-BE49-F238E27FC236}">
                <a16:creationId xmlns:a16="http://schemas.microsoft.com/office/drawing/2014/main" id="{A1B75C6E-9935-614F-FDDF-F1F6697CD61D}"/>
              </a:ext>
            </a:extLst>
          </p:cNvPr>
          <p:cNvSpPr>
            <a:spLocks noGrp="1"/>
          </p:cNvSpPr>
          <p:nvPr>
            <p:ph type="ftr" sz="quarter" idx="14"/>
          </p:nvPr>
        </p:nvSpPr>
        <p:spPr>
          <a:xfrm>
            <a:off x="568324" y="12804235"/>
            <a:ext cx="4956176" cy="381000"/>
          </a:xfrm>
          <a:prstGeom prst="rect">
            <a:avLst/>
          </a:prstGeom>
        </p:spPr>
        <p:txBody>
          <a:bodyPr vert="horz" lIns="0" tIns="0" rIns="0" bIns="0" rtlCol="0" anchor="b"/>
          <a:lstStyle>
            <a:defPPr>
              <a:defRPr lang="en-US"/>
            </a:defPPr>
            <a:lvl1pPr marL="0" algn="l" defTabSz="1829379" rtl="0" eaLnBrk="1" latinLnBrk="0" hangingPunct="1">
              <a:defRPr sz="1600" b="0" i="0" kern="1200">
                <a:solidFill>
                  <a:schemeClr val="tx1"/>
                </a:solidFill>
                <a:latin typeface="IBM Plex Sans" panose="020B0503050203000203" pitchFamily="34" charset="0"/>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r>
              <a:rPr lang="en-US" dirty="0"/>
              <a:t>Footer</a:t>
            </a:r>
          </a:p>
        </p:txBody>
      </p:sp>
      <p:cxnSp>
        <p:nvCxnSpPr>
          <p:cNvPr id="8" name="Straight Connector 7" descr="Vertical column divider">
            <a:extLst>
              <a:ext uri="{FF2B5EF4-FFF2-40B4-BE49-F238E27FC236}">
                <a16:creationId xmlns:a16="http://schemas.microsoft.com/office/drawing/2014/main" id="{62ABCFCE-D116-C5B9-4873-3BC4D582DA13}"/>
              </a:ext>
            </a:extLst>
          </p:cNvPr>
          <p:cNvCxnSpPr>
            <a:cxnSpLocks/>
          </p:cNvCxnSpPr>
          <p:nvPr/>
        </p:nvCxnSpPr>
        <p:spPr bwMode="auto">
          <a:xfrm>
            <a:off x="6096000" y="4572552"/>
            <a:ext cx="0" cy="7622623"/>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387766752"/>
      </p:ext>
    </p:extLst>
  </p:cSld>
  <p:clrMapOvr>
    <a:masterClrMapping/>
  </p:clrMapOvr>
  <p:transition spd="med"/>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ooter Placeholder 10">
            <a:extLst>
              <a:ext uri="{FF2B5EF4-FFF2-40B4-BE49-F238E27FC236}">
                <a16:creationId xmlns:a16="http://schemas.microsoft.com/office/drawing/2014/main" id="{CFA4C318-CF6E-F4E9-761A-9B920CADA1CD}"/>
              </a:ext>
            </a:extLst>
          </p:cNvPr>
          <p:cNvSpPr>
            <a:spLocks noGrp="1"/>
          </p:cNvSpPr>
          <p:nvPr>
            <p:ph type="ftr" sz="quarter" idx="18"/>
          </p:nvPr>
        </p:nvSpPr>
        <p:spPr/>
        <p:txBody>
          <a:bodyPr/>
          <a:lstStyle/>
          <a:p>
            <a:r>
              <a:rPr lang="en-US" dirty="0"/>
              <a:t>Footer</a:t>
            </a:r>
          </a:p>
        </p:txBody>
      </p:sp>
      <p:sp>
        <p:nvSpPr>
          <p:cNvPr id="12" name="Title 11">
            <a:extLst>
              <a:ext uri="{FF2B5EF4-FFF2-40B4-BE49-F238E27FC236}">
                <a16:creationId xmlns:a16="http://schemas.microsoft.com/office/drawing/2014/main" id="{F934490D-DE3F-F247-2C1B-0A48EDBF4F3B}"/>
              </a:ext>
            </a:extLst>
          </p:cNvPr>
          <p:cNvSpPr>
            <a:spLocks noGrp="1"/>
          </p:cNvSpPr>
          <p:nvPr>
            <p:ph type="title"/>
          </p:nvPr>
        </p:nvSpPr>
        <p:spPr/>
        <p:txBody>
          <a:bodyPr/>
          <a:lstStyle/>
          <a:p>
            <a:r>
              <a:rPr lang="en-US" sz="4400" dirty="0">
                <a:solidFill>
                  <a:schemeClr val="accent1"/>
                </a:solidFill>
                <a:effectLst/>
              </a:rPr>
              <a:t>The virtual enterprise: </a:t>
            </a:r>
            <a:br>
              <a:rPr lang="en-US" sz="4400" dirty="0">
                <a:solidFill>
                  <a:srgbClr val="0F45FD"/>
                </a:solidFill>
                <a:effectLst/>
              </a:rPr>
            </a:br>
            <a:r>
              <a:rPr lang="en-US" sz="4400" dirty="0">
                <a:solidFill>
                  <a:srgbClr val="000000"/>
                </a:solidFill>
                <a:effectLst/>
              </a:rPr>
              <a:t>The future of business </a:t>
            </a:r>
            <a:br>
              <a:rPr lang="en-US" sz="4400" dirty="0">
                <a:solidFill>
                  <a:srgbClr val="000000"/>
                </a:solidFill>
                <a:effectLst/>
              </a:rPr>
            </a:br>
            <a:endParaRPr lang="en-US" sz="4400" dirty="0">
              <a:solidFill>
                <a:srgbClr val="000000"/>
              </a:solidFill>
              <a:effectLst/>
            </a:endParaRPr>
          </a:p>
        </p:txBody>
      </p:sp>
      <p:sp>
        <p:nvSpPr>
          <p:cNvPr id="30" name="Text Placeholder 14">
            <a:extLst>
              <a:ext uri="{FF2B5EF4-FFF2-40B4-BE49-F238E27FC236}">
                <a16:creationId xmlns:a16="http://schemas.microsoft.com/office/drawing/2014/main" id="{8E0E7975-1AFA-AFB9-C79B-3D9C78AC47FC}"/>
              </a:ext>
            </a:extLst>
          </p:cNvPr>
          <p:cNvSpPr>
            <a:spLocks noGrp="1"/>
          </p:cNvSpPr>
          <p:nvPr>
            <p:ph type="body" sz="quarter" idx="12"/>
          </p:nvPr>
        </p:nvSpPr>
        <p:spPr>
          <a:xfrm>
            <a:off x="12766675" y="2445487"/>
            <a:ext cx="4953000" cy="3085171"/>
          </a:xfrm>
        </p:spPr>
        <p:txBody>
          <a:bodyPr/>
          <a:lstStyle/>
          <a:p>
            <a:r>
              <a:rPr lang="en-US" sz="4400" dirty="0">
                <a:solidFill>
                  <a:srgbClr val="000000"/>
                </a:solidFill>
                <a:effectLst/>
              </a:rPr>
              <a:t>Openness</a:t>
            </a:r>
            <a:r>
              <a:rPr lang="en-US" dirty="0">
                <a:solidFill>
                  <a:srgbClr val="000000"/>
                </a:solidFill>
                <a:effectLst/>
              </a:rPr>
              <a:t> </a:t>
            </a:r>
          </a:p>
          <a:p>
            <a:r>
              <a:rPr lang="en-US" dirty="0">
                <a:solidFill>
                  <a:srgbClr val="000000"/>
                </a:solidFill>
                <a:effectLst/>
              </a:rPr>
              <a:t>Connect divisions, </a:t>
            </a:r>
            <a:br>
              <a:rPr lang="en-US" dirty="0">
                <a:solidFill>
                  <a:srgbClr val="000000"/>
                </a:solidFill>
                <a:effectLst/>
              </a:rPr>
            </a:br>
            <a:r>
              <a:rPr lang="en-US" dirty="0">
                <a:solidFill>
                  <a:srgbClr val="000000"/>
                </a:solidFill>
                <a:effectLst/>
              </a:rPr>
              <a:t>functions and partners </a:t>
            </a:r>
            <a:br>
              <a:rPr lang="en-US" dirty="0">
                <a:solidFill>
                  <a:srgbClr val="000000"/>
                </a:solidFill>
                <a:effectLst/>
              </a:rPr>
            </a:br>
            <a:r>
              <a:rPr lang="en-US" dirty="0">
                <a:solidFill>
                  <a:srgbClr val="000000"/>
                </a:solidFill>
                <a:effectLst/>
              </a:rPr>
              <a:t>in more collaborative </a:t>
            </a:r>
            <a:br>
              <a:rPr lang="en-US" dirty="0">
                <a:solidFill>
                  <a:srgbClr val="000000"/>
                </a:solidFill>
                <a:effectLst/>
              </a:rPr>
            </a:br>
            <a:r>
              <a:rPr lang="en-US" dirty="0">
                <a:solidFill>
                  <a:srgbClr val="000000"/>
                </a:solidFill>
                <a:effectLst/>
              </a:rPr>
              <a:t>and agile workflows.</a:t>
            </a:r>
          </a:p>
        </p:txBody>
      </p:sp>
      <p:sp>
        <p:nvSpPr>
          <p:cNvPr id="31" name="Text Placeholder 15">
            <a:extLst>
              <a:ext uri="{FF2B5EF4-FFF2-40B4-BE49-F238E27FC236}">
                <a16:creationId xmlns:a16="http://schemas.microsoft.com/office/drawing/2014/main" id="{41A84352-082D-4DAE-E112-179B7AD93CA2}"/>
              </a:ext>
            </a:extLst>
          </p:cNvPr>
          <p:cNvSpPr>
            <a:spLocks noGrp="1"/>
          </p:cNvSpPr>
          <p:nvPr>
            <p:ph type="body" sz="quarter" idx="13"/>
          </p:nvPr>
        </p:nvSpPr>
        <p:spPr>
          <a:xfrm>
            <a:off x="18862675" y="2445487"/>
            <a:ext cx="4953000" cy="3085171"/>
          </a:xfrm>
        </p:spPr>
        <p:txBody>
          <a:bodyPr/>
          <a:lstStyle/>
          <a:p>
            <a:r>
              <a:rPr lang="en-US" sz="4400" dirty="0">
                <a:solidFill>
                  <a:srgbClr val="000000"/>
                </a:solidFill>
                <a:effectLst/>
              </a:rPr>
              <a:t>Acceleration</a:t>
            </a:r>
            <a:endParaRPr lang="en-US" dirty="0">
              <a:solidFill>
                <a:srgbClr val="000000"/>
              </a:solidFill>
              <a:effectLst/>
            </a:endParaRPr>
          </a:p>
          <a:p>
            <a:r>
              <a:rPr lang="en-US" dirty="0">
                <a:solidFill>
                  <a:srgbClr val="000000"/>
                </a:solidFill>
                <a:effectLst/>
              </a:rPr>
              <a:t>Continuous experimentation relies on predictive and prospective analysis of </a:t>
            </a:r>
            <a:br>
              <a:rPr lang="en-US" dirty="0">
                <a:solidFill>
                  <a:srgbClr val="000000"/>
                </a:solidFill>
                <a:effectLst/>
              </a:rPr>
            </a:br>
            <a:r>
              <a:rPr lang="en-US" dirty="0">
                <a:solidFill>
                  <a:srgbClr val="000000"/>
                </a:solidFill>
                <a:effectLst/>
              </a:rPr>
              <a:t>massive amounts of data.</a:t>
            </a:r>
          </a:p>
        </p:txBody>
      </p:sp>
      <p:sp>
        <p:nvSpPr>
          <p:cNvPr id="29" name="Text Placeholder 13">
            <a:extLst>
              <a:ext uri="{FF2B5EF4-FFF2-40B4-BE49-F238E27FC236}">
                <a16:creationId xmlns:a16="http://schemas.microsoft.com/office/drawing/2014/main" id="{4360FFC4-D3E7-FAF7-CE4E-F68B5E492F15}"/>
              </a:ext>
            </a:extLst>
          </p:cNvPr>
          <p:cNvSpPr>
            <a:spLocks noGrp="1"/>
          </p:cNvSpPr>
          <p:nvPr>
            <p:ph type="body" sz="quarter" idx="11"/>
          </p:nvPr>
        </p:nvSpPr>
        <p:spPr>
          <a:xfrm>
            <a:off x="576072" y="8758367"/>
            <a:ext cx="4949825" cy="3436807"/>
          </a:xfrm>
        </p:spPr>
        <p:txBody>
          <a:bodyPr/>
          <a:lstStyle/>
          <a:p>
            <a:r>
              <a:rPr lang="en-US" sz="4400" dirty="0">
                <a:solidFill>
                  <a:srgbClr val="000000"/>
                </a:solidFill>
                <a:effectLst/>
              </a:rPr>
              <a:t>Purpose</a:t>
            </a:r>
            <a:r>
              <a:rPr lang="en-US" dirty="0">
                <a:solidFill>
                  <a:srgbClr val="000000"/>
                </a:solidFill>
                <a:effectLst/>
              </a:rPr>
              <a:t> </a:t>
            </a:r>
          </a:p>
          <a:p>
            <a:r>
              <a:rPr lang="en-US" dirty="0">
                <a:solidFill>
                  <a:srgbClr val="000000"/>
                </a:solidFill>
                <a:effectLst/>
              </a:rPr>
              <a:t>Align purpose and intent </a:t>
            </a:r>
            <a:br>
              <a:rPr lang="en-US" dirty="0">
                <a:solidFill>
                  <a:srgbClr val="000000"/>
                </a:solidFill>
                <a:effectLst/>
              </a:rPr>
            </a:br>
            <a:r>
              <a:rPr lang="en-US" dirty="0">
                <a:solidFill>
                  <a:srgbClr val="000000"/>
                </a:solidFill>
                <a:effectLst/>
              </a:rPr>
              <a:t>with wider societal impact </a:t>
            </a:r>
            <a:br>
              <a:rPr lang="en-US" dirty="0">
                <a:solidFill>
                  <a:srgbClr val="000000"/>
                </a:solidFill>
                <a:effectLst/>
              </a:rPr>
            </a:br>
            <a:r>
              <a:rPr lang="en-US" dirty="0">
                <a:solidFill>
                  <a:srgbClr val="000000"/>
                </a:solidFill>
                <a:effectLst/>
              </a:rPr>
              <a:t>on climate, health, security </a:t>
            </a:r>
            <a:br>
              <a:rPr lang="en-US" dirty="0">
                <a:solidFill>
                  <a:srgbClr val="000000"/>
                </a:solidFill>
                <a:effectLst/>
              </a:rPr>
            </a:br>
            <a:r>
              <a:rPr lang="en-US" dirty="0">
                <a:solidFill>
                  <a:srgbClr val="000000"/>
                </a:solidFill>
                <a:effectLst/>
              </a:rPr>
              <a:t>and equality.</a:t>
            </a:r>
          </a:p>
        </p:txBody>
      </p:sp>
      <p:sp>
        <p:nvSpPr>
          <p:cNvPr id="33" name="Text Placeholder 17">
            <a:extLst>
              <a:ext uri="{FF2B5EF4-FFF2-40B4-BE49-F238E27FC236}">
                <a16:creationId xmlns:a16="http://schemas.microsoft.com/office/drawing/2014/main" id="{7CDBB797-895D-5F7F-3F5F-5CB7EB401905}"/>
              </a:ext>
            </a:extLst>
          </p:cNvPr>
          <p:cNvSpPr>
            <a:spLocks noGrp="1"/>
          </p:cNvSpPr>
          <p:nvPr>
            <p:ph type="body" sz="quarter" idx="19"/>
          </p:nvPr>
        </p:nvSpPr>
        <p:spPr>
          <a:xfrm>
            <a:off x="6663241" y="8757102"/>
            <a:ext cx="4949825" cy="3438072"/>
          </a:xfrm>
        </p:spPr>
        <p:txBody>
          <a:bodyPr/>
          <a:lstStyle/>
          <a:p>
            <a:r>
              <a:rPr lang="en-US" sz="4400" dirty="0">
                <a:solidFill>
                  <a:srgbClr val="000000"/>
                </a:solidFill>
                <a:effectLst/>
              </a:rPr>
              <a:t>Culture</a:t>
            </a:r>
            <a:r>
              <a:rPr lang="en-US" dirty="0">
                <a:solidFill>
                  <a:srgbClr val="000000"/>
                </a:solidFill>
                <a:effectLst/>
              </a:rPr>
              <a:t> </a:t>
            </a:r>
          </a:p>
          <a:p>
            <a:r>
              <a:rPr lang="en-US" dirty="0">
                <a:solidFill>
                  <a:srgbClr val="000000"/>
                </a:solidFill>
                <a:effectLst/>
              </a:rPr>
              <a:t>Embrace new digital tools and methods without sacrificing human empathy, creativity </a:t>
            </a:r>
            <a:br>
              <a:rPr lang="en-US" dirty="0">
                <a:solidFill>
                  <a:srgbClr val="000000"/>
                </a:solidFill>
                <a:effectLst/>
              </a:rPr>
            </a:br>
            <a:r>
              <a:rPr lang="en-US" dirty="0">
                <a:solidFill>
                  <a:srgbClr val="000000"/>
                </a:solidFill>
                <a:effectLst/>
              </a:rPr>
              <a:t>and sense of belonging.</a:t>
            </a:r>
          </a:p>
        </p:txBody>
      </p:sp>
      <p:sp>
        <p:nvSpPr>
          <p:cNvPr id="34" name="Text Placeholder 18">
            <a:extLst>
              <a:ext uri="{FF2B5EF4-FFF2-40B4-BE49-F238E27FC236}">
                <a16:creationId xmlns:a16="http://schemas.microsoft.com/office/drawing/2014/main" id="{FAA2A732-EC85-F182-9150-5DC257A4462D}"/>
              </a:ext>
            </a:extLst>
          </p:cNvPr>
          <p:cNvSpPr>
            <a:spLocks noGrp="1"/>
          </p:cNvSpPr>
          <p:nvPr>
            <p:ph type="body" sz="quarter" idx="20"/>
          </p:nvPr>
        </p:nvSpPr>
        <p:spPr>
          <a:xfrm>
            <a:off x="12767760" y="8757102"/>
            <a:ext cx="4949825" cy="3438072"/>
          </a:xfrm>
        </p:spPr>
        <p:txBody>
          <a:bodyPr/>
          <a:lstStyle/>
          <a:p>
            <a:r>
              <a:rPr lang="en-US" sz="4400" dirty="0">
                <a:solidFill>
                  <a:srgbClr val="000000"/>
                </a:solidFill>
                <a:effectLst/>
              </a:rPr>
              <a:t>Resilience</a:t>
            </a:r>
            <a:r>
              <a:rPr lang="en-US" dirty="0">
                <a:solidFill>
                  <a:srgbClr val="000000"/>
                </a:solidFill>
                <a:effectLst/>
              </a:rPr>
              <a:t> </a:t>
            </a:r>
          </a:p>
          <a:p>
            <a:r>
              <a:rPr lang="en-US" dirty="0">
                <a:solidFill>
                  <a:srgbClr val="000000"/>
                </a:solidFill>
                <a:effectLst/>
              </a:rPr>
              <a:t>Optimize flexibility and nimbleness of the hybrid cloud approach to connect with business partners and access leading open technologies.</a:t>
            </a:r>
          </a:p>
        </p:txBody>
      </p:sp>
      <p:sp>
        <p:nvSpPr>
          <p:cNvPr id="32" name="Text Placeholder 16">
            <a:extLst>
              <a:ext uri="{FF2B5EF4-FFF2-40B4-BE49-F238E27FC236}">
                <a16:creationId xmlns:a16="http://schemas.microsoft.com/office/drawing/2014/main" id="{73865679-C397-70C3-9298-4963B8D0D307}"/>
              </a:ext>
            </a:extLst>
          </p:cNvPr>
          <p:cNvSpPr>
            <a:spLocks noGrp="1"/>
          </p:cNvSpPr>
          <p:nvPr>
            <p:ph type="body" sz="quarter" idx="14"/>
          </p:nvPr>
        </p:nvSpPr>
        <p:spPr>
          <a:xfrm>
            <a:off x="18859500" y="8757102"/>
            <a:ext cx="4949825" cy="3438072"/>
          </a:xfrm>
        </p:spPr>
        <p:txBody>
          <a:bodyPr/>
          <a:lstStyle/>
          <a:p>
            <a:r>
              <a:rPr lang="en-US" sz="4400" dirty="0">
                <a:solidFill>
                  <a:srgbClr val="000000"/>
                </a:solidFill>
                <a:effectLst/>
              </a:rPr>
              <a:t>Agility</a:t>
            </a:r>
            <a:r>
              <a:rPr lang="en-US" dirty="0">
                <a:solidFill>
                  <a:srgbClr val="000000"/>
                </a:solidFill>
                <a:effectLst/>
              </a:rPr>
              <a:t> </a:t>
            </a:r>
          </a:p>
          <a:p>
            <a:r>
              <a:rPr lang="en-US" dirty="0">
                <a:solidFill>
                  <a:srgbClr val="000000"/>
                </a:solidFill>
                <a:effectLst/>
              </a:rPr>
              <a:t>Create a seamless flow </a:t>
            </a:r>
            <a:br>
              <a:rPr lang="en-US" dirty="0">
                <a:solidFill>
                  <a:srgbClr val="000000"/>
                </a:solidFill>
                <a:effectLst/>
              </a:rPr>
            </a:br>
            <a:r>
              <a:rPr lang="en-US" dirty="0">
                <a:solidFill>
                  <a:srgbClr val="000000"/>
                </a:solidFill>
                <a:effectLst/>
              </a:rPr>
              <a:t>of communication and productivity with </a:t>
            </a:r>
            <a:br>
              <a:rPr lang="en-US" dirty="0">
                <a:solidFill>
                  <a:srgbClr val="000000"/>
                </a:solidFill>
                <a:effectLst/>
              </a:rPr>
            </a:br>
            <a:r>
              <a:rPr lang="en-US" dirty="0">
                <a:solidFill>
                  <a:srgbClr val="000000"/>
                </a:solidFill>
                <a:effectLst/>
              </a:rPr>
              <a:t>intelligent workflows.</a:t>
            </a:r>
          </a:p>
        </p:txBody>
      </p:sp>
      <p:pic>
        <p:nvPicPr>
          <p:cNvPr id="20" name="Picture Placeholder 25" descr="Pictogram showing outline of 2 people with curved arrows pointing to and from them in blue 60">
            <a:extLst>
              <a:ext uri="{FF2B5EF4-FFF2-40B4-BE49-F238E27FC236}">
                <a16:creationId xmlns:a16="http://schemas.microsoft.com/office/drawing/2014/main" id="{716700E2-A7F6-B7A5-4382-B491217927F2}"/>
              </a:ext>
            </a:extLst>
          </p:cNvPr>
          <p:cNvPicPr>
            <a:picLocks/>
          </p:cNvPicPr>
          <p:nvPr/>
        </p:nvPicPr>
        <p:blipFill>
          <a:blip r:embed="rId2" cstate="screen">
            <a:extLst>
              <a:ext uri="{28A0092B-C50C-407E-A947-70E740481C1C}">
                <a14:useLocalDpi xmlns:a14="http://schemas.microsoft.com/office/drawing/2010/main"/>
              </a:ext>
            </a:extLst>
          </a:blip>
          <a:srcRect l="3275" r="3275"/>
          <a:stretch/>
        </p:blipFill>
        <p:spPr>
          <a:xfrm>
            <a:off x="12770288" y="576072"/>
            <a:ext cx="1216152" cy="1216152"/>
          </a:xfrm>
          <a:prstGeom prst="rect">
            <a:avLst/>
          </a:prstGeom>
        </p:spPr>
      </p:pic>
      <p:pic>
        <p:nvPicPr>
          <p:cNvPr id="21" name="Picture Placeholder 26" descr="Pictogram of various horizontal and vertical lines and 1 curved line in blue 60">
            <a:extLst>
              <a:ext uri="{FF2B5EF4-FFF2-40B4-BE49-F238E27FC236}">
                <a16:creationId xmlns:a16="http://schemas.microsoft.com/office/drawing/2014/main" id="{55E2C7A1-F6F5-8D1C-B988-34E530E1BA7E}"/>
              </a:ext>
            </a:extLst>
          </p:cNvPr>
          <p:cNvPicPr>
            <a:picLocks/>
          </p:cNvPicPr>
          <p:nvPr/>
        </p:nvPicPr>
        <p:blipFill>
          <a:blip r:embed="rId3" cstate="screen">
            <a:extLst>
              <a:ext uri="{28A0092B-C50C-407E-A947-70E740481C1C}">
                <a14:useLocalDpi xmlns:a14="http://schemas.microsoft.com/office/drawing/2010/main"/>
              </a:ext>
            </a:extLst>
          </a:blip>
          <a:srcRect l="2756" r="2756"/>
          <a:stretch/>
        </p:blipFill>
        <p:spPr>
          <a:xfrm>
            <a:off x="18809523" y="576072"/>
            <a:ext cx="1216152" cy="1216152"/>
          </a:xfrm>
          <a:prstGeom prst="rect">
            <a:avLst/>
          </a:prstGeom>
        </p:spPr>
      </p:pic>
      <p:pic>
        <p:nvPicPr>
          <p:cNvPr id="25" name="Picture Placeholder 27" descr="Pictogram showing bullseye with arrow pointing to center in blue 60">
            <a:extLst>
              <a:ext uri="{FF2B5EF4-FFF2-40B4-BE49-F238E27FC236}">
                <a16:creationId xmlns:a16="http://schemas.microsoft.com/office/drawing/2014/main" id="{4E97F8D0-EEA4-DF14-2C97-A5AAA089621C}"/>
              </a:ext>
            </a:extLst>
          </p:cNvPr>
          <p:cNvPicPr>
            <a:picLocks/>
          </p:cNvPicPr>
          <p:nvPr/>
        </p:nvPicPr>
        <p:blipFill rotWithShape="1">
          <a:blip r:embed="rId4" cstate="screen">
            <a:extLst>
              <a:ext uri="{28A0092B-C50C-407E-A947-70E740481C1C}">
                <a14:useLocalDpi xmlns:a14="http://schemas.microsoft.com/office/drawing/2010/main"/>
              </a:ext>
            </a:extLst>
          </a:blip>
          <a:srcRect l="-1902" t="-4914" r="-1316" b="-4326"/>
          <a:stretch/>
        </p:blipFill>
        <p:spPr>
          <a:xfrm>
            <a:off x="565150" y="6694630"/>
            <a:ext cx="1216152" cy="1216152"/>
          </a:xfrm>
          <a:prstGeom prst="rect">
            <a:avLst/>
          </a:prstGeom>
        </p:spPr>
      </p:pic>
      <p:pic>
        <p:nvPicPr>
          <p:cNvPr id="22" name="Picture Placeholder 27" descr="Pictogram showing 2 outlined silhouettes of head in mirror image connected like jigsaw puzzle pieces in blue 60">
            <a:extLst>
              <a:ext uri="{FF2B5EF4-FFF2-40B4-BE49-F238E27FC236}">
                <a16:creationId xmlns:a16="http://schemas.microsoft.com/office/drawing/2014/main" id="{02A6D3C2-5BBB-64C4-9302-342AA129696F}"/>
              </a:ext>
            </a:extLst>
          </p:cNvPr>
          <p:cNvPicPr>
            <a:picLocks/>
          </p:cNvPicPr>
          <p:nvPr/>
        </p:nvPicPr>
        <p:blipFill rotWithShape="1">
          <a:blip r:embed="rId5" cstate="screen">
            <a:extLst>
              <a:ext uri="{28A0092B-C50C-407E-A947-70E740481C1C}">
                <a14:useLocalDpi xmlns:a14="http://schemas.microsoft.com/office/drawing/2010/main"/>
              </a:ext>
            </a:extLst>
          </a:blip>
          <a:srcRect l="-2045" t="-5627" r="-200" b="-3785"/>
          <a:stretch/>
        </p:blipFill>
        <p:spPr>
          <a:xfrm>
            <a:off x="6639790" y="6694630"/>
            <a:ext cx="1216152" cy="1216152"/>
          </a:xfrm>
          <a:prstGeom prst="rect">
            <a:avLst/>
          </a:prstGeom>
        </p:spPr>
      </p:pic>
      <p:pic>
        <p:nvPicPr>
          <p:cNvPr id="23" name="Picture Placeholder 28" descr="Pictogram showing outlined circle with lines inside in various directions in blue 60">
            <a:extLst>
              <a:ext uri="{FF2B5EF4-FFF2-40B4-BE49-F238E27FC236}">
                <a16:creationId xmlns:a16="http://schemas.microsoft.com/office/drawing/2014/main" id="{23DAB3E2-C51F-277D-1F86-A61004F794C8}"/>
              </a:ext>
            </a:extLst>
          </p:cNvPr>
          <p:cNvPicPr>
            <a:picLocks/>
          </p:cNvPicPr>
          <p:nvPr/>
        </p:nvPicPr>
        <p:blipFill rotWithShape="1">
          <a:blip r:embed="rId6" cstate="screen">
            <a:extLst>
              <a:ext uri="{28A0092B-C50C-407E-A947-70E740481C1C}">
                <a14:useLocalDpi xmlns:a14="http://schemas.microsoft.com/office/drawing/2010/main"/>
              </a:ext>
            </a:extLst>
          </a:blip>
          <a:srcRect l="-1895" t="-4889" r="-764" b="-3756"/>
          <a:stretch/>
        </p:blipFill>
        <p:spPr>
          <a:xfrm>
            <a:off x="12742578" y="6694630"/>
            <a:ext cx="1216152" cy="1216152"/>
          </a:xfrm>
          <a:prstGeom prst="rect">
            <a:avLst/>
          </a:prstGeom>
        </p:spPr>
      </p:pic>
      <p:pic>
        <p:nvPicPr>
          <p:cNvPr id="24" name="Picture Placeholder 29" descr="Pictogram showing outline of magnifying glass highlighting various shapes and lines in blue 60">
            <a:extLst>
              <a:ext uri="{FF2B5EF4-FFF2-40B4-BE49-F238E27FC236}">
                <a16:creationId xmlns:a16="http://schemas.microsoft.com/office/drawing/2014/main" id="{6EA15500-687B-A0B1-82A7-7E56A392ECD0}"/>
              </a:ext>
            </a:extLst>
          </p:cNvPr>
          <p:cNvPicPr>
            <a:picLocks/>
          </p:cNvPicPr>
          <p:nvPr/>
        </p:nvPicPr>
        <p:blipFill>
          <a:blip r:embed="rId7" cstate="screen">
            <a:extLst>
              <a:ext uri="{28A0092B-C50C-407E-A947-70E740481C1C}">
                <a14:useLocalDpi xmlns:a14="http://schemas.microsoft.com/office/drawing/2010/main"/>
              </a:ext>
            </a:extLst>
          </a:blip>
          <a:srcRect l="2756" r="2756"/>
          <a:stretch>
            <a:fillRect/>
          </a:stretch>
        </p:blipFill>
        <p:spPr>
          <a:xfrm>
            <a:off x="18781815" y="6694630"/>
            <a:ext cx="1216152" cy="1216152"/>
          </a:xfrm>
          <a:prstGeom prst="rect">
            <a:avLst/>
          </a:prstGeom>
        </p:spPr>
      </p:pic>
      <p:sp>
        <p:nvSpPr>
          <p:cNvPr id="3" name="TextBox 2" descr="Horizontal column divider line">
            <a:extLst>
              <a:ext uri="{FF2B5EF4-FFF2-40B4-BE49-F238E27FC236}">
                <a16:creationId xmlns:a16="http://schemas.microsoft.com/office/drawing/2014/main" id="{0A03B9D5-01DB-9509-08D4-2B61D23AF54A}"/>
              </a:ext>
            </a:extLst>
          </p:cNvPr>
          <p:cNvSpPr txBox="1"/>
          <p:nvPr/>
        </p:nvSpPr>
        <p:spPr>
          <a:xfrm>
            <a:off x="10464800" y="6070600"/>
            <a:ext cx="0" cy="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rtlCol="0">
            <a:noAutofit/>
          </a:bodyPr>
          <a:lstStyle/>
          <a:p>
            <a:pPr marL="444465" indent="-446749" algn="l" defTabSz="2438400">
              <a:spcBef>
                <a:spcPts val="2900"/>
              </a:spcBef>
              <a:buSzPct val="100000"/>
              <a:buFontTx/>
              <a:buChar char="–"/>
            </a:pPr>
            <a:endParaRPr lang="en-US" kern="0" dirty="0">
              <a:solidFill>
                <a:srgbClr val="000000"/>
              </a:solidFill>
              <a:ea typeface="+mj-ea"/>
              <a:cs typeface="+mj-cs"/>
              <a:sym typeface="IBM Plex Sans Light"/>
            </a:endParaRPr>
          </a:p>
        </p:txBody>
      </p:sp>
      <p:sp>
        <p:nvSpPr>
          <p:cNvPr id="4" name="TextBox 3" descr="Vertical column divider line">
            <a:extLst>
              <a:ext uri="{FF2B5EF4-FFF2-40B4-BE49-F238E27FC236}">
                <a16:creationId xmlns:a16="http://schemas.microsoft.com/office/drawing/2014/main" id="{982B2525-6862-C31A-468E-98E0B560818B}"/>
              </a:ext>
            </a:extLst>
          </p:cNvPr>
          <p:cNvSpPr txBox="1"/>
          <p:nvPr/>
        </p:nvSpPr>
        <p:spPr>
          <a:xfrm>
            <a:off x="12166600" y="4749800"/>
            <a:ext cx="0" cy="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rtlCol="0">
            <a:noAutofit/>
          </a:bodyPr>
          <a:lstStyle/>
          <a:p>
            <a:pPr marL="444465" indent="-446749" algn="l" defTabSz="2438400">
              <a:spcBef>
                <a:spcPts val="2900"/>
              </a:spcBef>
              <a:buSzPct val="100000"/>
              <a:buFontTx/>
              <a:buChar char="–"/>
            </a:pPr>
            <a:endParaRPr lang="en-US" kern="0" dirty="0">
              <a:solidFill>
                <a:srgbClr val="000000"/>
              </a:solidFill>
              <a:ea typeface="+mj-ea"/>
              <a:cs typeface="+mj-cs"/>
              <a:sym typeface="IBM Plex Sans Light"/>
            </a:endParaRPr>
          </a:p>
        </p:txBody>
      </p:sp>
      <p:sp>
        <p:nvSpPr>
          <p:cNvPr id="6" name="TextBox 5">
            <a:extLst>
              <a:ext uri="{FF2B5EF4-FFF2-40B4-BE49-F238E27FC236}">
                <a16:creationId xmlns:a16="http://schemas.microsoft.com/office/drawing/2014/main" id="{B5A6E399-DDF4-D4B2-69A8-99347798ADA6}"/>
              </a:ext>
            </a:extLst>
          </p:cNvPr>
          <p:cNvSpPr txBox="1"/>
          <p:nvPr/>
        </p:nvSpPr>
        <p:spPr>
          <a:xfrm>
            <a:off x="12446000" y="6019800"/>
            <a:ext cx="0" cy="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rtlCol="0">
            <a:noAutofit/>
          </a:bodyPr>
          <a:lstStyle/>
          <a:p>
            <a:pPr marL="444465" indent="-446749" algn="l" defTabSz="2438400">
              <a:spcBef>
                <a:spcPts val="2900"/>
              </a:spcBef>
              <a:buSzPct val="100000"/>
              <a:buFontTx/>
              <a:buChar char="–"/>
            </a:pPr>
            <a:endParaRPr lang="en-US" kern="0" dirty="0">
              <a:solidFill>
                <a:srgbClr val="000000"/>
              </a:solidFill>
              <a:ea typeface="+mj-ea"/>
              <a:cs typeface="+mj-cs"/>
              <a:sym typeface="IBM Plex Sans Light"/>
            </a:endParaRPr>
          </a:p>
        </p:txBody>
      </p:sp>
      <p:sp>
        <p:nvSpPr>
          <p:cNvPr id="7" name="TextBox 6">
            <a:extLst>
              <a:ext uri="{FF2B5EF4-FFF2-40B4-BE49-F238E27FC236}">
                <a16:creationId xmlns:a16="http://schemas.microsoft.com/office/drawing/2014/main" id="{F5FDF5F8-E005-D656-FB95-6524551429FB}"/>
              </a:ext>
            </a:extLst>
          </p:cNvPr>
          <p:cNvSpPr txBox="1"/>
          <p:nvPr/>
        </p:nvSpPr>
        <p:spPr>
          <a:xfrm>
            <a:off x="10950498" y="5999356"/>
            <a:ext cx="0" cy="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rtlCol="0">
            <a:noAutofit/>
          </a:bodyPr>
          <a:lstStyle/>
          <a:p>
            <a:pPr marL="444465" indent="-446749" algn="l" defTabSz="2438400">
              <a:spcBef>
                <a:spcPts val="2900"/>
              </a:spcBef>
              <a:buSzPct val="100000"/>
              <a:buFontTx/>
              <a:buChar char="–"/>
            </a:pPr>
            <a:endParaRPr lang="en-US" kern="0" dirty="0">
              <a:solidFill>
                <a:srgbClr val="000000"/>
              </a:solidFill>
              <a:ea typeface="+mj-ea"/>
              <a:cs typeface="+mj-cs"/>
              <a:sym typeface="IBM Plex Sans Light"/>
            </a:endParaRPr>
          </a:p>
        </p:txBody>
      </p:sp>
      <p:sp>
        <p:nvSpPr>
          <p:cNvPr id="13" name="Slide Number Placeholder 12">
            <a:extLst>
              <a:ext uri="{FF2B5EF4-FFF2-40B4-BE49-F238E27FC236}">
                <a16:creationId xmlns:a16="http://schemas.microsoft.com/office/drawing/2014/main" id="{65C3E757-1FE7-DF36-1DFD-AD0E272D3797}"/>
              </a:ext>
            </a:extLst>
          </p:cNvPr>
          <p:cNvSpPr>
            <a:spLocks noGrp="1"/>
          </p:cNvSpPr>
          <p:nvPr>
            <p:ph type="sldNum" sz="quarter" idx="4"/>
          </p:nvPr>
        </p:nvSpPr>
        <p:spPr/>
        <p:txBody>
          <a:bodyPr/>
          <a:lstStyle/>
          <a:p>
            <a:fld id="{86CB4B4D-7CA3-9044-876B-883B54F8677D}" type="slidenum">
              <a:rPr lang="en-US" smtClean="0"/>
              <a:pPr/>
              <a:t>76</a:t>
            </a:fld>
            <a:endParaRPr lang="en-US" dirty="0"/>
          </a:p>
        </p:txBody>
      </p:sp>
    </p:spTree>
    <p:extLst>
      <p:ext uri="{BB962C8B-B14F-4D97-AF65-F5344CB8AC3E}">
        <p14:creationId xmlns:p14="http://schemas.microsoft.com/office/powerpoint/2010/main" val="2885093861"/>
      </p:ext>
    </p:extLst>
  </p:cSld>
  <p:clrMapOvr>
    <a:masterClrMapping/>
  </p:clrMapOvr>
  <p:transition spd="med"/>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descr="Vertical quarter slide background in blue 10">
            <a:extLst>
              <a:ext uri="{FF2B5EF4-FFF2-40B4-BE49-F238E27FC236}">
                <a16:creationId xmlns:a16="http://schemas.microsoft.com/office/drawing/2014/main" id="{D1A83177-955F-39B4-51EF-6C7C0DD7E2A8}"/>
              </a:ext>
            </a:extLst>
          </p:cNvPr>
          <p:cNvSpPr/>
          <p:nvPr/>
        </p:nvSpPr>
        <p:spPr bwMode="auto">
          <a:xfrm>
            <a:off x="0" y="0"/>
            <a:ext cx="6096000" cy="13716000"/>
          </a:xfrm>
          <a:prstGeom prst="rect">
            <a:avLst/>
          </a:prstGeom>
          <a:solidFill>
            <a:srgbClr val="E5F6FF"/>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dirty="0">
              <a:ln>
                <a:noFill/>
              </a:ln>
              <a:solidFill>
                <a:schemeClr val="bg1"/>
              </a:solidFill>
              <a:effectLst/>
              <a:latin typeface="+mn-lt"/>
            </a:endParaRPr>
          </a:p>
        </p:txBody>
      </p:sp>
      <p:sp>
        <p:nvSpPr>
          <p:cNvPr id="6" name="Title 1">
            <a:extLst>
              <a:ext uri="{FF2B5EF4-FFF2-40B4-BE49-F238E27FC236}">
                <a16:creationId xmlns:a16="http://schemas.microsoft.com/office/drawing/2014/main" id="{233D7DD1-0650-1615-312E-08623FE7E9CE}"/>
              </a:ext>
            </a:extLst>
          </p:cNvPr>
          <p:cNvSpPr>
            <a:spLocks noGrp="1"/>
          </p:cNvSpPr>
          <p:nvPr>
            <p:ph type="title"/>
          </p:nvPr>
        </p:nvSpPr>
        <p:spPr>
          <a:xfrm>
            <a:off x="576072" y="576072"/>
            <a:ext cx="4949825" cy="4573588"/>
          </a:xfrm>
        </p:spPr>
        <p:txBody>
          <a:bodyPr/>
          <a:lstStyle/>
          <a:p>
            <a:r>
              <a:rPr lang="en-US" sz="3600" dirty="0"/>
              <a:t>Salesforce powers the entire indirect sales channel</a:t>
            </a:r>
            <a:br>
              <a:rPr lang="en-US" sz="3600" dirty="0"/>
            </a:br>
            <a:endParaRPr lang="en-US" sz="3600" dirty="0"/>
          </a:p>
        </p:txBody>
      </p:sp>
      <p:sp>
        <p:nvSpPr>
          <p:cNvPr id="7" name="Title 1">
            <a:extLst>
              <a:ext uri="{FF2B5EF4-FFF2-40B4-BE49-F238E27FC236}">
                <a16:creationId xmlns:a16="http://schemas.microsoft.com/office/drawing/2014/main" id="{766E2AB7-80F3-9BEC-57D3-D8CD6BA1A250}"/>
              </a:ext>
            </a:extLst>
          </p:cNvPr>
          <p:cNvSpPr txBox="1">
            <a:spLocks/>
          </p:cNvSpPr>
          <p:nvPr/>
        </p:nvSpPr>
        <p:spPr>
          <a:xfrm>
            <a:off x="568325" y="3429000"/>
            <a:ext cx="4424913" cy="75095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lvl1pPr marL="0" marR="0" indent="0" algn="l" defTabSz="2438400" rtl="0" latinLnBrk="0">
              <a:lnSpc>
                <a:spcPct val="100000"/>
              </a:lnSpc>
              <a:spcBef>
                <a:spcPts val="0"/>
              </a:spcBef>
              <a:spcAft>
                <a:spcPts val="0"/>
              </a:spcAft>
              <a:buClrTx/>
              <a:buSzTx/>
              <a:buFontTx/>
              <a:buNone/>
              <a:tabLst/>
              <a:defRPr sz="6400" b="0" i="0" u="none" strike="noStrike" cap="none" spc="0" baseline="0">
                <a:solidFill>
                  <a:schemeClr val="tx1"/>
                </a:solidFill>
                <a:uFillTx/>
                <a:latin typeface="+mj-lt"/>
                <a:ea typeface="+mj-ea"/>
                <a:cs typeface="+mj-cs"/>
                <a:sym typeface="IBM Plex Sans Light"/>
              </a:defRPr>
            </a:lvl1pPr>
            <a:lvl2pPr marL="0" marR="0" indent="0"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2pPr>
            <a:lvl3pPr marL="0" marR="0" indent="0"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3pPr>
            <a:lvl4pPr marL="0" marR="0" indent="0"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4pPr>
            <a:lvl5pPr marL="0" marR="0" indent="0"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5pPr>
            <a:lvl6pPr marL="0" marR="0" indent="362568"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6pPr>
            <a:lvl7pPr marL="0" marR="0" indent="725139"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7pPr>
            <a:lvl8pPr marL="0" marR="0" indent="1087706"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8pPr>
            <a:lvl9pPr marL="0" marR="0" indent="1450276"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9pPr>
          </a:lstStyle>
          <a:p>
            <a:r>
              <a:rPr lang="en-US" sz="3600" kern="0" dirty="0">
                <a:solidFill>
                  <a:schemeClr val="accent1"/>
                </a:solidFill>
              </a:rPr>
              <a:t>↓</a:t>
            </a:r>
          </a:p>
          <a:p>
            <a:r>
              <a:rPr lang="en-US" sz="3600" kern="0" dirty="0">
                <a:solidFill>
                  <a:schemeClr val="accent1"/>
                </a:solidFill>
              </a:rPr>
              <a:t>Built on the Salesforce platform</a:t>
            </a:r>
          </a:p>
        </p:txBody>
      </p:sp>
      <p:sp>
        <p:nvSpPr>
          <p:cNvPr id="8" name="Text Placeholder 7">
            <a:extLst>
              <a:ext uri="{FF2B5EF4-FFF2-40B4-BE49-F238E27FC236}">
                <a16:creationId xmlns:a16="http://schemas.microsoft.com/office/drawing/2014/main" id="{E9A3A4C8-7977-6662-B6ED-0DBA50587072}"/>
              </a:ext>
            </a:extLst>
          </p:cNvPr>
          <p:cNvSpPr txBox="1">
            <a:spLocks/>
          </p:cNvSpPr>
          <p:nvPr/>
        </p:nvSpPr>
        <p:spPr>
          <a:xfrm>
            <a:off x="6665976" y="576072"/>
            <a:ext cx="4953000" cy="5145087"/>
          </a:xfrm>
          <a:prstGeom prst="rect">
            <a:avLst/>
          </a:prstGeom>
        </p:spPr>
        <p:txBody>
          <a:bodyPr lIns="0" tIns="0" rIns="0" bIns="0"/>
          <a:lstStyle>
            <a:lvl1pPr marL="0" marR="0" indent="0" algn="l" defTabSz="2438400" rtl="0" eaLnBrk="1" latinLnBrk="0" hangingPunct="1">
              <a:lnSpc>
                <a:spcPct val="110000"/>
              </a:lnSpc>
              <a:spcBef>
                <a:spcPts val="0"/>
              </a:spcBef>
              <a:spcAft>
                <a:spcPts val="0"/>
              </a:spcAft>
              <a:buClrTx/>
              <a:buSzTx/>
              <a:buFontTx/>
              <a:buNone/>
              <a:tabLst/>
              <a:defRPr sz="3600" b="0" i="0" u="none" strike="noStrike" cap="none" spc="0" baseline="0">
                <a:solidFill>
                  <a:schemeClr val="tx1"/>
                </a:solidFill>
                <a:uFillTx/>
                <a:latin typeface="+mj-lt"/>
                <a:ea typeface="+mj-ea"/>
                <a:cs typeface="+mj-cs"/>
                <a:sym typeface="IBM Plex Sans Light"/>
              </a:defRPr>
            </a:lvl1pPr>
            <a:lvl2pPr marL="329184"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2pPr>
            <a:lvl3pPr marL="658368"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3pPr>
            <a:lvl4pPr marL="987552"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4pPr>
            <a:lvl5pPr marL="1143000" marR="0" indent="-457200" algn="l" defTabSz="2438400" rtl="0" eaLnBrk="1" latinLnBrk="0" hangingPunct="1">
              <a:lnSpc>
                <a:spcPct val="110000"/>
              </a:lnSpc>
              <a:spcBef>
                <a:spcPts val="2900"/>
              </a:spcBef>
              <a:spcAft>
                <a:spcPts val="0"/>
              </a:spcAft>
              <a:buClrTx/>
              <a:buSzPct val="100000"/>
              <a:buFont typeface="IBM Plex Sans" panose="020B0604020202020204" pitchFamily="34" charset="0"/>
              <a:buChar char="•"/>
              <a:tabLst/>
              <a:defRPr sz="3600" b="0" i="0" u="none" strike="noStrike" cap="none" spc="0" baseline="0">
                <a:solidFill>
                  <a:srgbClr val="000000"/>
                </a:solidFill>
                <a:uFillTx/>
                <a:latin typeface="+mj-lt"/>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r>
              <a:rPr lang="en-US" kern="0" dirty="0"/>
              <a:t>Partner </a:t>
            </a:r>
            <a:br>
              <a:rPr lang="en-US" kern="0" dirty="0"/>
            </a:br>
            <a:r>
              <a:rPr lang="en-US" kern="0" dirty="0"/>
              <a:t>marketing</a:t>
            </a:r>
          </a:p>
          <a:p>
            <a:endParaRPr lang="en-RO" kern="0"/>
          </a:p>
        </p:txBody>
      </p:sp>
      <p:pic>
        <p:nvPicPr>
          <p:cNvPr id="9" name="Picture Placeholder 24" descr="Pictogram showing outline of person with outlined circle, square and triangle above connected by vertical and horizontal lines in black">
            <a:extLst>
              <a:ext uri="{FF2B5EF4-FFF2-40B4-BE49-F238E27FC236}">
                <a16:creationId xmlns:a16="http://schemas.microsoft.com/office/drawing/2014/main" id="{2FA41829-D045-A730-3E29-A7364EB99A51}"/>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l="678" r="678"/>
          <a:stretch/>
        </p:blipFill>
        <p:spPr>
          <a:xfrm>
            <a:off x="6711747" y="4296306"/>
            <a:ext cx="1143000" cy="1141412"/>
          </a:xfrm>
          <a:prstGeom prst="rect">
            <a:avLst/>
          </a:prstGeom>
        </p:spPr>
      </p:pic>
      <p:sp>
        <p:nvSpPr>
          <p:cNvPr id="10" name="Text Placeholder 3">
            <a:extLst>
              <a:ext uri="{FF2B5EF4-FFF2-40B4-BE49-F238E27FC236}">
                <a16:creationId xmlns:a16="http://schemas.microsoft.com/office/drawing/2014/main" id="{EC748F09-FEB8-67BC-BD9C-B7B5BA716B60}"/>
              </a:ext>
            </a:extLst>
          </p:cNvPr>
          <p:cNvSpPr txBox="1">
            <a:spLocks/>
          </p:cNvSpPr>
          <p:nvPr/>
        </p:nvSpPr>
        <p:spPr>
          <a:xfrm>
            <a:off x="12763500" y="576072"/>
            <a:ext cx="4953000" cy="5145087"/>
          </a:xfrm>
          <a:prstGeom prst="rect">
            <a:avLst/>
          </a:prstGeom>
        </p:spPr>
        <p:txBody>
          <a:bodyPr lIns="0" tIns="0" rIns="0" bIns="0"/>
          <a:lstStyle>
            <a:lvl1pPr marL="0" marR="0" indent="0" algn="l" defTabSz="2438400" rtl="0" eaLnBrk="1" latinLnBrk="0" hangingPunct="1">
              <a:lnSpc>
                <a:spcPct val="110000"/>
              </a:lnSpc>
              <a:spcBef>
                <a:spcPts val="0"/>
              </a:spcBef>
              <a:spcAft>
                <a:spcPts val="0"/>
              </a:spcAft>
              <a:buClrTx/>
              <a:buSzTx/>
              <a:buFontTx/>
              <a:buNone/>
              <a:tabLst/>
              <a:defRPr sz="3600" b="0" i="0" u="none" strike="noStrike" cap="none" spc="0" baseline="0">
                <a:solidFill>
                  <a:schemeClr val="tx1"/>
                </a:solidFill>
                <a:uFillTx/>
                <a:latin typeface="+mj-lt"/>
                <a:ea typeface="+mj-ea"/>
                <a:cs typeface="+mj-cs"/>
                <a:sym typeface="IBM Plex Sans Light"/>
              </a:defRPr>
            </a:lvl1pPr>
            <a:lvl2pPr marL="329184"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2pPr>
            <a:lvl3pPr marL="658368"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3pPr>
            <a:lvl4pPr marL="987552"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4pPr>
            <a:lvl5pPr marL="1143000" marR="0" indent="-457200" algn="l" defTabSz="2438400" rtl="0" eaLnBrk="1" latinLnBrk="0" hangingPunct="1">
              <a:lnSpc>
                <a:spcPct val="110000"/>
              </a:lnSpc>
              <a:spcBef>
                <a:spcPts val="2900"/>
              </a:spcBef>
              <a:spcAft>
                <a:spcPts val="0"/>
              </a:spcAft>
              <a:buClrTx/>
              <a:buSzPct val="100000"/>
              <a:buFont typeface="IBM Plex Sans" panose="020B0604020202020204" pitchFamily="34" charset="0"/>
              <a:buChar char="•"/>
              <a:tabLst/>
              <a:defRPr sz="3600" b="0" i="0" u="none" strike="noStrike" cap="none" spc="0" baseline="0">
                <a:solidFill>
                  <a:srgbClr val="000000"/>
                </a:solidFill>
                <a:uFillTx/>
                <a:latin typeface="+mj-lt"/>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r>
              <a:rPr lang="en-US" kern="0" dirty="0"/>
              <a:t>Partner </a:t>
            </a:r>
            <a:br>
              <a:rPr lang="en-US" kern="0" dirty="0"/>
            </a:br>
            <a:r>
              <a:rPr lang="en-US" kern="0" dirty="0"/>
              <a:t>management</a:t>
            </a:r>
          </a:p>
          <a:p>
            <a:endParaRPr lang="en-RO" kern="0"/>
          </a:p>
        </p:txBody>
      </p:sp>
      <p:pic>
        <p:nvPicPr>
          <p:cNvPr id="11" name="Picture Placeholder 24" descr="Pictogram showing arrow intersecting outlined circle and rectangle in black  ">
            <a:extLst>
              <a:ext uri="{FF2B5EF4-FFF2-40B4-BE49-F238E27FC236}">
                <a16:creationId xmlns:a16="http://schemas.microsoft.com/office/drawing/2014/main" id="{9F4302A1-EACF-1324-A8AA-D06C3C317252}"/>
              </a:ext>
            </a:extLst>
          </p:cNvPr>
          <p:cNvPicPr>
            <a:picLocks noChangeAspect="1"/>
          </p:cNvPicPr>
          <p:nvPr/>
        </p:nvPicPr>
        <p:blipFill>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a:xfrm>
            <a:off x="12761976" y="4296306"/>
            <a:ext cx="1143000" cy="1141412"/>
          </a:xfrm>
          <a:prstGeom prst="rect">
            <a:avLst/>
          </a:prstGeom>
        </p:spPr>
      </p:pic>
      <p:sp>
        <p:nvSpPr>
          <p:cNvPr id="12" name="Text Placeholder 4">
            <a:extLst>
              <a:ext uri="{FF2B5EF4-FFF2-40B4-BE49-F238E27FC236}">
                <a16:creationId xmlns:a16="http://schemas.microsoft.com/office/drawing/2014/main" id="{C25D9264-F2C8-8BFA-34C0-5AB4CCF5ECB9}"/>
              </a:ext>
            </a:extLst>
          </p:cNvPr>
          <p:cNvSpPr txBox="1">
            <a:spLocks/>
          </p:cNvSpPr>
          <p:nvPr/>
        </p:nvSpPr>
        <p:spPr>
          <a:xfrm>
            <a:off x="18859500" y="576072"/>
            <a:ext cx="4959350" cy="5145087"/>
          </a:xfrm>
          <a:prstGeom prst="rect">
            <a:avLst/>
          </a:prstGeom>
        </p:spPr>
        <p:txBody>
          <a:bodyPr lIns="0" tIns="0" rIns="0" bIns="0"/>
          <a:lstStyle>
            <a:lvl1pPr marL="0" marR="0" indent="0" algn="l" defTabSz="2438400" rtl="0" eaLnBrk="1" latinLnBrk="0" hangingPunct="1">
              <a:lnSpc>
                <a:spcPct val="110000"/>
              </a:lnSpc>
              <a:spcBef>
                <a:spcPts val="0"/>
              </a:spcBef>
              <a:spcAft>
                <a:spcPts val="0"/>
              </a:spcAft>
              <a:buClrTx/>
              <a:buSzTx/>
              <a:buFontTx/>
              <a:buNone/>
              <a:tabLst/>
              <a:defRPr sz="3600" b="0" i="0" u="none" strike="noStrike" cap="none" spc="0" baseline="0">
                <a:solidFill>
                  <a:schemeClr val="tx1"/>
                </a:solidFill>
                <a:uFillTx/>
                <a:latin typeface="+mj-lt"/>
                <a:ea typeface="+mj-ea"/>
                <a:cs typeface="+mj-cs"/>
                <a:sym typeface="IBM Plex Sans Light"/>
              </a:defRPr>
            </a:lvl1pPr>
            <a:lvl2pPr marL="329184"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2pPr>
            <a:lvl3pPr marL="658368"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3pPr>
            <a:lvl4pPr marL="987552"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4pPr>
            <a:lvl5pPr marL="1143000" marR="0" indent="-457200" algn="l" defTabSz="2438400" rtl="0" eaLnBrk="1" latinLnBrk="0" hangingPunct="1">
              <a:lnSpc>
                <a:spcPct val="110000"/>
              </a:lnSpc>
              <a:spcBef>
                <a:spcPts val="2900"/>
              </a:spcBef>
              <a:spcAft>
                <a:spcPts val="0"/>
              </a:spcAft>
              <a:buClrTx/>
              <a:buSzPct val="100000"/>
              <a:buFont typeface="IBM Plex Sans" panose="020B0604020202020204" pitchFamily="34" charset="0"/>
              <a:buChar char="•"/>
              <a:tabLst/>
              <a:defRPr sz="3600" b="0" i="0" u="none" strike="noStrike" cap="none" spc="0" baseline="0">
                <a:solidFill>
                  <a:srgbClr val="000000"/>
                </a:solidFill>
                <a:uFillTx/>
                <a:latin typeface="+mj-lt"/>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r>
              <a:rPr lang="en-US" kern="0" dirty="0"/>
              <a:t>Partner recruiting </a:t>
            </a:r>
            <a:br>
              <a:rPr lang="en-US" kern="0" dirty="0"/>
            </a:br>
            <a:r>
              <a:rPr lang="en-US" kern="0" dirty="0"/>
              <a:t>and enablement</a:t>
            </a:r>
          </a:p>
          <a:p>
            <a:endParaRPr lang="en-RO" kern="0"/>
          </a:p>
        </p:txBody>
      </p:sp>
      <p:pic>
        <p:nvPicPr>
          <p:cNvPr id="13" name="Picture Placeholder 24" descr="Pictogram showing outline of a satellite dish in black">
            <a:extLst>
              <a:ext uri="{FF2B5EF4-FFF2-40B4-BE49-F238E27FC236}">
                <a16:creationId xmlns:a16="http://schemas.microsoft.com/office/drawing/2014/main" id="{DF46C017-4F35-0C1A-1930-43E301046042}"/>
              </a:ext>
            </a:extLst>
          </p:cNvPr>
          <p:cNvPicPr>
            <a:picLocks noChangeAspect="1"/>
          </p:cNvPicPr>
          <p:nvPr/>
        </p:nvPicPr>
        <p:blipFill>
          <a:blip r:embed="rId6">
            <a:extLst>
              <a:ext uri="{96DAC541-7B7A-43D3-8B79-37D633B846F1}">
                <asvg:svgBlip xmlns:asvg="http://schemas.microsoft.com/office/drawing/2016/SVG/main" r:embed="rId7"/>
              </a:ext>
            </a:extLst>
          </a:blip>
          <a:stretch/>
        </p:blipFill>
        <p:spPr>
          <a:xfrm>
            <a:off x="18859498" y="4294237"/>
            <a:ext cx="987552" cy="1143481"/>
          </a:xfrm>
          <a:prstGeom prst="rect">
            <a:avLst/>
          </a:prstGeom>
        </p:spPr>
      </p:pic>
      <p:sp>
        <p:nvSpPr>
          <p:cNvPr id="14" name="Text Placeholder 9">
            <a:extLst>
              <a:ext uri="{FF2B5EF4-FFF2-40B4-BE49-F238E27FC236}">
                <a16:creationId xmlns:a16="http://schemas.microsoft.com/office/drawing/2014/main" id="{BC70490A-1200-E720-94A5-CD7DE1D2E9E5}"/>
              </a:ext>
            </a:extLst>
          </p:cNvPr>
          <p:cNvSpPr txBox="1">
            <a:spLocks/>
          </p:cNvSpPr>
          <p:nvPr/>
        </p:nvSpPr>
        <p:spPr>
          <a:xfrm>
            <a:off x="6669151" y="6667500"/>
            <a:ext cx="4953000" cy="4953000"/>
          </a:xfrm>
          <a:prstGeom prst="rect">
            <a:avLst/>
          </a:prstGeom>
        </p:spPr>
        <p:txBody>
          <a:bodyPr lIns="0" tIns="0" rIns="0" bIns="0"/>
          <a:lstStyle>
            <a:lvl1pPr marL="0" marR="0" indent="0" algn="l" defTabSz="2438400" rtl="0" eaLnBrk="1" latinLnBrk="0" hangingPunct="1">
              <a:lnSpc>
                <a:spcPct val="110000"/>
              </a:lnSpc>
              <a:spcBef>
                <a:spcPts val="0"/>
              </a:spcBef>
              <a:spcAft>
                <a:spcPts val="0"/>
              </a:spcAft>
              <a:buClrTx/>
              <a:buSzTx/>
              <a:buFontTx/>
              <a:buNone/>
              <a:tabLst/>
              <a:defRPr sz="3600" b="0" i="0" u="none" strike="noStrike" cap="none" spc="0" baseline="0">
                <a:solidFill>
                  <a:schemeClr val="tx1"/>
                </a:solidFill>
                <a:uFillTx/>
                <a:latin typeface="+mj-lt"/>
                <a:ea typeface="+mj-ea"/>
                <a:cs typeface="+mj-cs"/>
                <a:sym typeface="IBM Plex Sans Light"/>
              </a:defRPr>
            </a:lvl1pPr>
            <a:lvl2pPr marL="329184"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2pPr>
            <a:lvl3pPr marL="658368"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3pPr>
            <a:lvl4pPr marL="987552"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4pPr>
            <a:lvl5pPr marL="1143000" marR="0" indent="-457200" algn="l" defTabSz="2438400" rtl="0" eaLnBrk="1" latinLnBrk="0" hangingPunct="1">
              <a:lnSpc>
                <a:spcPct val="110000"/>
              </a:lnSpc>
              <a:spcBef>
                <a:spcPts val="2900"/>
              </a:spcBef>
              <a:spcAft>
                <a:spcPts val="0"/>
              </a:spcAft>
              <a:buClrTx/>
              <a:buSzPct val="100000"/>
              <a:buFont typeface="IBM Plex Sans" panose="020B0604020202020204" pitchFamily="34" charset="0"/>
              <a:buChar char="•"/>
              <a:tabLst/>
              <a:defRPr sz="3600" b="0" i="0" u="none" strike="noStrike" cap="none" spc="0" baseline="0">
                <a:solidFill>
                  <a:srgbClr val="000000"/>
                </a:solidFill>
                <a:uFillTx/>
                <a:latin typeface="+mj-lt"/>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r>
              <a:rPr lang="en-US" kern="0" dirty="0">
                <a:sym typeface="IBM Plex Sans"/>
              </a:rPr>
              <a:t>Partner </a:t>
            </a:r>
            <a:br>
              <a:rPr lang="en-US" kern="0" dirty="0">
                <a:sym typeface="IBM Plex Sans"/>
              </a:rPr>
            </a:br>
            <a:r>
              <a:rPr lang="en-US" kern="0" dirty="0">
                <a:sym typeface="IBM Plex Sans"/>
              </a:rPr>
              <a:t>co-selling</a:t>
            </a:r>
          </a:p>
          <a:p>
            <a:endParaRPr lang="en-RO" kern="0"/>
          </a:p>
        </p:txBody>
      </p:sp>
      <p:pic>
        <p:nvPicPr>
          <p:cNvPr id="15" name="Picture Placeholder 24" descr="Pictogram showing outline of person with dollar sign in a circle in black">
            <a:extLst>
              <a:ext uri="{FF2B5EF4-FFF2-40B4-BE49-F238E27FC236}">
                <a16:creationId xmlns:a16="http://schemas.microsoft.com/office/drawing/2014/main" id="{5FB6E659-6764-E0C6-4E52-A9D6F82244D8}"/>
              </a:ext>
            </a:extLst>
          </p:cNvPr>
          <p:cNvPicPr>
            <a:picLocks noChangeAspect="1"/>
          </p:cNvPicPr>
          <p:nvPr/>
        </p:nvPicPr>
        <p:blipFill>
          <a:blip r:embed="rId8" cstate="screen">
            <a:extLst>
              <a:ext uri="{28A0092B-C50C-407E-A947-70E740481C1C}">
                <a14:useLocalDpi xmlns:a14="http://schemas.microsoft.com/office/drawing/2010/main"/>
              </a:ext>
              <a:ext uri="{96DAC541-7B7A-43D3-8B79-37D633B846F1}">
                <asvg:svgBlip xmlns:asvg="http://schemas.microsoft.com/office/drawing/2016/SVG/main" r:embed="rId9"/>
              </a:ext>
            </a:extLst>
          </a:blip>
          <a:srcRect t="850" b="850"/>
          <a:stretch/>
        </p:blipFill>
        <p:spPr>
          <a:xfrm>
            <a:off x="6711747" y="10606501"/>
            <a:ext cx="1143000" cy="1141412"/>
          </a:xfrm>
          <a:prstGeom prst="rect">
            <a:avLst/>
          </a:prstGeom>
        </p:spPr>
      </p:pic>
      <p:sp>
        <p:nvSpPr>
          <p:cNvPr id="16" name="Text Placeholder 5">
            <a:extLst>
              <a:ext uri="{FF2B5EF4-FFF2-40B4-BE49-F238E27FC236}">
                <a16:creationId xmlns:a16="http://schemas.microsoft.com/office/drawing/2014/main" id="{721EB707-288E-19D6-84AF-E32568A64B42}"/>
              </a:ext>
            </a:extLst>
          </p:cNvPr>
          <p:cNvSpPr txBox="1">
            <a:spLocks/>
          </p:cNvSpPr>
          <p:nvPr/>
        </p:nvSpPr>
        <p:spPr>
          <a:xfrm>
            <a:off x="12763500" y="6667500"/>
            <a:ext cx="4953000" cy="4953000"/>
          </a:xfrm>
          <a:prstGeom prst="rect">
            <a:avLst/>
          </a:prstGeom>
        </p:spPr>
        <p:txBody>
          <a:bodyPr lIns="0" tIns="0" rIns="0" bIns="0"/>
          <a:lstStyle>
            <a:lvl1pPr marL="0" marR="0" indent="0" algn="l" defTabSz="2438400" rtl="0" eaLnBrk="1" latinLnBrk="0" hangingPunct="1">
              <a:lnSpc>
                <a:spcPct val="110000"/>
              </a:lnSpc>
              <a:spcBef>
                <a:spcPts val="0"/>
              </a:spcBef>
              <a:spcAft>
                <a:spcPts val="0"/>
              </a:spcAft>
              <a:buClrTx/>
              <a:buSzTx/>
              <a:buFontTx/>
              <a:buNone/>
              <a:tabLst/>
              <a:defRPr sz="3600" b="0" i="0" u="none" strike="noStrike" cap="none" spc="0" baseline="0">
                <a:solidFill>
                  <a:schemeClr val="tx1"/>
                </a:solidFill>
                <a:uFillTx/>
                <a:latin typeface="+mj-lt"/>
                <a:ea typeface="+mj-ea"/>
                <a:cs typeface="+mj-cs"/>
                <a:sym typeface="IBM Plex Sans Light"/>
              </a:defRPr>
            </a:lvl1pPr>
            <a:lvl2pPr marL="329184"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2pPr>
            <a:lvl3pPr marL="658368"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3pPr>
            <a:lvl4pPr marL="987552"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4pPr>
            <a:lvl5pPr marL="1143000" marR="0" indent="-457200" algn="l" defTabSz="2438400" rtl="0" eaLnBrk="1" latinLnBrk="0" hangingPunct="1">
              <a:lnSpc>
                <a:spcPct val="110000"/>
              </a:lnSpc>
              <a:spcBef>
                <a:spcPts val="2900"/>
              </a:spcBef>
              <a:spcAft>
                <a:spcPts val="0"/>
              </a:spcAft>
              <a:buClrTx/>
              <a:buSzPct val="100000"/>
              <a:buFont typeface="IBM Plex Sans" panose="020B0604020202020204" pitchFamily="34" charset="0"/>
              <a:buChar char="•"/>
              <a:tabLst/>
              <a:defRPr sz="3600" b="0" i="0" u="none" strike="noStrike" cap="none" spc="0" baseline="0">
                <a:solidFill>
                  <a:srgbClr val="000000"/>
                </a:solidFill>
                <a:uFillTx/>
                <a:latin typeface="+mj-lt"/>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r>
              <a:rPr lang="en-US" kern="0" dirty="0">
                <a:sym typeface="IBM Plex Sans"/>
              </a:rPr>
              <a:t>Partner </a:t>
            </a:r>
            <a:br>
              <a:rPr lang="en-US" kern="0" dirty="0">
                <a:sym typeface="IBM Plex Sans"/>
              </a:rPr>
            </a:br>
            <a:r>
              <a:rPr lang="en-US" kern="0" dirty="0">
                <a:sym typeface="IBM Plex Sans"/>
              </a:rPr>
              <a:t>service</a:t>
            </a:r>
          </a:p>
          <a:p>
            <a:endParaRPr lang="en-US" kern="0" dirty="0">
              <a:sym typeface="IBM Plex Sans"/>
            </a:endParaRPr>
          </a:p>
          <a:p>
            <a:endParaRPr lang="en-US" kern="0" dirty="0"/>
          </a:p>
          <a:p>
            <a:endParaRPr lang="en-RO" kern="0"/>
          </a:p>
        </p:txBody>
      </p:sp>
      <p:pic>
        <p:nvPicPr>
          <p:cNvPr id="17" name="Picture Placeholder 24" descr="Pictogram showing outline of a woman wearing  headset in black">
            <a:extLst>
              <a:ext uri="{FF2B5EF4-FFF2-40B4-BE49-F238E27FC236}">
                <a16:creationId xmlns:a16="http://schemas.microsoft.com/office/drawing/2014/main" id="{DB41F96C-C4A5-E07D-2490-E0F037E74485}"/>
              </a:ext>
            </a:extLst>
          </p:cNvPr>
          <p:cNvPicPr>
            <a:picLocks noChangeAspect="1"/>
          </p:cNvPicPr>
          <p:nvPr/>
        </p:nvPicPr>
        <p:blipFill>
          <a:blip r:embed="rId10" cstate="print">
            <a:extLst>
              <a:ext uri="{28A0092B-C50C-407E-A947-70E740481C1C}">
                <a14:useLocalDpi xmlns:a14="http://schemas.microsoft.com/office/drawing/2010/main"/>
              </a:ext>
              <a:ext uri="{96DAC541-7B7A-43D3-8B79-37D633B846F1}">
                <asvg:svgBlip xmlns:asvg="http://schemas.microsoft.com/office/drawing/2016/SVG/main" r:embed="rId11"/>
              </a:ext>
            </a:extLst>
          </a:blip>
          <a:srcRect/>
          <a:stretch/>
        </p:blipFill>
        <p:spPr>
          <a:xfrm>
            <a:off x="12761976" y="10606501"/>
            <a:ext cx="1143000" cy="1141412"/>
          </a:xfrm>
          <a:prstGeom prst="rect">
            <a:avLst/>
          </a:prstGeom>
        </p:spPr>
      </p:pic>
      <p:sp>
        <p:nvSpPr>
          <p:cNvPr id="18" name="Text Placeholder 6">
            <a:extLst>
              <a:ext uri="{FF2B5EF4-FFF2-40B4-BE49-F238E27FC236}">
                <a16:creationId xmlns:a16="http://schemas.microsoft.com/office/drawing/2014/main" id="{56BD478D-0D03-FC5C-BF05-DA207A3761F3}"/>
              </a:ext>
            </a:extLst>
          </p:cNvPr>
          <p:cNvSpPr txBox="1">
            <a:spLocks/>
          </p:cNvSpPr>
          <p:nvPr/>
        </p:nvSpPr>
        <p:spPr>
          <a:xfrm>
            <a:off x="18859500" y="6667500"/>
            <a:ext cx="4953000" cy="4953000"/>
          </a:xfrm>
          <a:prstGeom prst="rect">
            <a:avLst/>
          </a:prstGeom>
        </p:spPr>
        <p:txBody>
          <a:bodyPr lIns="0" tIns="0" rIns="0" bIns="0"/>
          <a:lstStyle>
            <a:lvl1pPr marL="0" marR="0" indent="0" algn="l" defTabSz="2438400" rtl="0" eaLnBrk="1" latinLnBrk="0" hangingPunct="1">
              <a:lnSpc>
                <a:spcPct val="110000"/>
              </a:lnSpc>
              <a:spcBef>
                <a:spcPts val="0"/>
              </a:spcBef>
              <a:spcAft>
                <a:spcPts val="0"/>
              </a:spcAft>
              <a:buClrTx/>
              <a:buSzTx/>
              <a:buFontTx/>
              <a:buNone/>
              <a:tabLst/>
              <a:defRPr sz="3600" b="0" i="0" u="none" strike="noStrike" cap="none" spc="0" baseline="0">
                <a:solidFill>
                  <a:schemeClr val="tx1"/>
                </a:solidFill>
                <a:uFillTx/>
                <a:latin typeface="+mj-lt"/>
                <a:ea typeface="+mj-ea"/>
                <a:cs typeface="+mj-cs"/>
                <a:sym typeface="IBM Plex Sans Light"/>
              </a:defRPr>
            </a:lvl1pPr>
            <a:lvl2pPr marL="329184"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2pPr>
            <a:lvl3pPr marL="658368"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3pPr>
            <a:lvl4pPr marL="987552"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4pPr>
            <a:lvl5pPr marL="1143000" marR="0" indent="-457200" algn="l" defTabSz="2438400" rtl="0" eaLnBrk="1" latinLnBrk="0" hangingPunct="1">
              <a:lnSpc>
                <a:spcPct val="110000"/>
              </a:lnSpc>
              <a:spcBef>
                <a:spcPts val="2900"/>
              </a:spcBef>
              <a:spcAft>
                <a:spcPts val="0"/>
              </a:spcAft>
              <a:buClrTx/>
              <a:buSzPct val="100000"/>
              <a:buFont typeface="IBM Plex Sans" panose="020B0604020202020204" pitchFamily="34" charset="0"/>
              <a:buChar char="•"/>
              <a:tabLst/>
              <a:defRPr sz="3600" b="0" i="0" u="none" strike="noStrike" cap="none" spc="0" baseline="0">
                <a:solidFill>
                  <a:srgbClr val="000000"/>
                </a:solidFill>
                <a:uFillTx/>
                <a:latin typeface="+mj-lt"/>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r>
              <a:rPr lang="en-US" kern="0" dirty="0">
                <a:sym typeface="IBM Plex Sans"/>
              </a:rPr>
              <a:t>Partner </a:t>
            </a:r>
            <a:br>
              <a:rPr lang="en-US" kern="0" dirty="0">
                <a:sym typeface="IBM Plex Sans"/>
              </a:rPr>
            </a:br>
            <a:r>
              <a:rPr lang="en-US" kern="0" dirty="0">
                <a:sym typeface="IBM Plex Sans"/>
              </a:rPr>
              <a:t>analytics</a:t>
            </a:r>
          </a:p>
        </p:txBody>
      </p:sp>
      <p:pic>
        <p:nvPicPr>
          <p:cNvPr id="19" name="Picture Placeholder 24" descr="Pictogram showing paper document with magnifying glass in black">
            <a:extLst>
              <a:ext uri="{FF2B5EF4-FFF2-40B4-BE49-F238E27FC236}">
                <a16:creationId xmlns:a16="http://schemas.microsoft.com/office/drawing/2014/main" id="{5A4919AF-3188-0EC4-B1AD-A8FAEEF9C5C5}"/>
              </a:ext>
            </a:extLst>
          </p:cNvPr>
          <p:cNvPicPr>
            <a:picLocks noChangeAspect="1"/>
          </p:cNvPicPr>
          <p:nvPr/>
        </p:nvPicPr>
        <p:blipFill>
          <a:blip r:embed="rId12" cstate="print">
            <a:extLst>
              <a:ext uri="{28A0092B-C50C-407E-A947-70E740481C1C}">
                <a14:useLocalDpi xmlns:a14="http://schemas.microsoft.com/office/drawing/2010/main"/>
              </a:ext>
              <a:ext uri="{96DAC541-7B7A-43D3-8B79-37D633B846F1}">
                <asvg:svgBlip xmlns:asvg="http://schemas.microsoft.com/office/drawing/2016/SVG/main" r:embed="rId13"/>
              </a:ext>
            </a:extLst>
          </a:blip>
          <a:srcRect/>
          <a:stretch/>
        </p:blipFill>
        <p:spPr>
          <a:xfrm>
            <a:off x="18859498" y="10606501"/>
            <a:ext cx="1143000" cy="1141412"/>
          </a:xfrm>
          <a:prstGeom prst="rect">
            <a:avLst/>
          </a:prstGeom>
        </p:spPr>
      </p:pic>
      <p:sp>
        <p:nvSpPr>
          <p:cNvPr id="3" name="Footer Placeholder 2">
            <a:extLst>
              <a:ext uri="{FF2B5EF4-FFF2-40B4-BE49-F238E27FC236}">
                <a16:creationId xmlns:a16="http://schemas.microsoft.com/office/drawing/2014/main" id="{C446DCFF-CDFF-5A0D-973C-0D3A3B3CCE78}"/>
              </a:ext>
            </a:extLst>
          </p:cNvPr>
          <p:cNvSpPr>
            <a:spLocks noGrp="1"/>
          </p:cNvSpPr>
          <p:nvPr>
            <p:ph type="ftr" sz="quarter" idx="12"/>
          </p:nvPr>
        </p:nvSpPr>
        <p:spPr>
          <a:xfrm>
            <a:off x="568323" y="12804235"/>
            <a:ext cx="6661151" cy="381000"/>
          </a:xfrm>
        </p:spPr>
        <p:txBody>
          <a:bodyPr/>
          <a:lstStyle/>
          <a:p>
            <a:r>
              <a:rPr lang="en-US" sz="1600" dirty="0">
                <a:latin typeface="IBM Plex Sans" panose="020B0503050203000203" pitchFamily="34" charset="0"/>
              </a:rPr>
              <a:t>Footer</a:t>
            </a:r>
          </a:p>
        </p:txBody>
      </p:sp>
      <p:cxnSp>
        <p:nvCxnSpPr>
          <p:cNvPr id="25" name="Straight Connector 24" descr="Vertical column divider">
            <a:extLst>
              <a:ext uri="{FF2B5EF4-FFF2-40B4-BE49-F238E27FC236}">
                <a16:creationId xmlns:a16="http://schemas.microsoft.com/office/drawing/2014/main" id="{DBCCEA23-6408-83FD-0284-6B61BA645FAA}"/>
              </a:ext>
              <a:ext uri="{C183D7F6-B498-43B3-948B-1728B52AA6E4}">
                <adec:decorative xmlns:adec="http://schemas.microsoft.com/office/drawing/2017/decorative" val="0"/>
              </a:ext>
            </a:extLst>
          </p:cNvPr>
          <p:cNvCxnSpPr>
            <a:cxnSpLocks/>
          </p:cNvCxnSpPr>
          <p:nvPr/>
        </p:nvCxnSpPr>
        <p:spPr bwMode="auto">
          <a:xfrm>
            <a:off x="18288000" y="573138"/>
            <a:ext cx="0" cy="1162203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6" name="Straight Connector 25" descr="Horizontal row divider">
            <a:extLst>
              <a:ext uri="{FF2B5EF4-FFF2-40B4-BE49-F238E27FC236}">
                <a16:creationId xmlns:a16="http://schemas.microsoft.com/office/drawing/2014/main" id="{B28E3D14-ABDC-13A9-860D-814C25A3D543}"/>
              </a:ext>
              <a:ext uri="{C183D7F6-B498-43B3-948B-1728B52AA6E4}">
                <adec:decorative xmlns:adec="http://schemas.microsoft.com/office/drawing/2017/decorative" val="0"/>
              </a:ext>
            </a:extLst>
          </p:cNvPr>
          <p:cNvCxnSpPr>
            <a:cxnSpLocks/>
          </p:cNvCxnSpPr>
          <p:nvPr/>
        </p:nvCxnSpPr>
        <p:spPr bwMode="auto">
          <a:xfrm>
            <a:off x="6667500" y="6096000"/>
            <a:ext cx="17137063"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31" name="Slide Number Placeholder 30">
            <a:extLst>
              <a:ext uri="{FF2B5EF4-FFF2-40B4-BE49-F238E27FC236}">
                <a16:creationId xmlns:a16="http://schemas.microsoft.com/office/drawing/2014/main" id="{68E5CE9B-EBEE-1CF7-70A3-1F16F87B2D08}"/>
              </a:ext>
            </a:extLst>
          </p:cNvPr>
          <p:cNvSpPr>
            <a:spLocks noGrp="1"/>
          </p:cNvSpPr>
          <p:nvPr>
            <p:ph type="sldNum" sz="quarter" idx="4"/>
          </p:nvPr>
        </p:nvSpPr>
        <p:spPr/>
        <p:txBody>
          <a:bodyPr/>
          <a:lstStyle/>
          <a:p>
            <a:fld id="{86CB4B4D-7CA3-9044-876B-883B54F8677D}" type="slidenum">
              <a:rPr lang="en-US" smtClean="0"/>
              <a:pPr/>
              <a:t>77</a:t>
            </a:fld>
            <a:endParaRPr lang="en-US" dirty="0"/>
          </a:p>
        </p:txBody>
      </p:sp>
      <p:cxnSp>
        <p:nvCxnSpPr>
          <p:cNvPr id="2" name="Straight Connector 1" descr="Vertical column divider">
            <a:extLst>
              <a:ext uri="{FF2B5EF4-FFF2-40B4-BE49-F238E27FC236}">
                <a16:creationId xmlns:a16="http://schemas.microsoft.com/office/drawing/2014/main" id="{7A03E801-1A68-4FEF-2F09-ACB5181E4D76}"/>
              </a:ext>
            </a:extLst>
          </p:cNvPr>
          <p:cNvCxnSpPr>
            <a:cxnSpLocks/>
          </p:cNvCxnSpPr>
          <p:nvPr/>
        </p:nvCxnSpPr>
        <p:spPr bwMode="auto">
          <a:xfrm>
            <a:off x="12195302" y="570103"/>
            <a:ext cx="0" cy="1162507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978764826"/>
      </p:ext>
    </p:extLst>
  </p:cSld>
  <p:clrMapOvr>
    <a:masterClrMapping/>
  </p:clrMapOvr>
  <p:transition spd="med"/>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2DEE682A-D5CC-ED55-B068-119068A183CD}"/>
              </a:ext>
            </a:extLst>
          </p:cNvPr>
          <p:cNvSpPr>
            <a:spLocks noGrp="1"/>
          </p:cNvSpPr>
          <p:nvPr>
            <p:ph type="ftr" sz="quarter" idx="12"/>
          </p:nvPr>
        </p:nvSpPr>
        <p:spPr/>
        <p:txBody>
          <a:bodyPr/>
          <a:lstStyle/>
          <a:p>
            <a:r>
              <a:rPr lang="en-US" dirty="0"/>
              <a:t>Footer</a:t>
            </a:r>
          </a:p>
        </p:txBody>
      </p:sp>
      <p:sp>
        <p:nvSpPr>
          <p:cNvPr id="5" name="Title 3">
            <a:extLst>
              <a:ext uri="{FF2B5EF4-FFF2-40B4-BE49-F238E27FC236}">
                <a16:creationId xmlns:a16="http://schemas.microsoft.com/office/drawing/2014/main" id="{4965BCF5-8158-61E4-2508-844ED3EB9E54}"/>
              </a:ext>
            </a:extLst>
          </p:cNvPr>
          <p:cNvSpPr>
            <a:spLocks noGrp="1"/>
          </p:cNvSpPr>
          <p:nvPr>
            <p:ph type="title"/>
          </p:nvPr>
        </p:nvSpPr>
        <p:spPr>
          <a:xfrm>
            <a:off x="576072" y="576072"/>
            <a:ext cx="4949825" cy="4573588"/>
          </a:xfrm>
        </p:spPr>
        <p:txBody>
          <a:bodyPr/>
          <a:lstStyle/>
          <a:p>
            <a:r>
              <a:rPr lang="en-GB" dirty="0"/>
              <a:t>Successful transformation requires a cultural shift for sustained change using shared purpose for flow</a:t>
            </a:r>
            <a:br>
              <a:rPr lang="en-GB" dirty="0"/>
            </a:br>
            <a:br>
              <a:rPr lang="en-GB" dirty="0"/>
            </a:br>
            <a:r>
              <a:rPr lang="en-GB" dirty="0"/>
              <a:t>IBM provides a space and methodology to initiate, measure, iterate, and grow the sustainable enterprise.</a:t>
            </a:r>
            <a:endParaRPr lang="en-RO"/>
          </a:p>
        </p:txBody>
      </p:sp>
      <p:sp>
        <p:nvSpPr>
          <p:cNvPr id="7" name="Text Placeholder 8">
            <a:extLst>
              <a:ext uri="{FF2B5EF4-FFF2-40B4-BE49-F238E27FC236}">
                <a16:creationId xmlns:a16="http://schemas.microsoft.com/office/drawing/2014/main" id="{82FAA5F7-E337-6640-64E3-072860494F77}"/>
              </a:ext>
            </a:extLst>
          </p:cNvPr>
          <p:cNvSpPr txBox="1">
            <a:spLocks/>
          </p:cNvSpPr>
          <p:nvPr/>
        </p:nvSpPr>
        <p:spPr>
          <a:xfrm>
            <a:off x="6665976" y="576071"/>
            <a:ext cx="4953000" cy="5148072"/>
          </a:xfrm>
          <a:prstGeom prst="rect">
            <a:avLst/>
          </a:prstGeom>
        </p:spPr>
        <p:txBody>
          <a:bodyPr wrap="square" lIns="0" tIns="0" rIns="0" bIns="0"/>
          <a:lstStyle>
            <a:lvl1pPr marL="0" marR="0" indent="0" algn="l" defTabSz="2438400" rtl="0" eaLnBrk="1" latinLnBrk="0" hangingPunct="1">
              <a:lnSpc>
                <a:spcPct val="110000"/>
              </a:lnSpc>
              <a:spcBef>
                <a:spcPts val="0"/>
              </a:spcBef>
              <a:spcAft>
                <a:spcPts val="0"/>
              </a:spcAft>
              <a:buClrTx/>
              <a:buSzTx/>
              <a:buFontTx/>
              <a:buNone/>
              <a:tabLst/>
              <a:defRPr sz="3600" b="0" i="0" u="none" strike="noStrike" cap="none" spc="0" baseline="0">
                <a:solidFill>
                  <a:schemeClr val="tx1"/>
                </a:solidFill>
                <a:uFillTx/>
                <a:latin typeface="+mj-lt"/>
                <a:ea typeface="+mj-ea"/>
                <a:cs typeface="+mj-cs"/>
                <a:sym typeface="IBM Plex Sans Light"/>
              </a:defRPr>
            </a:lvl1pPr>
            <a:lvl2pPr marL="329184"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2pPr>
            <a:lvl3pPr marL="658368"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3pPr>
            <a:lvl4pPr marL="987552"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4pPr>
            <a:lvl5pPr marL="1143000" marR="0" indent="-457200" algn="l" defTabSz="2438400" rtl="0" eaLnBrk="1" latinLnBrk="0" hangingPunct="1">
              <a:lnSpc>
                <a:spcPct val="110000"/>
              </a:lnSpc>
              <a:spcBef>
                <a:spcPts val="2900"/>
              </a:spcBef>
              <a:spcAft>
                <a:spcPts val="0"/>
              </a:spcAft>
              <a:buClrTx/>
              <a:buSzPct val="100000"/>
              <a:buFont typeface="IBM Plex Sans" panose="020B0604020202020204" pitchFamily="34" charset="0"/>
              <a:buChar char="•"/>
              <a:tabLst/>
              <a:defRPr sz="3600" b="0" i="0" u="none" strike="noStrike" cap="none" spc="0" baseline="0">
                <a:solidFill>
                  <a:srgbClr val="000000"/>
                </a:solidFill>
                <a:uFillTx/>
                <a:latin typeface="+mj-lt"/>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r>
              <a:rPr lang="en-GB" sz="2800" kern="0" dirty="0">
                <a:solidFill>
                  <a:schemeClr val="accent1"/>
                </a:solidFill>
              </a:rPr>
              <a:t>Humanize the climate emergency and equity for all</a:t>
            </a:r>
          </a:p>
          <a:p>
            <a:endParaRPr lang="en-GB" sz="2800" kern="0" dirty="0"/>
          </a:p>
          <a:p>
            <a:r>
              <a:rPr lang="en-GB" sz="2800" kern="0" dirty="0"/>
              <a:t>We support stakeholders in refining their enterprise’s purpose-led strategy, ensuring that all the dimensions of Planet, People, Prosperity are prioritized and balanced accordingly.</a:t>
            </a:r>
            <a:endParaRPr lang="en-RO" sz="2800" kern="0" dirty="0"/>
          </a:p>
        </p:txBody>
      </p:sp>
      <p:sp>
        <p:nvSpPr>
          <p:cNvPr id="8" name="Text Placeholder 4">
            <a:extLst>
              <a:ext uri="{FF2B5EF4-FFF2-40B4-BE49-F238E27FC236}">
                <a16:creationId xmlns:a16="http://schemas.microsoft.com/office/drawing/2014/main" id="{CB50300D-4290-EC86-7813-C37AF0B21E9B}"/>
              </a:ext>
            </a:extLst>
          </p:cNvPr>
          <p:cNvSpPr txBox="1">
            <a:spLocks/>
          </p:cNvSpPr>
          <p:nvPr/>
        </p:nvSpPr>
        <p:spPr>
          <a:xfrm>
            <a:off x="12763500" y="576071"/>
            <a:ext cx="4953000" cy="5148072"/>
          </a:xfrm>
          <a:prstGeom prst="rect">
            <a:avLst/>
          </a:prstGeom>
        </p:spPr>
        <p:txBody>
          <a:bodyPr lIns="0" tIns="0" rIns="0" bIns="0"/>
          <a:lstStyle>
            <a:lvl1pPr marL="0" marR="0" indent="0" algn="l" defTabSz="2438400" rtl="0" eaLnBrk="1" latinLnBrk="0" hangingPunct="1">
              <a:lnSpc>
                <a:spcPct val="110000"/>
              </a:lnSpc>
              <a:spcBef>
                <a:spcPts val="0"/>
              </a:spcBef>
              <a:spcAft>
                <a:spcPts val="0"/>
              </a:spcAft>
              <a:buClrTx/>
              <a:buSzTx/>
              <a:buFontTx/>
              <a:buNone/>
              <a:tabLst/>
              <a:defRPr sz="3600" b="0" i="0" u="none" strike="noStrike" cap="none" spc="0" baseline="0">
                <a:solidFill>
                  <a:schemeClr val="tx1"/>
                </a:solidFill>
                <a:uFillTx/>
                <a:latin typeface="+mj-lt"/>
                <a:ea typeface="+mj-ea"/>
                <a:cs typeface="+mj-cs"/>
                <a:sym typeface="IBM Plex Sans Light"/>
              </a:defRPr>
            </a:lvl1pPr>
            <a:lvl2pPr marL="329184"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2pPr>
            <a:lvl3pPr marL="658368"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3pPr>
            <a:lvl4pPr marL="987552"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4pPr>
            <a:lvl5pPr marL="1143000" marR="0" indent="-457200" algn="l" defTabSz="2438400" rtl="0" eaLnBrk="1" latinLnBrk="0" hangingPunct="1">
              <a:lnSpc>
                <a:spcPct val="110000"/>
              </a:lnSpc>
              <a:spcBef>
                <a:spcPts val="2900"/>
              </a:spcBef>
              <a:spcAft>
                <a:spcPts val="0"/>
              </a:spcAft>
              <a:buClrTx/>
              <a:buSzPct val="100000"/>
              <a:buFont typeface="IBM Plex Sans" panose="020B0604020202020204" pitchFamily="34" charset="0"/>
              <a:buChar char="•"/>
              <a:tabLst/>
              <a:defRPr sz="3600" b="0" i="0" u="none" strike="noStrike" cap="none" spc="0" baseline="0">
                <a:solidFill>
                  <a:srgbClr val="000000"/>
                </a:solidFill>
                <a:uFillTx/>
                <a:latin typeface="+mj-lt"/>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r>
              <a:rPr lang="en-GB" sz="2800" kern="0" dirty="0">
                <a:solidFill>
                  <a:schemeClr val="accent1"/>
                </a:solidFill>
              </a:rPr>
              <a:t>Rethinking future fitness </a:t>
            </a:r>
          </a:p>
          <a:p>
            <a:r>
              <a:rPr lang="en-GB" sz="2800" kern="0" dirty="0">
                <a:solidFill>
                  <a:schemeClr val="accent1"/>
                </a:solidFill>
              </a:rPr>
              <a:t>and brand equity</a:t>
            </a:r>
          </a:p>
          <a:p>
            <a:endParaRPr lang="en-GB" sz="2800" kern="0" dirty="0">
              <a:solidFill>
                <a:schemeClr val="accent1"/>
              </a:solidFill>
            </a:endParaRPr>
          </a:p>
          <a:p>
            <a:r>
              <a:rPr lang="en-GB" sz="2800" kern="0" dirty="0"/>
              <a:t>New process, tools, and interfaces are rooted in sustainable research and co-created with all impacted stakeholder groups to ensure successful future adoption.</a:t>
            </a:r>
          </a:p>
          <a:p>
            <a:endParaRPr lang="en-GB" sz="2800" kern="0" dirty="0"/>
          </a:p>
          <a:p>
            <a:endParaRPr lang="en-RO" sz="2800" kern="0" dirty="0"/>
          </a:p>
        </p:txBody>
      </p:sp>
      <p:sp>
        <p:nvSpPr>
          <p:cNvPr id="9" name="Text Placeholder 5">
            <a:extLst>
              <a:ext uri="{FF2B5EF4-FFF2-40B4-BE49-F238E27FC236}">
                <a16:creationId xmlns:a16="http://schemas.microsoft.com/office/drawing/2014/main" id="{176C72EB-2A22-F42A-2BD4-450CAADE891F}"/>
              </a:ext>
            </a:extLst>
          </p:cNvPr>
          <p:cNvSpPr txBox="1">
            <a:spLocks/>
          </p:cNvSpPr>
          <p:nvPr/>
        </p:nvSpPr>
        <p:spPr>
          <a:xfrm>
            <a:off x="18859500" y="576071"/>
            <a:ext cx="4959350" cy="5148072"/>
          </a:xfrm>
          <a:prstGeom prst="rect">
            <a:avLst/>
          </a:prstGeom>
        </p:spPr>
        <p:txBody>
          <a:bodyPr lIns="0" tIns="0" rIns="0" bIns="0"/>
          <a:lstStyle>
            <a:lvl1pPr marL="0" marR="0" indent="0" algn="l" defTabSz="2438400" rtl="0" eaLnBrk="1" latinLnBrk="0" hangingPunct="1">
              <a:lnSpc>
                <a:spcPct val="110000"/>
              </a:lnSpc>
              <a:spcBef>
                <a:spcPts val="0"/>
              </a:spcBef>
              <a:spcAft>
                <a:spcPts val="0"/>
              </a:spcAft>
              <a:buClrTx/>
              <a:buSzTx/>
              <a:buFontTx/>
              <a:buNone/>
              <a:tabLst/>
              <a:defRPr sz="3600" b="0" i="0" u="none" strike="noStrike" cap="none" spc="0" baseline="0">
                <a:solidFill>
                  <a:schemeClr val="tx1"/>
                </a:solidFill>
                <a:uFillTx/>
                <a:latin typeface="+mj-lt"/>
                <a:ea typeface="+mj-ea"/>
                <a:cs typeface="+mj-cs"/>
                <a:sym typeface="IBM Plex Sans Light"/>
              </a:defRPr>
            </a:lvl1pPr>
            <a:lvl2pPr marL="329184"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2pPr>
            <a:lvl3pPr marL="658368"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3pPr>
            <a:lvl4pPr marL="987552"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4pPr>
            <a:lvl5pPr marL="1143000" marR="0" indent="-457200" algn="l" defTabSz="2438400" rtl="0" eaLnBrk="1" latinLnBrk="0" hangingPunct="1">
              <a:lnSpc>
                <a:spcPct val="110000"/>
              </a:lnSpc>
              <a:spcBef>
                <a:spcPts val="2900"/>
              </a:spcBef>
              <a:spcAft>
                <a:spcPts val="0"/>
              </a:spcAft>
              <a:buClrTx/>
              <a:buSzPct val="100000"/>
              <a:buFont typeface="IBM Plex Sans" panose="020B0604020202020204" pitchFamily="34" charset="0"/>
              <a:buChar char="•"/>
              <a:tabLst/>
              <a:defRPr sz="3600" b="0" i="0" u="none" strike="noStrike" cap="none" spc="0" baseline="0">
                <a:solidFill>
                  <a:srgbClr val="000000"/>
                </a:solidFill>
                <a:uFillTx/>
                <a:latin typeface="+mj-lt"/>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r>
              <a:rPr lang="en-GB" sz="2800" kern="0" dirty="0">
                <a:solidFill>
                  <a:schemeClr val="accent1"/>
                </a:solidFill>
              </a:rPr>
              <a:t>Embedding change in </a:t>
            </a:r>
            <a:br>
              <a:rPr lang="en-GB" sz="2800" kern="0" dirty="0">
                <a:solidFill>
                  <a:schemeClr val="accent1"/>
                </a:solidFill>
              </a:rPr>
            </a:br>
            <a:r>
              <a:rPr lang="en-GB" sz="2800" kern="0" dirty="0">
                <a:solidFill>
                  <a:schemeClr val="accent1"/>
                </a:solidFill>
              </a:rPr>
              <a:t>the corporate DNA</a:t>
            </a:r>
          </a:p>
          <a:p>
            <a:endParaRPr lang="en-GB" sz="2800" kern="0" dirty="0"/>
          </a:p>
          <a:p>
            <a:r>
              <a:rPr lang="en-GB" sz="2800" kern="0" dirty="0"/>
              <a:t>All stakeholder groups embrace the new tools, processes, and ways of working in IBM Garage with </a:t>
            </a:r>
            <a:br>
              <a:rPr lang="en-GB" sz="2800" kern="0" dirty="0"/>
            </a:br>
            <a:r>
              <a:rPr lang="en-GB" sz="2800" kern="0" dirty="0"/>
              <a:t>a cadence of playbacks to socialize changes in their communities.</a:t>
            </a:r>
          </a:p>
          <a:p>
            <a:endParaRPr lang="en-GB" sz="2800" kern="0" dirty="0"/>
          </a:p>
          <a:p>
            <a:endParaRPr lang="en-RO" sz="2800" kern="0" dirty="0"/>
          </a:p>
        </p:txBody>
      </p:sp>
      <p:sp>
        <p:nvSpPr>
          <p:cNvPr id="11" name="Text Placeholder 9">
            <a:extLst>
              <a:ext uri="{FF2B5EF4-FFF2-40B4-BE49-F238E27FC236}">
                <a16:creationId xmlns:a16="http://schemas.microsoft.com/office/drawing/2014/main" id="{C37F8780-B994-D696-96B3-C21D3589DC61}"/>
              </a:ext>
            </a:extLst>
          </p:cNvPr>
          <p:cNvSpPr txBox="1">
            <a:spLocks/>
          </p:cNvSpPr>
          <p:nvPr/>
        </p:nvSpPr>
        <p:spPr>
          <a:xfrm>
            <a:off x="6669151" y="6667500"/>
            <a:ext cx="4953000" cy="4956048"/>
          </a:xfrm>
          <a:prstGeom prst="rect">
            <a:avLst/>
          </a:prstGeom>
        </p:spPr>
        <p:txBody>
          <a:bodyPr lIns="0" tIns="0" rIns="0" bIns="0"/>
          <a:lstStyle>
            <a:lvl1pPr marL="0" marR="0" indent="0" algn="l" defTabSz="2438400" rtl="0" eaLnBrk="1" latinLnBrk="0" hangingPunct="1">
              <a:lnSpc>
                <a:spcPct val="110000"/>
              </a:lnSpc>
              <a:spcBef>
                <a:spcPts val="0"/>
              </a:spcBef>
              <a:spcAft>
                <a:spcPts val="0"/>
              </a:spcAft>
              <a:buClrTx/>
              <a:buSzTx/>
              <a:buFontTx/>
              <a:buNone/>
              <a:tabLst/>
              <a:defRPr sz="3600" b="0" i="0" u="none" strike="noStrike" cap="none" spc="0" baseline="0">
                <a:solidFill>
                  <a:schemeClr val="tx1"/>
                </a:solidFill>
                <a:uFillTx/>
                <a:latin typeface="+mj-lt"/>
                <a:ea typeface="+mj-ea"/>
                <a:cs typeface="+mj-cs"/>
                <a:sym typeface="IBM Plex Sans Light"/>
              </a:defRPr>
            </a:lvl1pPr>
            <a:lvl2pPr marL="329184"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2pPr>
            <a:lvl3pPr marL="658368"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3pPr>
            <a:lvl4pPr marL="987552"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4pPr>
            <a:lvl5pPr marL="1143000" marR="0" indent="-457200" algn="l" defTabSz="2438400" rtl="0" eaLnBrk="1" latinLnBrk="0" hangingPunct="1">
              <a:lnSpc>
                <a:spcPct val="110000"/>
              </a:lnSpc>
              <a:spcBef>
                <a:spcPts val="2900"/>
              </a:spcBef>
              <a:spcAft>
                <a:spcPts val="0"/>
              </a:spcAft>
              <a:buClrTx/>
              <a:buSzPct val="100000"/>
              <a:buFont typeface="IBM Plex Sans" panose="020B0604020202020204" pitchFamily="34" charset="0"/>
              <a:buChar char="•"/>
              <a:tabLst/>
              <a:defRPr sz="3600" b="0" i="0" u="none" strike="noStrike" cap="none" spc="0" baseline="0">
                <a:solidFill>
                  <a:srgbClr val="000000"/>
                </a:solidFill>
                <a:uFillTx/>
                <a:latin typeface="+mj-lt"/>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r>
              <a:rPr lang="en-GB" sz="2800" kern="0" dirty="0">
                <a:solidFill>
                  <a:schemeClr val="accent1"/>
                </a:solidFill>
              </a:rPr>
              <a:t>Empathy as core design principle in ethical innovation</a:t>
            </a:r>
          </a:p>
          <a:p>
            <a:endParaRPr lang="en-GB" sz="2800" kern="0" dirty="0"/>
          </a:p>
          <a:p>
            <a:r>
              <a:rPr lang="en-GB" sz="2800" kern="0" dirty="0"/>
              <a:t>Use proven frameworks to create comprehensive yet simple persona-based artifacts to guide all stakeholder groups through change.</a:t>
            </a:r>
          </a:p>
          <a:p>
            <a:endParaRPr lang="en-GB" sz="2800" kern="0" dirty="0"/>
          </a:p>
          <a:p>
            <a:endParaRPr lang="en-RO" sz="2800" kern="0" dirty="0"/>
          </a:p>
        </p:txBody>
      </p:sp>
      <p:sp>
        <p:nvSpPr>
          <p:cNvPr id="12" name="Text Placeholder 6">
            <a:extLst>
              <a:ext uri="{FF2B5EF4-FFF2-40B4-BE49-F238E27FC236}">
                <a16:creationId xmlns:a16="http://schemas.microsoft.com/office/drawing/2014/main" id="{35B5176E-687D-26F0-0D50-9A2CEC4CAD4F}"/>
              </a:ext>
            </a:extLst>
          </p:cNvPr>
          <p:cNvSpPr txBox="1">
            <a:spLocks/>
          </p:cNvSpPr>
          <p:nvPr/>
        </p:nvSpPr>
        <p:spPr>
          <a:xfrm>
            <a:off x="12763500" y="6667500"/>
            <a:ext cx="4953000" cy="4956048"/>
          </a:xfrm>
          <a:prstGeom prst="rect">
            <a:avLst/>
          </a:prstGeom>
        </p:spPr>
        <p:txBody>
          <a:bodyPr lIns="0" tIns="0" rIns="0" bIns="0"/>
          <a:lstStyle>
            <a:lvl1pPr marL="0" marR="0" indent="0" algn="l" defTabSz="2438400" rtl="0" eaLnBrk="1" latinLnBrk="0" hangingPunct="1">
              <a:lnSpc>
                <a:spcPct val="110000"/>
              </a:lnSpc>
              <a:spcBef>
                <a:spcPts val="0"/>
              </a:spcBef>
              <a:spcAft>
                <a:spcPts val="0"/>
              </a:spcAft>
              <a:buClrTx/>
              <a:buSzTx/>
              <a:buFontTx/>
              <a:buNone/>
              <a:tabLst/>
              <a:defRPr sz="3600" b="0" i="0" u="none" strike="noStrike" cap="none" spc="0" baseline="0">
                <a:solidFill>
                  <a:schemeClr val="tx1"/>
                </a:solidFill>
                <a:uFillTx/>
                <a:latin typeface="+mj-lt"/>
                <a:ea typeface="+mj-ea"/>
                <a:cs typeface="+mj-cs"/>
                <a:sym typeface="IBM Plex Sans Light"/>
              </a:defRPr>
            </a:lvl1pPr>
            <a:lvl2pPr marL="329184"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2pPr>
            <a:lvl3pPr marL="658368"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3pPr>
            <a:lvl4pPr marL="987552"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4pPr>
            <a:lvl5pPr marL="1143000" marR="0" indent="-457200" algn="l" defTabSz="2438400" rtl="0" eaLnBrk="1" latinLnBrk="0" hangingPunct="1">
              <a:lnSpc>
                <a:spcPct val="110000"/>
              </a:lnSpc>
              <a:spcBef>
                <a:spcPts val="2900"/>
              </a:spcBef>
              <a:spcAft>
                <a:spcPts val="0"/>
              </a:spcAft>
              <a:buClrTx/>
              <a:buSzPct val="100000"/>
              <a:buFont typeface="IBM Plex Sans" panose="020B0604020202020204" pitchFamily="34" charset="0"/>
              <a:buChar char="•"/>
              <a:tabLst/>
              <a:defRPr sz="3600" b="0" i="0" u="none" strike="noStrike" cap="none" spc="0" baseline="0">
                <a:solidFill>
                  <a:srgbClr val="000000"/>
                </a:solidFill>
                <a:uFillTx/>
                <a:latin typeface="+mj-lt"/>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r>
              <a:rPr lang="en-GB" sz="2800" kern="0" dirty="0">
                <a:solidFill>
                  <a:schemeClr val="accent1"/>
                </a:solidFill>
              </a:rPr>
              <a:t>Transparent impact </a:t>
            </a:r>
          </a:p>
          <a:p>
            <a:r>
              <a:rPr lang="en-GB" sz="2800" kern="0" dirty="0">
                <a:solidFill>
                  <a:schemeClr val="accent1"/>
                </a:solidFill>
              </a:rPr>
              <a:t>reporting</a:t>
            </a:r>
          </a:p>
          <a:p>
            <a:endParaRPr lang="en-GB" sz="2800" kern="0" dirty="0"/>
          </a:p>
          <a:p>
            <a:r>
              <a:rPr lang="en-GB" sz="2800" kern="0" dirty="0"/>
              <a:t>Use a custom-built Change Insights Dashboard to track adoption and sentiment and discover opportunities for continuous improvement.</a:t>
            </a:r>
          </a:p>
          <a:p>
            <a:endParaRPr lang="en-GB" sz="2800" kern="0" dirty="0"/>
          </a:p>
          <a:p>
            <a:endParaRPr lang="en-RO" sz="2800" kern="0" dirty="0"/>
          </a:p>
        </p:txBody>
      </p:sp>
      <p:sp>
        <p:nvSpPr>
          <p:cNvPr id="13" name="Text Placeholder 7">
            <a:extLst>
              <a:ext uri="{FF2B5EF4-FFF2-40B4-BE49-F238E27FC236}">
                <a16:creationId xmlns:a16="http://schemas.microsoft.com/office/drawing/2014/main" id="{1243C43C-6324-8447-5C79-D962B91DDBF9}"/>
              </a:ext>
            </a:extLst>
          </p:cNvPr>
          <p:cNvSpPr txBox="1">
            <a:spLocks/>
          </p:cNvSpPr>
          <p:nvPr/>
        </p:nvSpPr>
        <p:spPr>
          <a:xfrm>
            <a:off x="18859500" y="6667500"/>
            <a:ext cx="4953000" cy="4956048"/>
          </a:xfrm>
          <a:prstGeom prst="rect">
            <a:avLst/>
          </a:prstGeom>
        </p:spPr>
        <p:txBody>
          <a:bodyPr lIns="0" tIns="0" rIns="0" bIns="0"/>
          <a:lstStyle>
            <a:lvl1pPr marL="0" marR="0" indent="0" algn="l" defTabSz="2438400" rtl="0" eaLnBrk="1" latinLnBrk="0" hangingPunct="1">
              <a:lnSpc>
                <a:spcPct val="110000"/>
              </a:lnSpc>
              <a:spcBef>
                <a:spcPts val="0"/>
              </a:spcBef>
              <a:spcAft>
                <a:spcPts val="0"/>
              </a:spcAft>
              <a:buClrTx/>
              <a:buSzTx/>
              <a:buFontTx/>
              <a:buNone/>
              <a:tabLst/>
              <a:defRPr sz="3600" b="0" i="0" u="none" strike="noStrike" cap="none" spc="0" baseline="0">
                <a:solidFill>
                  <a:schemeClr val="tx1"/>
                </a:solidFill>
                <a:uFillTx/>
                <a:latin typeface="+mj-lt"/>
                <a:ea typeface="+mj-ea"/>
                <a:cs typeface="+mj-cs"/>
                <a:sym typeface="IBM Plex Sans Light"/>
              </a:defRPr>
            </a:lvl1pPr>
            <a:lvl2pPr marL="329184"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2pPr>
            <a:lvl3pPr marL="658368"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3pPr>
            <a:lvl4pPr marL="987552"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4pPr>
            <a:lvl5pPr marL="1143000" marR="0" indent="-457200" algn="l" defTabSz="2438400" rtl="0" eaLnBrk="1" latinLnBrk="0" hangingPunct="1">
              <a:lnSpc>
                <a:spcPct val="110000"/>
              </a:lnSpc>
              <a:spcBef>
                <a:spcPts val="2900"/>
              </a:spcBef>
              <a:spcAft>
                <a:spcPts val="0"/>
              </a:spcAft>
              <a:buClrTx/>
              <a:buSzPct val="100000"/>
              <a:buFont typeface="IBM Plex Sans" panose="020B0604020202020204" pitchFamily="34" charset="0"/>
              <a:buChar char="•"/>
              <a:tabLst/>
              <a:defRPr sz="3600" b="0" i="0" u="none" strike="noStrike" cap="none" spc="0" baseline="0">
                <a:solidFill>
                  <a:srgbClr val="000000"/>
                </a:solidFill>
                <a:uFillTx/>
                <a:latin typeface="+mj-lt"/>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r>
              <a:rPr lang="en-GB" sz="2800" kern="0" dirty="0">
                <a:solidFill>
                  <a:schemeClr val="accent1"/>
                </a:solidFill>
              </a:rPr>
              <a:t>Adapt to ever-changing ESG and regulatory requirements</a:t>
            </a:r>
          </a:p>
          <a:p>
            <a:endParaRPr lang="en-GB" sz="2800" kern="0" dirty="0">
              <a:solidFill>
                <a:schemeClr val="accent1"/>
              </a:solidFill>
            </a:endParaRPr>
          </a:p>
          <a:p>
            <a:r>
              <a:rPr lang="en-GB" sz="2800" kern="0" dirty="0"/>
              <a:t>Establish a framework and governance structure to support evolution of process, people and tools to ensure </a:t>
            </a:r>
            <a:br>
              <a:rPr lang="en-GB" sz="2800" kern="0" dirty="0"/>
            </a:br>
            <a:r>
              <a:rPr lang="en-GB" sz="2800" kern="0" dirty="0"/>
              <a:t>ESG transparency and compliance, and to propel innovation.</a:t>
            </a:r>
          </a:p>
          <a:p>
            <a:endParaRPr lang="en-GB" sz="2800" kern="0" dirty="0"/>
          </a:p>
          <a:p>
            <a:endParaRPr lang="en-GB" sz="2800" kern="0" dirty="0"/>
          </a:p>
          <a:p>
            <a:endParaRPr lang="en-GB" sz="2800" kern="0" dirty="0"/>
          </a:p>
          <a:p>
            <a:endParaRPr lang="en-RO" sz="2800" kern="0" dirty="0"/>
          </a:p>
        </p:txBody>
      </p:sp>
      <p:cxnSp>
        <p:nvCxnSpPr>
          <p:cNvPr id="18" name="Straight Connector 17" descr="Vertical column divider">
            <a:extLst>
              <a:ext uri="{FF2B5EF4-FFF2-40B4-BE49-F238E27FC236}">
                <a16:creationId xmlns:a16="http://schemas.microsoft.com/office/drawing/2014/main" id="{079956D8-5715-2268-7B0B-77F681F429DE}"/>
              </a:ext>
              <a:ext uri="{C183D7F6-B498-43B3-948B-1728B52AA6E4}">
                <adec:decorative xmlns:adec="http://schemas.microsoft.com/office/drawing/2017/decorative" val="0"/>
              </a:ext>
            </a:extLst>
          </p:cNvPr>
          <p:cNvCxnSpPr>
            <a:cxnSpLocks/>
          </p:cNvCxnSpPr>
          <p:nvPr/>
        </p:nvCxnSpPr>
        <p:spPr bwMode="auto">
          <a:xfrm>
            <a:off x="18288000" y="573138"/>
            <a:ext cx="0" cy="1162203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9" name="Straight Connector 18" descr="Horizontal row divider">
            <a:extLst>
              <a:ext uri="{FF2B5EF4-FFF2-40B4-BE49-F238E27FC236}">
                <a16:creationId xmlns:a16="http://schemas.microsoft.com/office/drawing/2014/main" id="{C69DE06A-887E-434E-9F5D-F6060CA88483}"/>
              </a:ext>
              <a:ext uri="{C183D7F6-B498-43B3-948B-1728B52AA6E4}">
                <adec:decorative xmlns:adec="http://schemas.microsoft.com/office/drawing/2017/decorative" val="0"/>
              </a:ext>
            </a:extLst>
          </p:cNvPr>
          <p:cNvCxnSpPr>
            <a:cxnSpLocks/>
          </p:cNvCxnSpPr>
          <p:nvPr/>
        </p:nvCxnSpPr>
        <p:spPr bwMode="auto">
          <a:xfrm>
            <a:off x="576072" y="6096000"/>
            <a:ext cx="23228491"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0" name="Straight Connector 19" descr="Vertical column divider">
            <a:extLst>
              <a:ext uri="{FF2B5EF4-FFF2-40B4-BE49-F238E27FC236}">
                <a16:creationId xmlns:a16="http://schemas.microsoft.com/office/drawing/2014/main" id="{57493742-39AD-3BF7-3CDC-AA4DBBBD8015}"/>
              </a:ext>
              <a:ext uri="{C183D7F6-B498-43B3-948B-1728B52AA6E4}">
                <adec:decorative xmlns:adec="http://schemas.microsoft.com/office/drawing/2017/decorative" val="0"/>
              </a:ext>
            </a:extLst>
          </p:cNvPr>
          <p:cNvCxnSpPr>
            <a:cxnSpLocks/>
          </p:cNvCxnSpPr>
          <p:nvPr/>
        </p:nvCxnSpPr>
        <p:spPr bwMode="auto">
          <a:xfrm>
            <a:off x="6096000" y="571500"/>
            <a:ext cx="0" cy="11623675"/>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24" name="Slide Number Placeholder 23">
            <a:extLst>
              <a:ext uri="{FF2B5EF4-FFF2-40B4-BE49-F238E27FC236}">
                <a16:creationId xmlns:a16="http://schemas.microsoft.com/office/drawing/2014/main" id="{CC07AA70-550E-789D-732F-729AC4C57521}"/>
              </a:ext>
            </a:extLst>
          </p:cNvPr>
          <p:cNvSpPr>
            <a:spLocks noGrp="1"/>
          </p:cNvSpPr>
          <p:nvPr>
            <p:ph type="sldNum" sz="quarter" idx="4"/>
          </p:nvPr>
        </p:nvSpPr>
        <p:spPr/>
        <p:txBody>
          <a:bodyPr/>
          <a:lstStyle/>
          <a:p>
            <a:fld id="{86CB4B4D-7CA3-9044-876B-883B54F8677D}" type="slidenum">
              <a:rPr lang="en-US" smtClean="0"/>
              <a:pPr/>
              <a:t>78</a:t>
            </a:fld>
            <a:endParaRPr lang="en-US" dirty="0"/>
          </a:p>
        </p:txBody>
      </p:sp>
      <p:cxnSp>
        <p:nvCxnSpPr>
          <p:cNvPr id="2" name="Straight Connector 1" descr="Vertical column divider">
            <a:extLst>
              <a:ext uri="{FF2B5EF4-FFF2-40B4-BE49-F238E27FC236}">
                <a16:creationId xmlns:a16="http://schemas.microsoft.com/office/drawing/2014/main" id="{92146FC3-E1CE-7B50-86AB-E1B01BD0A307}"/>
              </a:ext>
            </a:extLst>
          </p:cNvPr>
          <p:cNvCxnSpPr>
            <a:cxnSpLocks/>
          </p:cNvCxnSpPr>
          <p:nvPr/>
        </p:nvCxnSpPr>
        <p:spPr bwMode="auto">
          <a:xfrm>
            <a:off x="12195302" y="570103"/>
            <a:ext cx="0" cy="1162507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395082617"/>
      </p:ext>
    </p:extLst>
  </p:cSld>
  <p:clrMapOvr>
    <a:masterClrMapping/>
  </p:clrMapOvr>
  <p:transition spd="med"/>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BB64FA-0763-5474-1CA4-9E9DB0D6E382}"/>
              </a:ext>
            </a:extLst>
          </p:cNvPr>
          <p:cNvSpPr>
            <a:spLocks noGrp="1"/>
          </p:cNvSpPr>
          <p:nvPr>
            <p:ph type="title"/>
          </p:nvPr>
        </p:nvSpPr>
        <p:spPr>
          <a:xfrm>
            <a:off x="576072" y="576072"/>
            <a:ext cx="4949825" cy="6281928"/>
          </a:xfrm>
        </p:spPr>
        <p:txBody>
          <a:bodyPr/>
          <a:lstStyle/>
          <a:p>
            <a:r>
              <a:rPr lang="en-US" sz="3600" dirty="0">
                <a:solidFill>
                  <a:srgbClr val="000000"/>
                </a:solidFill>
                <a:effectLst/>
              </a:rPr>
              <a:t>Maximize your </a:t>
            </a:r>
            <a:r>
              <a:rPr lang="en-US" sz="3600" dirty="0">
                <a:solidFill>
                  <a:schemeClr val="accent1"/>
                </a:solidFill>
                <a:effectLst/>
              </a:rPr>
              <a:t>intelligent sales strategy</a:t>
            </a:r>
          </a:p>
        </p:txBody>
      </p:sp>
      <p:sp>
        <p:nvSpPr>
          <p:cNvPr id="32" name="Text Placeholder 3">
            <a:extLst>
              <a:ext uri="{FF2B5EF4-FFF2-40B4-BE49-F238E27FC236}">
                <a16:creationId xmlns:a16="http://schemas.microsoft.com/office/drawing/2014/main" id="{D40636E0-C77A-C3ED-2225-5A5BF02BC257}"/>
              </a:ext>
            </a:extLst>
          </p:cNvPr>
          <p:cNvSpPr txBox="1">
            <a:spLocks/>
          </p:cNvSpPr>
          <p:nvPr/>
        </p:nvSpPr>
        <p:spPr>
          <a:xfrm>
            <a:off x="568325" y="2146299"/>
            <a:ext cx="4956175" cy="1004887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lvl1pPr marL="0" marR="0" indent="0" algn="l" defTabSz="2438400" rtl="0" latinLnBrk="0">
              <a:lnSpc>
                <a:spcPct val="110000"/>
              </a:lnSpc>
              <a:spcBef>
                <a:spcPts val="0"/>
              </a:spcBef>
              <a:spcAft>
                <a:spcPts val="0"/>
              </a:spcAft>
              <a:buClrTx/>
              <a:buSzTx/>
              <a:buFontTx/>
              <a:buNone/>
              <a:tabLst/>
              <a:defRPr sz="2400" b="0" i="0" u="none" strike="noStrike" cap="none" spc="0" baseline="0">
                <a:solidFill>
                  <a:schemeClr val="tx1"/>
                </a:solidFill>
                <a:uFillTx/>
                <a:latin typeface="+mj-lt"/>
                <a:ea typeface="+mj-ea"/>
                <a:cs typeface="+mj-cs"/>
                <a:sym typeface="IBM Plex Sans Light"/>
              </a:defRPr>
            </a:lvl1pPr>
            <a:lvl2pPr marL="444465" marR="0" indent="-446749" algn="l" defTabSz="2438400" rtl="0" latinLnBrk="0">
              <a:lnSpc>
                <a:spcPct val="110000"/>
              </a:lnSpc>
              <a:spcBef>
                <a:spcPts val="0"/>
              </a:spcBef>
              <a:spcAft>
                <a:spcPts val="0"/>
              </a:spcAft>
              <a:buClrTx/>
              <a:buSzPct val="100000"/>
              <a:buFontTx/>
              <a:buChar char="–"/>
              <a:tabLst/>
              <a:defRPr sz="2400" b="0" i="0" u="none" strike="noStrike" cap="none" spc="0" baseline="0">
                <a:solidFill>
                  <a:schemeClr val="tx1"/>
                </a:solidFill>
                <a:uFillTx/>
                <a:latin typeface="+mj-lt"/>
                <a:ea typeface="+mj-ea"/>
                <a:cs typeface="+mj-cs"/>
                <a:sym typeface="IBM Plex Sans Light"/>
              </a:defRPr>
            </a:lvl2pPr>
            <a:lvl3pPr marL="615918" marR="0" indent="-446749" algn="l" defTabSz="2438400" rtl="0" latinLnBrk="0">
              <a:lnSpc>
                <a:spcPct val="110000"/>
              </a:lnSpc>
              <a:spcBef>
                <a:spcPts val="0"/>
              </a:spcBef>
              <a:spcAft>
                <a:spcPts val="0"/>
              </a:spcAft>
              <a:buClrTx/>
              <a:buSzPct val="100000"/>
              <a:buFontTx/>
              <a:buChar char="•"/>
              <a:tabLst/>
              <a:defRPr sz="2400" b="0" i="0" u="none" strike="noStrike" cap="none" spc="0" baseline="0">
                <a:solidFill>
                  <a:schemeClr val="tx1"/>
                </a:solidFill>
                <a:uFillTx/>
                <a:latin typeface="+mj-lt"/>
                <a:ea typeface="+mj-ea"/>
                <a:cs typeface="+mj-cs"/>
                <a:sym typeface="IBM Plex Sans Light"/>
              </a:defRPr>
            </a:lvl3pPr>
            <a:lvl4pPr marL="901671" marR="0" indent="-446749" algn="l" defTabSz="2438400" rtl="0" latinLnBrk="0">
              <a:lnSpc>
                <a:spcPct val="110000"/>
              </a:lnSpc>
              <a:spcBef>
                <a:spcPts val="0"/>
              </a:spcBef>
              <a:spcAft>
                <a:spcPts val="0"/>
              </a:spcAft>
              <a:buClrTx/>
              <a:buSzPct val="100000"/>
              <a:buFontTx/>
              <a:buChar char="–"/>
              <a:tabLst/>
              <a:defRPr sz="2400" b="0" i="0" u="none" strike="noStrike" cap="none" spc="0" baseline="0">
                <a:solidFill>
                  <a:schemeClr val="tx1"/>
                </a:solidFill>
                <a:uFillTx/>
                <a:latin typeface="+mj-lt"/>
                <a:ea typeface="+mj-ea"/>
                <a:cs typeface="+mj-cs"/>
                <a:sym typeface="IBM Plex Sans Light"/>
              </a:defRPr>
            </a:lvl4pPr>
            <a:lvl5pPr marL="1076298" marR="0" indent="-446749" algn="l" defTabSz="2438400" rtl="0" latinLnBrk="0">
              <a:lnSpc>
                <a:spcPct val="110000"/>
              </a:lnSpc>
              <a:spcBef>
                <a:spcPts val="0"/>
              </a:spcBef>
              <a:spcAft>
                <a:spcPts val="0"/>
              </a:spcAft>
              <a:buClrTx/>
              <a:buSzPct val="100000"/>
              <a:buFontTx/>
              <a:buChar char="»"/>
              <a:tabLst/>
              <a:defRPr sz="2400" b="0" i="0" u="none" strike="noStrike" cap="none" spc="0" baseline="0">
                <a:solidFill>
                  <a:schemeClr val="tx1"/>
                </a:solidFill>
                <a:uFillTx/>
                <a:latin typeface="+mj-lt"/>
                <a:ea typeface="+mj-ea"/>
                <a:cs typeface="+mj-cs"/>
                <a:sym typeface="IBM Plex Sans Light"/>
              </a:defRPr>
            </a:lvl5pPr>
            <a:lvl6pPr marL="1843060"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r>
              <a:rPr lang="en-US" dirty="0">
                <a:solidFill>
                  <a:srgbClr val="000000"/>
                </a:solidFill>
                <a:effectLst/>
              </a:rPr>
              <a:t>Successful strategy development has moved beyond just diagnosing and solving problems. It blends implementation processes in creative ways to steer business </a:t>
            </a:r>
            <a:br>
              <a:rPr lang="en-US" dirty="0">
                <a:solidFill>
                  <a:srgbClr val="000000"/>
                </a:solidFill>
                <a:effectLst/>
              </a:rPr>
            </a:br>
            <a:r>
              <a:rPr lang="en-US" dirty="0">
                <a:solidFill>
                  <a:srgbClr val="000000"/>
                </a:solidFill>
                <a:effectLst/>
              </a:rPr>
              <a:t>in a hands-on manner. </a:t>
            </a:r>
          </a:p>
          <a:p>
            <a:endParaRPr lang="en-US" dirty="0">
              <a:solidFill>
                <a:srgbClr val="000000"/>
              </a:solidFill>
              <a:effectLst/>
            </a:endParaRPr>
          </a:p>
          <a:p>
            <a:r>
              <a:rPr lang="en-US" dirty="0">
                <a:solidFill>
                  <a:srgbClr val="000000"/>
                </a:solidFill>
                <a:effectLst/>
              </a:rPr>
              <a:t>This offering is focused on understanding, validating and scaling sales strategies quickly.</a:t>
            </a:r>
          </a:p>
        </p:txBody>
      </p:sp>
      <p:sp>
        <p:nvSpPr>
          <p:cNvPr id="4" name="Text Placeholder 3">
            <a:extLst>
              <a:ext uri="{FF2B5EF4-FFF2-40B4-BE49-F238E27FC236}">
                <a16:creationId xmlns:a16="http://schemas.microsoft.com/office/drawing/2014/main" id="{DA37A690-D3DB-EB10-7413-F16D08EC0995}"/>
              </a:ext>
            </a:extLst>
          </p:cNvPr>
          <p:cNvSpPr>
            <a:spLocks noGrp="1"/>
          </p:cNvSpPr>
          <p:nvPr>
            <p:ph type="body" sz="quarter" idx="11"/>
          </p:nvPr>
        </p:nvSpPr>
        <p:spPr>
          <a:xfrm>
            <a:off x="6667500" y="576072"/>
            <a:ext cx="4951413" cy="4567428"/>
          </a:xfrm>
        </p:spPr>
        <p:txBody>
          <a:bodyPr/>
          <a:lstStyle/>
          <a:p>
            <a:r>
              <a:rPr lang="en-US" sz="3600" dirty="0">
                <a:solidFill>
                  <a:srgbClr val="000000"/>
                </a:solidFill>
                <a:effectLst/>
              </a:rPr>
              <a:t>Client attrition</a:t>
            </a:r>
            <a:br>
              <a:rPr lang="en-US" sz="4400" dirty="0">
                <a:solidFill>
                  <a:srgbClr val="000000"/>
                </a:solidFill>
                <a:effectLst/>
              </a:rPr>
            </a:br>
            <a:endParaRPr lang="en-US" dirty="0">
              <a:solidFill>
                <a:srgbClr val="000000"/>
              </a:solidFill>
              <a:effectLst/>
            </a:endParaRPr>
          </a:p>
          <a:p>
            <a:r>
              <a:rPr lang="en-US" dirty="0">
                <a:solidFill>
                  <a:srgbClr val="000000"/>
                </a:solidFill>
                <a:effectLst/>
              </a:rPr>
              <a:t>“Who are key clients that are at risk?”</a:t>
            </a:r>
            <a:br>
              <a:rPr lang="en-US" dirty="0">
                <a:solidFill>
                  <a:srgbClr val="000000"/>
                </a:solidFill>
                <a:effectLst/>
              </a:rPr>
            </a:br>
            <a:endParaRPr lang="en-US" dirty="0">
              <a:solidFill>
                <a:srgbClr val="000000"/>
              </a:solidFill>
              <a:effectLst/>
            </a:endParaRPr>
          </a:p>
          <a:p>
            <a:r>
              <a:rPr lang="en-US" dirty="0">
                <a:solidFill>
                  <a:srgbClr val="000000"/>
                </a:solidFill>
                <a:effectLst/>
              </a:rPr>
              <a:t>Client attrition predicts which clients mostly likely to cancel service and provides list of actions to execute for clients at risk.</a:t>
            </a:r>
          </a:p>
          <a:p>
            <a:endParaRPr lang="en-US" dirty="0">
              <a:solidFill>
                <a:srgbClr val="000000"/>
              </a:solidFill>
              <a:effectLst/>
            </a:endParaRPr>
          </a:p>
        </p:txBody>
      </p:sp>
      <p:sp>
        <p:nvSpPr>
          <p:cNvPr id="5" name="Text Placeholder 4">
            <a:extLst>
              <a:ext uri="{FF2B5EF4-FFF2-40B4-BE49-F238E27FC236}">
                <a16:creationId xmlns:a16="http://schemas.microsoft.com/office/drawing/2014/main" id="{DF74D8C5-E47E-2DCE-1A5D-5615FE1A40A2}"/>
              </a:ext>
            </a:extLst>
          </p:cNvPr>
          <p:cNvSpPr>
            <a:spLocks noGrp="1"/>
          </p:cNvSpPr>
          <p:nvPr>
            <p:ph type="body" sz="quarter" idx="12"/>
          </p:nvPr>
        </p:nvSpPr>
        <p:spPr>
          <a:xfrm>
            <a:off x="12763501" y="576072"/>
            <a:ext cx="5171208" cy="4567428"/>
          </a:xfrm>
        </p:spPr>
        <p:txBody>
          <a:bodyPr/>
          <a:lstStyle/>
          <a:p>
            <a:r>
              <a:rPr lang="en-US" sz="3600" dirty="0">
                <a:solidFill>
                  <a:srgbClr val="000000"/>
                </a:solidFill>
                <a:effectLst/>
              </a:rPr>
              <a:t>Lead management</a:t>
            </a:r>
            <a:br>
              <a:rPr lang="en-US" sz="4400" dirty="0">
                <a:solidFill>
                  <a:srgbClr val="000000"/>
                </a:solidFill>
                <a:effectLst/>
              </a:rPr>
            </a:br>
            <a:endParaRPr lang="en-US" dirty="0">
              <a:solidFill>
                <a:srgbClr val="000000"/>
              </a:solidFill>
              <a:effectLst/>
            </a:endParaRPr>
          </a:p>
          <a:p>
            <a:r>
              <a:rPr lang="en-US" dirty="0">
                <a:solidFill>
                  <a:srgbClr val="000000"/>
                </a:solidFill>
                <a:effectLst/>
              </a:rPr>
              <a:t>“What leads are most likely to convert?”</a:t>
            </a:r>
            <a:br>
              <a:rPr lang="en-US" dirty="0">
                <a:solidFill>
                  <a:srgbClr val="000000"/>
                </a:solidFill>
                <a:effectLst/>
              </a:rPr>
            </a:br>
            <a:endParaRPr lang="en-US" dirty="0">
              <a:solidFill>
                <a:srgbClr val="000000"/>
              </a:solidFill>
              <a:effectLst/>
            </a:endParaRPr>
          </a:p>
          <a:p>
            <a:r>
              <a:rPr lang="en-US" dirty="0">
                <a:solidFill>
                  <a:srgbClr val="000000"/>
                </a:solidFill>
                <a:effectLst/>
              </a:rPr>
              <a:t>Lead scoring provides the right segment by geography, demographic, products, with the right message, at the right moment using insight-based segmentation.</a:t>
            </a:r>
          </a:p>
        </p:txBody>
      </p:sp>
      <p:sp>
        <p:nvSpPr>
          <p:cNvPr id="6" name="Text Placeholder 5">
            <a:extLst>
              <a:ext uri="{FF2B5EF4-FFF2-40B4-BE49-F238E27FC236}">
                <a16:creationId xmlns:a16="http://schemas.microsoft.com/office/drawing/2014/main" id="{2B1F7058-C005-467C-229C-B56BA29F7C80}"/>
              </a:ext>
            </a:extLst>
          </p:cNvPr>
          <p:cNvSpPr>
            <a:spLocks noGrp="1"/>
          </p:cNvSpPr>
          <p:nvPr>
            <p:ph type="body" sz="quarter" idx="13"/>
          </p:nvPr>
        </p:nvSpPr>
        <p:spPr>
          <a:xfrm>
            <a:off x="18859501" y="576072"/>
            <a:ext cx="4953000" cy="4567428"/>
          </a:xfrm>
        </p:spPr>
        <p:txBody>
          <a:bodyPr/>
          <a:lstStyle/>
          <a:p>
            <a:r>
              <a:rPr lang="en-US" sz="3600" dirty="0">
                <a:solidFill>
                  <a:srgbClr val="000000"/>
                </a:solidFill>
                <a:effectLst/>
              </a:rPr>
              <a:t>Sales acceleration</a:t>
            </a:r>
            <a:br>
              <a:rPr lang="en-US" sz="4400" dirty="0">
                <a:solidFill>
                  <a:srgbClr val="000000"/>
                </a:solidFill>
                <a:effectLst/>
              </a:rPr>
            </a:br>
            <a:endParaRPr lang="en-US" dirty="0">
              <a:solidFill>
                <a:srgbClr val="000000"/>
              </a:solidFill>
              <a:effectLst/>
            </a:endParaRPr>
          </a:p>
          <a:p>
            <a:r>
              <a:rPr lang="en-US" dirty="0">
                <a:solidFill>
                  <a:srgbClr val="000000"/>
                </a:solidFill>
                <a:effectLst/>
              </a:rPr>
              <a:t>“How do I reach more customers with deeper engagement?”</a:t>
            </a:r>
            <a:br>
              <a:rPr lang="en-US" dirty="0">
                <a:solidFill>
                  <a:srgbClr val="000000"/>
                </a:solidFill>
                <a:effectLst/>
              </a:rPr>
            </a:br>
            <a:endParaRPr lang="en-US" dirty="0">
              <a:solidFill>
                <a:srgbClr val="000000"/>
              </a:solidFill>
              <a:effectLst/>
            </a:endParaRPr>
          </a:p>
          <a:p>
            <a:r>
              <a:rPr lang="en-US" dirty="0">
                <a:solidFill>
                  <a:srgbClr val="000000"/>
                </a:solidFill>
                <a:effectLst/>
              </a:rPr>
              <a:t>Sales acceleration increases outreach and standardize experiences by using Chatbots to drive focused selling and customer engagement and allows reps to prioritize high-potential opportunities.</a:t>
            </a:r>
          </a:p>
        </p:txBody>
      </p:sp>
      <p:sp>
        <p:nvSpPr>
          <p:cNvPr id="7" name="Text Placeholder 6">
            <a:extLst>
              <a:ext uri="{FF2B5EF4-FFF2-40B4-BE49-F238E27FC236}">
                <a16:creationId xmlns:a16="http://schemas.microsoft.com/office/drawing/2014/main" id="{FF81F56A-E1C0-C008-4ACB-49E3035887C9}"/>
              </a:ext>
            </a:extLst>
          </p:cNvPr>
          <p:cNvSpPr>
            <a:spLocks noGrp="1"/>
          </p:cNvSpPr>
          <p:nvPr>
            <p:ph type="body" sz="quarter" idx="14"/>
          </p:nvPr>
        </p:nvSpPr>
        <p:spPr>
          <a:xfrm>
            <a:off x="6667500" y="6857999"/>
            <a:ext cx="4951413" cy="5337175"/>
          </a:xfrm>
        </p:spPr>
        <p:txBody>
          <a:bodyPr/>
          <a:lstStyle/>
          <a:p>
            <a:r>
              <a:rPr lang="en-US" sz="3600" dirty="0">
                <a:solidFill>
                  <a:srgbClr val="000000"/>
                </a:solidFill>
                <a:effectLst/>
              </a:rPr>
              <a:t>Product propensity</a:t>
            </a:r>
            <a:br>
              <a:rPr lang="en-US" sz="4400" dirty="0">
                <a:solidFill>
                  <a:srgbClr val="000000"/>
                </a:solidFill>
                <a:effectLst/>
              </a:rPr>
            </a:br>
            <a:endParaRPr lang="en-US" dirty="0">
              <a:solidFill>
                <a:srgbClr val="000000"/>
              </a:solidFill>
              <a:effectLst/>
            </a:endParaRPr>
          </a:p>
          <a:p>
            <a:r>
              <a:rPr lang="en-US" dirty="0">
                <a:solidFill>
                  <a:srgbClr val="000000"/>
                </a:solidFill>
                <a:effectLst/>
              </a:rPr>
              <a:t>“What is the best price for this prospect or customer?”</a:t>
            </a:r>
            <a:br>
              <a:rPr lang="en-US" dirty="0">
                <a:solidFill>
                  <a:srgbClr val="000000"/>
                </a:solidFill>
                <a:effectLst/>
              </a:rPr>
            </a:br>
            <a:endParaRPr lang="en-US" dirty="0">
              <a:solidFill>
                <a:srgbClr val="000000"/>
              </a:solidFill>
              <a:effectLst/>
            </a:endParaRPr>
          </a:p>
          <a:p>
            <a:r>
              <a:rPr lang="en-US" dirty="0">
                <a:solidFill>
                  <a:srgbClr val="000000"/>
                </a:solidFill>
                <a:effectLst/>
              </a:rPr>
              <a:t>Price optimization delivers the optimal price to customers with minimal administrative overhead and reduce sales cycle times. </a:t>
            </a:r>
            <a:br>
              <a:rPr lang="en-US" dirty="0">
                <a:solidFill>
                  <a:srgbClr val="000000"/>
                </a:solidFill>
                <a:effectLst/>
              </a:rPr>
            </a:br>
            <a:r>
              <a:rPr lang="en-US" dirty="0">
                <a:solidFill>
                  <a:srgbClr val="000000"/>
                </a:solidFill>
                <a:effectLst/>
              </a:rPr>
              <a:t>Improve deal conversion rates and renewals.</a:t>
            </a:r>
          </a:p>
        </p:txBody>
      </p:sp>
      <p:sp>
        <p:nvSpPr>
          <p:cNvPr id="8" name="Text Placeholder 7">
            <a:extLst>
              <a:ext uri="{FF2B5EF4-FFF2-40B4-BE49-F238E27FC236}">
                <a16:creationId xmlns:a16="http://schemas.microsoft.com/office/drawing/2014/main" id="{07D55C26-5E2E-02CF-D74C-6147F65227AA}"/>
              </a:ext>
            </a:extLst>
          </p:cNvPr>
          <p:cNvSpPr>
            <a:spLocks noGrp="1"/>
          </p:cNvSpPr>
          <p:nvPr>
            <p:ph type="body" sz="quarter" idx="15"/>
          </p:nvPr>
        </p:nvSpPr>
        <p:spPr>
          <a:xfrm>
            <a:off x="12763501" y="6860597"/>
            <a:ext cx="4951413" cy="5334577"/>
          </a:xfrm>
        </p:spPr>
        <p:txBody>
          <a:bodyPr/>
          <a:lstStyle/>
          <a:p>
            <a:r>
              <a:rPr lang="en-US" sz="3600" dirty="0">
                <a:solidFill>
                  <a:srgbClr val="000000"/>
                </a:solidFill>
                <a:effectLst/>
              </a:rPr>
              <a:t>Pipeline velocity</a:t>
            </a:r>
            <a:br>
              <a:rPr lang="en-US" sz="4400" dirty="0">
                <a:solidFill>
                  <a:srgbClr val="000000"/>
                </a:solidFill>
                <a:effectLst/>
              </a:rPr>
            </a:br>
            <a:endParaRPr lang="en-US" dirty="0">
              <a:solidFill>
                <a:srgbClr val="000000"/>
              </a:solidFill>
              <a:effectLst/>
            </a:endParaRPr>
          </a:p>
          <a:p>
            <a:r>
              <a:rPr lang="en-US" dirty="0">
                <a:solidFill>
                  <a:srgbClr val="000000"/>
                </a:solidFill>
                <a:effectLst/>
              </a:rPr>
              <a:t>“Generate more relevant leads likely to become customers.”</a:t>
            </a:r>
            <a:br>
              <a:rPr lang="en-US" dirty="0">
                <a:solidFill>
                  <a:srgbClr val="000000"/>
                </a:solidFill>
                <a:effectLst/>
              </a:rPr>
            </a:br>
            <a:endParaRPr lang="en-US" dirty="0">
              <a:solidFill>
                <a:srgbClr val="000000"/>
              </a:solidFill>
              <a:effectLst/>
            </a:endParaRPr>
          </a:p>
          <a:p>
            <a:r>
              <a:rPr lang="en-US" dirty="0">
                <a:solidFill>
                  <a:srgbClr val="000000"/>
                </a:solidFill>
                <a:effectLst/>
              </a:rPr>
              <a:t>Pipeline velocity mines unstructured data like news stories and social media to bring in new leads. Focus on leads that are likely to convert based on hard data.</a:t>
            </a:r>
          </a:p>
        </p:txBody>
      </p:sp>
      <p:pic>
        <p:nvPicPr>
          <p:cNvPr id="37" name="Picture 36" descr="Photo showing 3 people sitting having a conversation in living room setting">
            <a:extLst>
              <a:ext uri="{FF2B5EF4-FFF2-40B4-BE49-F238E27FC236}">
                <a16:creationId xmlns:a16="http://schemas.microsoft.com/office/drawing/2014/main" id="{4ABE1C42-7190-A14D-2D94-3695174BDFD7}"/>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8859500" y="6858000"/>
            <a:ext cx="4953000" cy="3302403"/>
          </a:xfrm>
          <a:prstGeom prst="rect">
            <a:avLst/>
          </a:prstGeom>
        </p:spPr>
      </p:pic>
      <p:sp>
        <p:nvSpPr>
          <p:cNvPr id="16" name="Footer Placeholder 15">
            <a:extLst>
              <a:ext uri="{FF2B5EF4-FFF2-40B4-BE49-F238E27FC236}">
                <a16:creationId xmlns:a16="http://schemas.microsoft.com/office/drawing/2014/main" id="{34AEF0A0-E997-0380-3315-FAFE14B8A12D}"/>
              </a:ext>
            </a:extLst>
          </p:cNvPr>
          <p:cNvSpPr>
            <a:spLocks noGrp="1"/>
          </p:cNvSpPr>
          <p:nvPr>
            <p:ph type="ftr" sz="quarter" idx="23"/>
          </p:nvPr>
        </p:nvSpPr>
        <p:spPr/>
        <p:txBody>
          <a:bodyPr/>
          <a:lstStyle/>
          <a:p>
            <a:r>
              <a:rPr lang="en-US" dirty="0">
                <a:solidFill>
                  <a:srgbClr val="000000"/>
                </a:solidFill>
                <a:effectLst/>
                <a:latin typeface="IBM Plex Sans" panose="020B0503050203000203" pitchFamily="34" charset="0"/>
              </a:rPr>
              <a:t>Footer</a:t>
            </a:r>
          </a:p>
        </p:txBody>
      </p:sp>
      <p:sp>
        <p:nvSpPr>
          <p:cNvPr id="9" name="Slide Number Placeholder 9">
            <a:extLst>
              <a:ext uri="{FF2B5EF4-FFF2-40B4-BE49-F238E27FC236}">
                <a16:creationId xmlns:a16="http://schemas.microsoft.com/office/drawing/2014/main" id="{0134D9EB-50E6-1A1E-DF77-844AA4383C99}"/>
              </a:ext>
            </a:extLst>
          </p:cNvPr>
          <p:cNvSpPr txBox="1">
            <a:spLocks/>
          </p:cNvSpPr>
          <p:nvPr/>
        </p:nvSpPr>
        <p:spPr>
          <a:xfrm>
            <a:off x="23541592" y="12938760"/>
            <a:ext cx="270908" cy="246221"/>
          </a:xfrm>
          <a:prstGeom prst="rect">
            <a:avLst/>
          </a:prstGeom>
        </p:spPr>
        <p:txBody>
          <a:bodyPr vert="horz" lIns="0" tIns="0" rIns="0" bIns="0" rtlCol="0" anchor="b"/>
          <a:lstStyle>
            <a:defPPr>
              <a:defRPr lang="en-US"/>
            </a:defPPr>
            <a:lvl1pPr marL="0" algn="l" defTabSz="1829379" rtl="0" eaLnBrk="1" latinLnBrk="0" hangingPunct="1">
              <a:defRPr sz="1600" b="0" i="0" kern="1200">
                <a:solidFill>
                  <a:schemeClr val="tx1"/>
                </a:solidFill>
                <a:latin typeface="IBM Plex Sans" panose="020B0503050203000203" pitchFamily="34" charset="0"/>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fld id="{59395FB3-9C97-154F-86B2-7E381B951268}" type="slidenum">
              <a:rPr lang="en-US" smtClean="0"/>
              <a:pPr/>
              <a:t>79</a:t>
            </a:fld>
            <a:endParaRPr lang="en-US" dirty="0"/>
          </a:p>
        </p:txBody>
      </p:sp>
      <p:sp>
        <p:nvSpPr>
          <p:cNvPr id="3" name="TextBox 2">
            <a:extLst>
              <a:ext uri="{FF2B5EF4-FFF2-40B4-BE49-F238E27FC236}">
                <a16:creationId xmlns:a16="http://schemas.microsoft.com/office/drawing/2014/main" id="{AFD79C28-CDC1-F887-FF1A-8BBE7BCD7D25}"/>
              </a:ext>
            </a:extLst>
          </p:cNvPr>
          <p:cNvSpPr txBox="1"/>
          <p:nvPr/>
        </p:nvSpPr>
        <p:spPr>
          <a:xfrm>
            <a:off x="6045200" y="5638800"/>
            <a:ext cx="0" cy="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rtlCol="0">
            <a:noAutofit/>
          </a:bodyPr>
          <a:lstStyle/>
          <a:p>
            <a:pPr marL="444465" indent="-446749" algn="l" defTabSz="2438400">
              <a:spcBef>
                <a:spcPts val="2900"/>
              </a:spcBef>
              <a:buSzPct val="100000"/>
              <a:buFontTx/>
              <a:buChar char="–"/>
            </a:pPr>
            <a:endParaRPr lang="en-US" kern="0" dirty="0">
              <a:solidFill>
                <a:srgbClr val="000000"/>
              </a:solidFill>
              <a:ea typeface="+mj-ea"/>
              <a:cs typeface="+mj-cs"/>
              <a:sym typeface="IBM Plex Sans Light"/>
            </a:endParaRPr>
          </a:p>
        </p:txBody>
      </p:sp>
    </p:spTree>
    <p:extLst>
      <p:ext uri="{BB962C8B-B14F-4D97-AF65-F5344CB8AC3E}">
        <p14:creationId xmlns:p14="http://schemas.microsoft.com/office/powerpoint/2010/main" val="706269758"/>
      </p:ext>
    </p:extLst>
  </p:cSld>
  <p:clrMapOvr>
    <a:masterClrMapping/>
  </p:clrMapOvr>
  <p:transition spd="med"/>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D5727D-2E3A-C7FD-AE4F-827DD3B2455E}"/>
              </a:ext>
            </a:extLst>
          </p:cNvPr>
          <p:cNvSpPr>
            <a:spLocks noGrp="1"/>
          </p:cNvSpPr>
          <p:nvPr>
            <p:ph type="title"/>
          </p:nvPr>
        </p:nvSpPr>
        <p:spPr/>
        <p:txBody>
          <a:bodyPr/>
          <a:lstStyle/>
          <a:p>
            <a:r>
              <a:rPr lang="en-US" sz="4400" dirty="0"/>
              <a:t>With you today</a:t>
            </a:r>
          </a:p>
        </p:txBody>
      </p:sp>
      <p:sp>
        <p:nvSpPr>
          <p:cNvPr id="10" name="Text Placeholder 9">
            <a:extLst>
              <a:ext uri="{FF2B5EF4-FFF2-40B4-BE49-F238E27FC236}">
                <a16:creationId xmlns:a16="http://schemas.microsoft.com/office/drawing/2014/main" id="{DD59A595-38EF-943B-3169-9E44CD26DEFD}"/>
              </a:ext>
            </a:extLst>
          </p:cNvPr>
          <p:cNvSpPr>
            <a:spLocks noGrp="1"/>
          </p:cNvSpPr>
          <p:nvPr>
            <p:ph type="body" sz="quarter" idx="21"/>
          </p:nvPr>
        </p:nvSpPr>
        <p:spPr/>
        <p:txBody>
          <a:bodyPr/>
          <a:lstStyle/>
          <a:p>
            <a:r>
              <a:rPr lang="en-US" dirty="0">
                <a:latin typeface="IBM Plex Sans Medm" panose="020B0503050203000203" pitchFamily="34" charset="0"/>
              </a:rPr>
              <a:t>Firstname Lastname</a:t>
            </a:r>
            <a:br>
              <a:rPr lang="en-US" dirty="0"/>
            </a:br>
            <a:r>
              <a:rPr lang="en-US" dirty="0"/>
              <a:t>Managing Partner</a:t>
            </a:r>
          </a:p>
        </p:txBody>
      </p:sp>
      <p:sp>
        <p:nvSpPr>
          <p:cNvPr id="5" name="Text Placeholder 4">
            <a:extLst>
              <a:ext uri="{FF2B5EF4-FFF2-40B4-BE49-F238E27FC236}">
                <a16:creationId xmlns:a16="http://schemas.microsoft.com/office/drawing/2014/main" id="{C33EE142-1E8B-984F-F242-40E97B08AA44}"/>
              </a:ext>
            </a:extLst>
          </p:cNvPr>
          <p:cNvSpPr>
            <a:spLocks noGrp="1"/>
          </p:cNvSpPr>
          <p:nvPr>
            <p:ph type="body" sz="quarter" idx="12"/>
          </p:nvPr>
        </p:nvSpPr>
        <p:spPr/>
        <p:txBody>
          <a:bodyPr/>
          <a:lstStyle/>
          <a:p>
            <a:r>
              <a:rPr lang="en-US" dirty="0">
                <a:latin typeface="IBM Plex Sans Medm" panose="020B0503050203000203" pitchFamily="34" charset="0"/>
              </a:rPr>
              <a:t>Firstname Lastname</a:t>
            </a:r>
            <a:br>
              <a:rPr lang="en-US" dirty="0"/>
            </a:br>
            <a:r>
              <a:rPr lang="en-US" dirty="0"/>
              <a:t>Global Managing Partner</a:t>
            </a:r>
          </a:p>
        </p:txBody>
      </p:sp>
      <p:sp>
        <p:nvSpPr>
          <p:cNvPr id="7" name="Text Placeholder 6">
            <a:extLst>
              <a:ext uri="{FF2B5EF4-FFF2-40B4-BE49-F238E27FC236}">
                <a16:creationId xmlns:a16="http://schemas.microsoft.com/office/drawing/2014/main" id="{70F2193F-B205-5B9C-A1E8-C1770B089054}"/>
              </a:ext>
            </a:extLst>
          </p:cNvPr>
          <p:cNvSpPr>
            <a:spLocks noGrp="1"/>
          </p:cNvSpPr>
          <p:nvPr>
            <p:ph type="body" sz="quarter" idx="14"/>
          </p:nvPr>
        </p:nvSpPr>
        <p:spPr/>
        <p:txBody>
          <a:bodyPr/>
          <a:lstStyle/>
          <a:p>
            <a:r>
              <a:rPr lang="en-US" dirty="0">
                <a:latin typeface="IBM Plex Sans Medm" panose="020B0503050203000203" pitchFamily="34" charset="0"/>
              </a:rPr>
              <a:t>Firstname Lastname</a:t>
            </a:r>
            <a:br>
              <a:rPr lang="en-US" dirty="0"/>
            </a:br>
            <a:r>
              <a:rPr lang="en-US" dirty="0"/>
              <a:t>CTO, Hybrid Cloud Services</a:t>
            </a:r>
          </a:p>
          <a:p>
            <a:endParaRPr lang="en-US" dirty="0"/>
          </a:p>
        </p:txBody>
      </p:sp>
      <p:sp>
        <p:nvSpPr>
          <p:cNvPr id="16" name="Text Placeholder 15">
            <a:extLst>
              <a:ext uri="{FF2B5EF4-FFF2-40B4-BE49-F238E27FC236}">
                <a16:creationId xmlns:a16="http://schemas.microsoft.com/office/drawing/2014/main" id="{205CC423-79F8-AD57-A0F5-10E693BA194C}"/>
              </a:ext>
            </a:extLst>
          </p:cNvPr>
          <p:cNvSpPr>
            <a:spLocks noGrp="1"/>
          </p:cNvSpPr>
          <p:nvPr>
            <p:ph type="body" sz="quarter" idx="27"/>
          </p:nvPr>
        </p:nvSpPr>
        <p:spPr/>
        <p:txBody>
          <a:bodyPr/>
          <a:lstStyle/>
          <a:p>
            <a:r>
              <a:rPr lang="en-US" dirty="0">
                <a:latin typeface="IBM Plex Sans Medm" panose="020B0503050203000203" pitchFamily="34" charset="0"/>
              </a:rPr>
              <a:t>Firstname Lastname </a:t>
            </a:r>
          </a:p>
          <a:p>
            <a:r>
              <a:rPr lang="en-US" dirty="0"/>
              <a:t>Chief Architect</a:t>
            </a:r>
          </a:p>
          <a:p>
            <a:endParaRPr lang="en-US" dirty="0"/>
          </a:p>
          <a:p>
            <a:endParaRPr lang="en-US" dirty="0"/>
          </a:p>
        </p:txBody>
      </p:sp>
      <p:sp>
        <p:nvSpPr>
          <p:cNvPr id="12" name="Text Placeholder 11">
            <a:extLst>
              <a:ext uri="{FF2B5EF4-FFF2-40B4-BE49-F238E27FC236}">
                <a16:creationId xmlns:a16="http://schemas.microsoft.com/office/drawing/2014/main" id="{B0EF3455-FE6D-2E2A-8FA4-762C50A79583}"/>
              </a:ext>
            </a:extLst>
          </p:cNvPr>
          <p:cNvSpPr>
            <a:spLocks noGrp="1"/>
          </p:cNvSpPr>
          <p:nvPr>
            <p:ph type="body" sz="quarter" idx="23"/>
          </p:nvPr>
        </p:nvSpPr>
        <p:spPr/>
        <p:txBody>
          <a:bodyPr/>
          <a:lstStyle/>
          <a:p>
            <a:r>
              <a:rPr lang="en-US" dirty="0">
                <a:latin typeface="IBM Plex Sans Medm" panose="020B0503050203000203" pitchFamily="34" charset="0"/>
              </a:rPr>
              <a:t>Firstname Lastname</a:t>
            </a:r>
            <a:br>
              <a:rPr lang="en-US" dirty="0"/>
            </a:br>
            <a:r>
              <a:rPr lang="en-US" dirty="0"/>
              <a:t>Managing Partner</a:t>
            </a:r>
          </a:p>
          <a:p>
            <a:endParaRPr lang="en-US" dirty="0"/>
          </a:p>
        </p:txBody>
      </p:sp>
      <p:sp>
        <p:nvSpPr>
          <p:cNvPr id="14" name="Text Placeholder 13">
            <a:extLst>
              <a:ext uri="{FF2B5EF4-FFF2-40B4-BE49-F238E27FC236}">
                <a16:creationId xmlns:a16="http://schemas.microsoft.com/office/drawing/2014/main" id="{0E2E5C16-95C7-535F-F785-1CC1432768D6}"/>
              </a:ext>
            </a:extLst>
          </p:cNvPr>
          <p:cNvSpPr>
            <a:spLocks noGrp="1"/>
          </p:cNvSpPr>
          <p:nvPr>
            <p:ph type="body" sz="quarter" idx="25"/>
          </p:nvPr>
        </p:nvSpPr>
        <p:spPr/>
        <p:txBody>
          <a:bodyPr/>
          <a:lstStyle/>
          <a:p>
            <a:r>
              <a:rPr lang="en-US" dirty="0">
                <a:latin typeface="IBM Plex Sans Medm" panose="020B0503050203000203" pitchFamily="34" charset="0"/>
              </a:rPr>
              <a:t>Firstname Lastname</a:t>
            </a:r>
            <a:br>
              <a:rPr lang="en-US" dirty="0"/>
            </a:br>
            <a:r>
              <a:rPr lang="en-US" dirty="0"/>
              <a:t>VP, Senior Partner</a:t>
            </a:r>
          </a:p>
          <a:p>
            <a:endParaRPr lang="en-US" dirty="0"/>
          </a:p>
        </p:txBody>
      </p:sp>
      <p:sp>
        <p:nvSpPr>
          <p:cNvPr id="8" name="Footer Placeholder 7">
            <a:extLst>
              <a:ext uri="{FF2B5EF4-FFF2-40B4-BE49-F238E27FC236}">
                <a16:creationId xmlns:a16="http://schemas.microsoft.com/office/drawing/2014/main" id="{B3CBBF94-6067-5E90-9DAF-21168A4E2BE9}"/>
              </a:ext>
            </a:extLst>
          </p:cNvPr>
          <p:cNvSpPr>
            <a:spLocks noGrp="1"/>
          </p:cNvSpPr>
          <p:nvPr>
            <p:ph type="ftr" sz="quarter" idx="18"/>
          </p:nvPr>
        </p:nvSpPr>
        <p:spPr/>
        <p:txBody>
          <a:bodyPr/>
          <a:lstStyle/>
          <a:p>
            <a:r>
              <a:rPr lang="en-US" dirty="0"/>
              <a:t>Footer</a:t>
            </a:r>
          </a:p>
        </p:txBody>
      </p:sp>
      <p:pic>
        <p:nvPicPr>
          <p:cNvPr id="29" name="Picture Placeholder 46" descr="Place bio portrait here">
            <a:extLst>
              <a:ext uri="{FF2B5EF4-FFF2-40B4-BE49-F238E27FC236}">
                <a16:creationId xmlns:a16="http://schemas.microsoft.com/office/drawing/2014/main" id="{BB867BE7-A0A9-743C-165E-5839D1857B1F}"/>
              </a:ext>
            </a:extLst>
          </p:cNvPr>
          <p:cNvPicPr>
            <a:picLocks noGrp="1" noChangeAspect="1"/>
          </p:cNvPicPr>
          <p:nvPr>
            <p:ph type="pic" sz="quarter" idx="32"/>
          </p:nvPr>
        </p:nvPicPr>
        <p:blipFill rotWithShape="1">
          <a:blip r:embed="rId2" cstate="screen">
            <a:extLst>
              <a:ext uri="{28A0092B-C50C-407E-A947-70E740481C1C}">
                <a14:useLocalDpi xmlns:a14="http://schemas.microsoft.com/office/drawing/2010/main"/>
              </a:ext>
            </a:extLst>
          </a:blip>
          <a:srcRect l="288" r="288"/>
          <a:stretch/>
        </p:blipFill>
        <p:spPr/>
      </p:pic>
      <p:pic>
        <p:nvPicPr>
          <p:cNvPr id="33" name="Picture Placeholder 32" descr="Place bio portrait here">
            <a:extLst>
              <a:ext uri="{FF2B5EF4-FFF2-40B4-BE49-F238E27FC236}">
                <a16:creationId xmlns:a16="http://schemas.microsoft.com/office/drawing/2014/main" id="{427A4A38-0DAA-8B8B-AB24-7E20DA13C103}"/>
              </a:ext>
            </a:extLst>
          </p:cNvPr>
          <p:cNvPicPr>
            <a:picLocks noGrp="1" noChangeAspect="1"/>
          </p:cNvPicPr>
          <p:nvPr>
            <p:ph type="pic" sz="quarter" idx="30"/>
          </p:nvPr>
        </p:nvPicPr>
        <p:blipFill rotWithShape="1">
          <a:blip r:embed="rId3" cstate="screen">
            <a:extLst>
              <a:ext uri="{28A0092B-C50C-407E-A947-70E740481C1C}">
                <a14:useLocalDpi xmlns:a14="http://schemas.microsoft.com/office/drawing/2010/main"/>
              </a:ext>
            </a:extLst>
          </a:blip>
          <a:srcRect l="801" r="801"/>
          <a:stretch/>
        </p:blipFill>
        <p:spPr/>
      </p:pic>
      <p:pic>
        <p:nvPicPr>
          <p:cNvPr id="34" name="Picture Placeholder 28" descr="Place bio portrait here">
            <a:extLst>
              <a:ext uri="{FF2B5EF4-FFF2-40B4-BE49-F238E27FC236}">
                <a16:creationId xmlns:a16="http://schemas.microsoft.com/office/drawing/2014/main" id="{2C257082-C277-AEB0-FC08-63955E508E68}"/>
              </a:ext>
            </a:extLst>
          </p:cNvPr>
          <p:cNvPicPr>
            <a:picLocks noGrp="1" noChangeAspect="1"/>
          </p:cNvPicPr>
          <p:nvPr>
            <p:ph type="pic" sz="quarter" idx="28"/>
          </p:nvPr>
        </p:nvPicPr>
        <p:blipFill rotWithShape="1">
          <a:blip r:embed="rId4" cstate="screen">
            <a:extLst>
              <a:ext uri="{28A0092B-C50C-407E-A947-70E740481C1C}">
                <a14:useLocalDpi xmlns:a14="http://schemas.microsoft.com/office/drawing/2010/main"/>
              </a:ext>
            </a:extLst>
          </a:blip>
          <a:srcRect l="288" r="288"/>
          <a:stretch/>
        </p:blipFill>
        <p:spPr>
          <a:prstGeom prst="rect">
            <a:avLst/>
          </a:prstGeom>
          <a:solidFill>
            <a:srgbClr val="E0E0E0"/>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pic>
      <p:pic>
        <p:nvPicPr>
          <p:cNvPr id="35" name="Picture Placeholder 24" descr="Place bio portrait here">
            <a:extLst>
              <a:ext uri="{FF2B5EF4-FFF2-40B4-BE49-F238E27FC236}">
                <a16:creationId xmlns:a16="http://schemas.microsoft.com/office/drawing/2014/main" id="{C1432918-CEC7-7CF4-A212-B79284C4A495}"/>
              </a:ext>
            </a:extLst>
          </p:cNvPr>
          <p:cNvPicPr>
            <a:picLocks noGrp="1" noChangeAspect="1"/>
          </p:cNvPicPr>
          <p:nvPr>
            <p:ph type="pic" sz="quarter" idx="34"/>
          </p:nvPr>
        </p:nvPicPr>
        <p:blipFill rotWithShape="1">
          <a:blip r:embed="rId5" cstate="screen">
            <a:extLst>
              <a:ext uri="{28A0092B-C50C-407E-A947-70E740481C1C}">
                <a14:useLocalDpi xmlns:a14="http://schemas.microsoft.com/office/drawing/2010/main"/>
              </a:ext>
            </a:extLst>
          </a:blip>
          <a:srcRect l="353" r="353"/>
          <a:stretch/>
        </p:blipFill>
        <p:spPr>
          <a:prstGeom prst="rect">
            <a:avLst/>
          </a:prstGeom>
          <a:solidFill>
            <a:srgbClr val="E0E0E0"/>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pic>
      <p:pic>
        <p:nvPicPr>
          <p:cNvPr id="36" name="Picture Placeholder 36" descr="Place bio portrait here">
            <a:extLst>
              <a:ext uri="{FF2B5EF4-FFF2-40B4-BE49-F238E27FC236}">
                <a16:creationId xmlns:a16="http://schemas.microsoft.com/office/drawing/2014/main" id="{26E66FB7-C2F8-E416-6F21-0A3FFDE25808}"/>
              </a:ext>
            </a:extLst>
          </p:cNvPr>
          <p:cNvPicPr>
            <a:picLocks noGrp="1" noChangeAspect="1"/>
          </p:cNvPicPr>
          <p:nvPr>
            <p:ph type="pic" sz="quarter" idx="36"/>
          </p:nvPr>
        </p:nvPicPr>
        <p:blipFill rotWithShape="1">
          <a:blip r:embed="rId6" cstate="screen">
            <a:extLst>
              <a:ext uri="{28A0092B-C50C-407E-A947-70E740481C1C}">
                <a14:useLocalDpi xmlns:a14="http://schemas.microsoft.com/office/drawing/2010/main"/>
              </a:ext>
            </a:extLst>
          </a:blip>
          <a:srcRect l="864" r="864"/>
          <a:stretch/>
        </p:blipFill>
        <p:spPr>
          <a:prstGeom prst="rect">
            <a:avLst/>
          </a:prstGeom>
          <a:solidFill>
            <a:srgbClr val="E0E0E0"/>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pic>
      <p:pic>
        <p:nvPicPr>
          <p:cNvPr id="37" name="Picture Placeholder 48" descr="Place bio portrait here">
            <a:extLst>
              <a:ext uri="{FF2B5EF4-FFF2-40B4-BE49-F238E27FC236}">
                <a16:creationId xmlns:a16="http://schemas.microsoft.com/office/drawing/2014/main" id="{80D13F58-0152-2FAA-AF55-98DFC9AD1FBC}"/>
              </a:ext>
            </a:extLst>
          </p:cNvPr>
          <p:cNvPicPr>
            <a:picLocks noGrp="1" noChangeAspect="1"/>
          </p:cNvPicPr>
          <p:nvPr>
            <p:ph type="pic" sz="quarter" idx="38"/>
          </p:nvPr>
        </p:nvPicPr>
        <p:blipFill rotWithShape="1">
          <a:blip r:embed="rId7" cstate="screen">
            <a:extLst>
              <a:ext uri="{28A0092B-C50C-407E-A947-70E740481C1C}">
                <a14:useLocalDpi xmlns:a14="http://schemas.microsoft.com/office/drawing/2010/main"/>
              </a:ext>
            </a:extLst>
          </a:blip>
          <a:srcRect l="353" r="353"/>
          <a:stretch/>
        </p:blipFill>
        <p:spPr>
          <a:prstGeom prst="rect">
            <a:avLst/>
          </a:prstGeom>
          <a:solidFill>
            <a:srgbClr val="E0E0E0"/>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pic>
      <p:sp>
        <p:nvSpPr>
          <p:cNvPr id="38" name="Slide Number Placeholder 37">
            <a:extLst>
              <a:ext uri="{FF2B5EF4-FFF2-40B4-BE49-F238E27FC236}">
                <a16:creationId xmlns:a16="http://schemas.microsoft.com/office/drawing/2014/main" id="{D1A669C1-D6DE-9C6B-DA27-062A1190AB20}"/>
              </a:ext>
            </a:extLst>
          </p:cNvPr>
          <p:cNvSpPr>
            <a:spLocks noGrp="1"/>
          </p:cNvSpPr>
          <p:nvPr>
            <p:ph type="sldNum" sz="quarter" idx="4"/>
          </p:nvPr>
        </p:nvSpPr>
        <p:spPr/>
        <p:txBody>
          <a:bodyPr/>
          <a:lstStyle/>
          <a:p>
            <a:fld id="{86CB4B4D-7CA3-9044-876B-883B54F8677D}" type="slidenum">
              <a:rPr lang="en-US" smtClean="0"/>
              <a:pPr/>
              <a:t>80</a:t>
            </a:fld>
            <a:endParaRPr lang="en-US" dirty="0"/>
          </a:p>
        </p:txBody>
      </p:sp>
    </p:spTree>
    <p:extLst>
      <p:ext uri="{BB962C8B-B14F-4D97-AF65-F5344CB8AC3E}">
        <p14:creationId xmlns:p14="http://schemas.microsoft.com/office/powerpoint/2010/main" val="1257877156"/>
      </p:ext>
    </p:extLst>
  </p:cSld>
  <p:clrMapOvr>
    <a:masterClrMapping/>
  </p:clrMapOvr>
  <p:transition spd="med"/>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B7E72D-2E58-5FA9-35AF-EA3BF67E2249}"/>
              </a:ext>
            </a:extLst>
          </p:cNvPr>
          <p:cNvSpPr>
            <a:spLocks noGrp="1"/>
          </p:cNvSpPr>
          <p:nvPr>
            <p:ph type="title"/>
          </p:nvPr>
        </p:nvSpPr>
        <p:spPr>
          <a:xfrm>
            <a:off x="576072" y="576072"/>
            <a:ext cx="11045825" cy="4573587"/>
          </a:xfrm>
        </p:spPr>
        <p:txBody>
          <a:bodyPr/>
          <a:lstStyle/>
          <a:p>
            <a:r>
              <a:rPr lang="en-US" sz="4400" dirty="0"/>
              <a:t>Intelligent sales </a:t>
            </a:r>
            <a:br>
              <a:rPr lang="en-US" sz="4400" dirty="0"/>
            </a:br>
            <a:r>
              <a:rPr lang="en-US" sz="4400" dirty="0"/>
              <a:t>is built with 3 </a:t>
            </a:r>
            <a:br>
              <a:rPr lang="en-US" sz="4400" dirty="0"/>
            </a:br>
            <a:r>
              <a:rPr lang="en-US" sz="4400" dirty="0"/>
              <a:t>levers of growth</a:t>
            </a:r>
            <a:br>
              <a:rPr lang="en-US" sz="4400" dirty="0"/>
            </a:br>
            <a:endParaRPr lang="en-US" sz="4400" dirty="0"/>
          </a:p>
        </p:txBody>
      </p:sp>
      <p:sp>
        <p:nvSpPr>
          <p:cNvPr id="5" name="Text Placeholder 2">
            <a:extLst>
              <a:ext uri="{FF2B5EF4-FFF2-40B4-BE49-F238E27FC236}">
                <a16:creationId xmlns:a16="http://schemas.microsoft.com/office/drawing/2014/main" id="{B23D4C4C-2D60-B809-4D3C-25527410A685}"/>
              </a:ext>
            </a:extLst>
          </p:cNvPr>
          <p:cNvSpPr txBox="1">
            <a:spLocks/>
          </p:cNvSpPr>
          <p:nvPr/>
        </p:nvSpPr>
        <p:spPr>
          <a:xfrm>
            <a:off x="6667500" y="5143500"/>
            <a:ext cx="4729046" cy="65048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lvl1pPr marL="0" marR="0" indent="0" algn="l" defTabSz="2438400" rtl="0" latinLnBrk="0">
              <a:lnSpc>
                <a:spcPct val="110000"/>
              </a:lnSpc>
              <a:spcBef>
                <a:spcPts val="0"/>
              </a:spcBef>
              <a:spcAft>
                <a:spcPts val="0"/>
              </a:spcAft>
              <a:buClrTx/>
              <a:buSzTx/>
              <a:buFontTx/>
              <a:buNone/>
              <a:tabLst/>
              <a:defRPr sz="2800" b="0" i="0" u="none" strike="noStrike" cap="none" spc="0" baseline="0">
                <a:solidFill>
                  <a:schemeClr val="tx1"/>
                </a:solidFill>
                <a:uFillTx/>
                <a:latin typeface="+mj-lt"/>
                <a:ea typeface="+mj-ea"/>
                <a:cs typeface="+mj-cs"/>
                <a:sym typeface="IBM Plex Sans Light"/>
              </a:defRPr>
            </a:lvl1pPr>
            <a:lvl2pPr marL="444465" marR="0" indent="-446749" algn="l" defTabSz="2438400" rtl="0" latinLnBrk="0">
              <a:lnSpc>
                <a:spcPct val="110000"/>
              </a:lnSpc>
              <a:spcBef>
                <a:spcPts val="0"/>
              </a:spcBef>
              <a:spcAft>
                <a:spcPts val="0"/>
              </a:spcAft>
              <a:buClrTx/>
              <a:buSzPct val="100000"/>
              <a:buFontTx/>
              <a:buChar char="–"/>
              <a:tabLst/>
              <a:defRPr sz="2800" b="0" i="0" u="none" strike="noStrike" cap="none" spc="0" baseline="0">
                <a:solidFill>
                  <a:schemeClr val="tx1"/>
                </a:solidFill>
                <a:uFillTx/>
                <a:latin typeface="+mj-lt"/>
                <a:ea typeface="+mj-ea"/>
                <a:cs typeface="+mj-cs"/>
                <a:sym typeface="IBM Plex Sans Light"/>
              </a:defRPr>
            </a:lvl2pPr>
            <a:lvl3pPr marL="615918" marR="0" indent="-446749" algn="l" defTabSz="2438400" rtl="0" latinLnBrk="0">
              <a:lnSpc>
                <a:spcPct val="110000"/>
              </a:lnSpc>
              <a:spcBef>
                <a:spcPts val="0"/>
              </a:spcBef>
              <a:spcAft>
                <a:spcPts val="0"/>
              </a:spcAft>
              <a:buClrTx/>
              <a:buSzPct val="100000"/>
              <a:buFontTx/>
              <a:buChar char="•"/>
              <a:tabLst/>
              <a:defRPr sz="2800" b="0" i="0" u="none" strike="noStrike" cap="none" spc="0" baseline="0">
                <a:solidFill>
                  <a:schemeClr val="tx1"/>
                </a:solidFill>
                <a:uFillTx/>
                <a:latin typeface="+mj-lt"/>
                <a:ea typeface="+mj-ea"/>
                <a:cs typeface="+mj-cs"/>
                <a:sym typeface="IBM Plex Sans Light"/>
              </a:defRPr>
            </a:lvl3pPr>
            <a:lvl4pPr marL="901671" marR="0" indent="-446749" algn="l" defTabSz="2438400" rtl="0" latinLnBrk="0">
              <a:lnSpc>
                <a:spcPct val="110000"/>
              </a:lnSpc>
              <a:spcBef>
                <a:spcPts val="0"/>
              </a:spcBef>
              <a:spcAft>
                <a:spcPts val="0"/>
              </a:spcAft>
              <a:buClrTx/>
              <a:buSzPct val="100000"/>
              <a:buFontTx/>
              <a:buChar char="–"/>
              <a:tabLst/>
              <a:defRPr sz="2800" b="0" i="0" u="none" strike="noStrike" cap="none" spc="0" baseline="0">
                <a:solidFill>
                  <a:schemeClr val="tx1"/>
                </a:solidFill>
                <a:uFillTx/>
                <a:latin typeface="+mj-lt"/>
                <a:ea typeface="+mj-ea"/>
                <a:cs typeface="+mj-cs"/>
                <a:sym typeface="IBM Plex Sans Light"/>
              </a:defRPr>
            </a:lvl4pPr>
            <a:lvl5pPr marL="1076298" marR="0" indent="-446749" algn="l" defTabSz="2438400" rtl="0" latinLnBrk="0">
              <a:lnSpc>
                <a:spcPct val="110000"/>
              </a:lnSpc>
              <a:spcBef>
                <a:spcPts val="0"/>
              </a:spcBef>
              <a:spcAft>
                <a:spcPts val="0"/>
              </a:spcAft>
              <a:buClrTx/>
              <a:buSzPct val="100000"/>
              <a:buFontTx/>
              <a:buChar char="»"/>
              <a:tabLst/>
              <a:defRPr sz="2800" b="0" i="0" u="none" strike="noStrike" cap="none" spc="0" baseline="0">
                <a:solidFill>
                  <a:schemeClr val="tx1"/>
                </a:solidFill>
                <a:uFillTx/>
                <a:latin typeface="+mj-lt"/>
                <a:ea typeface="+mj-ea"/>
                <a:cs typeface="+mj-cs"/>
                <a:sym typeface="IBM Plex Sans Light"/>
              </a:defRPr>
            </a:lvl5pPr>
            <a:lvl6pPr marL="1843060"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r>
              <a:rPr lang="en-US" sz="4400" kern="0" dirty="0">
                <a:solidFill>
                  <a:schemeClr val="accent1"/>
                </a:solidFill>
              </a:rPr>
              <a:t>01</a:t>
            </a:r>
            <a:endParaRPr lang="en-US" kern="0" dirty="0">
              <a:solidFill>
                <a:schemeClr val="accent1"/>
              </a:solidFill>
            </a:endParaRPr>
          </a:p>
        </p:txBody>
      </p:sp>
      <p:sp>
        <p:nvSpPr>
          <p:cNvPr id="14" name="Text Placeholder 3">
            <a:extLst>
              <a:ext uri="{FF2B5EF4-FFF2-40B4-BE49-F238E27FC236}">
                <a16:creationId xmlns:a16="http://schemas.microsoft.com/office/drawing/2014/main" id="{EDB0545C-EF6E-8250-E389-3360AD443CEA}"/>
              </a:ext>
            </a:extLst>
          </p:cNvPr>
          <p:cNvSpPr txBox="1">
            <a:spLocks/>
          </p:cNvSpPr>
          <p:nvPr/>
        </p:nvSpPr>
        <p:spPr>
          <a:xfrm>
            <a:off x="6667500" y="6486293"/>
            <a:ext cx="4953000" cy="475320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lvl1pPr marL="0" marR="0" indent="0" algn="l" defTabSz="2438400" rtl="0" latinLnBrk="0">
              <a:lnSpc>
                <a:spcPct val="110000"/>
              </a:lnSpc>
              <a:spcBef>
                <a:spcPts val="0"/>
              </a:spcBef>
              <a:spcAft>
                <a:spcPts val="0"/>
              </a:spcAft>
              <a:buClrTx/>
              <a:buSzTx/>
              <a:buFontTx/>
              <a:buNone/>
              <a:tabLst/>
              <a:defRPr sz="2800" b="0" i="0" u="none" strike="noStrike" cap="none" spc="0" baseline="0">
                <a:solidFill>
                  <a:schemeClr val="tx1"/>
                </a:solidFill>
                <a:uFillTx/>
                <a:latin typeface="+mj-lt"/>
                <a:ea typeface="+mj-ea"/>
                <a:cs typeface="+mj-cs"/>
                <a:sym typeface="IBM Plex Sans Light"/>
              </a:defRPr>
            </a:lvl1pPr>
            <a:lvl2pPr marL="444465" marR="0" indent="-446749" algn="l" defTabSz="2438400" rtl="0" latinLnBrk="0">
              <a:lnSpc>
                <a:spcPct val="110000"/>
              </a:lnSpc>
              <a:spcBef>
                <a:spcPts val="0"/>
              </a:spcBef>
              <a:spcAft>
                <a:spcPts val="0"/>
              </a:spcAft>
              <a:buClrTx/>
              <a:buSzPct val="100000"/>
              <a:buFontTx/>
              <a:buChar char="–"/>
              <a:tabLst/>
              <a:defRPr sz="2800" b="0" i="0" u="none" strike="noStrike" cap="none" spc="0" baseline="0">
                <a:solidFill>
                  <a:schemeClr val="tx1"/>
                </a:solidFill>
                <a:uFillTx/>
                <a:latin typeface="+mj-lt"/>
                <a:ea typeface="+mj-ea"/>
                <a:cs typeface="+mj-cs"/>
                <a:sym typeface="IBM Plex Sans Light"/>
              </a:defRPr>
            </a:lvl2pPr>
            <a:lvl3pPr marL="615918" marR="0" indent="-446749" algn="l" defTabSz="2438400" rtl="0" latinLnBrk="0">
              <a:lnSpc>
                <a:spcPct val="110000"/>
              </a:lnSpc>
              <a:spcBef>
                <a:spcPts val="0"/>
              </a:spcBef>
              <a:spcAft>
                <a:spcPts val="0"/>
              </a:spcAft>
              <a:buClrTx/>
              <a:buSzPct val="100000"/>
              <a:buFontTx/>
              <a:buChar char="•"/>
              <a:tabLst/>
              <a:defRPr sz="2800" b="0" i="0" u="none" strike="noStrike" cap="none" spc="0" baseline="0">
                <a:solidFill>
                  <a:schemeClr val="tx1"/>
                </a:solidFill>
                <a:uFillTx/>
                <a:latin typeface="+mj-lt"/>
                <a:ea typeface="+mj-ea"/>
                <a:cs typeface="+mj-cs"/>
                <a:sym typeface="IBM Plex Sans Light"/>
              </a:defRPr>
            </a:lvl3pPr>
            <a:lvl4pPr marL="901671" marR="0" indent="-446749" algn="l" defTabSz="2438400" rtl="0" latinLnBrk="0">
              <a:lnSpc>
                <a:spcPct val="110000"/>
              </a:lnSpc>
              <a:spcBef>
                <a:spcPts val="0"/>
              </a:spcBef>
              <a:spcAft>
                <a:spcPts val="0"/>
              </a:spcAft>
              <a:buClrTx/>
              <a:buSzPct val="100000"/>
              <a:buFontTx/>
              <a:buChar char="–"/>
              <a:tabLst/>
              <a:defRPr sz="2800" b="0" i="0" u="none" strike="noStrike" cap="none" spc="0" baseline="0">
                <a:solidFill>
                  <a:schemeClr val="tx1"/>
                </a:solidFill>
                <a:uFillTx/>
                <a:latin typeface="+mj-lt"/>
                <a:ea typeface="+mj-ea"/>
                <a:cs typeface="+mj-cs"/>
                <a:sym typeface="IBM Plex Sans Light"/>
              </a:defRPr>
            </a:lvl4pPr>
            <a:lvl5pPr marL="1076298" marR="0" indent="-446749" algn="l" defTabSz="2438400" rtl="0" latinLnBrk="0">
              <a:lnSpc>
                <a:spcPct val="110000"/>
              </a:lnSpc>
              <a:spcBef>
                <a:spcPts val="0"/>
              </a:spcBef>
              <a:spcAft>
                <a:spcPts val="0"/>
              </a:spcAft>
              <a:buClrTx/>
              <a:buSzPct val="100000"/>
              <a:buFontTx/>
              <a:buChar char="»"/>
              <a:tabLst/>
              <a:defRPr sz="2800" b="0" i="0" u="none" strike="noStrike" cap="none" spc="0" baseline="0">
                <a:solidFill>
                  <a:schemeClr val="tx1"/>
                </a:solidFill>
                <a:uFillTx/>
                <a:latin typeface="+mj-lt"/>
                <a:ea typeface="+mj-ea"/>
                <a:cs typeface="+mj-cs"/>
                <a:sym typeface="IBM Plex Sans Light"/>
              </a:defRPr>
            </a:lvl5pPr>
            <a:lvl6pPr marL="1843060"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r>
              <a:rPr lang="en-US" sz="4400" dirty="0"/>
              <a:t>Experience</a:t>
            </a:r>
            <a:endParaRPr lang="en-US" sz="4400" kern="0" dirty="0"/>
          </a:p>
          <a:p>
            <a:r>
              <a:rPr lang="en-US" kern="0" dirty="0"/>
              <a:t>Maximize your intelligent sales strategy for success</a:t>
            </a:r>
          </a:p>
        </p:txBody>
      </p:sp>
      <p:sp>
        <p:nvSpPr>
          <p:cNvPr id="6" name="Text Placeholder 2">
            <a:extLst>
              <a:ext uri="{FF2B5EF4-FFF2-40B4-BE49-F238E27FC236}">
                <a16:creationId xmlns:a16="http://schemas.microsoft.com/office/drawing/2014/main" id="{E1C7D268-1FDE-8A7C-0F2F-110F07E66E8C}"/>
              </a:ext>
            </a:extLst>
          </p:cNvPr>
          <p:cNvSpPr txBox="1">
            <a:spLocks/>
          </p:cNvSpPr>
          <p:nvPr/>
        </p:nvSpPr>
        <p:spPr>
          <a:xfrm>
            <a:off x="12763500" y="5143500"/>
            <a:ext cx="4729046" cy="65048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lvl1pPr marL="0" marR="0" indent="0" algn="l" defTabSz="2438400" rtl="0" latinLnBrk="0">
              <a:lnSpc>
                <a:spcPct val="110000"/>
              </a:lnSpc>
              <a:spcBef>
                <a:spcPts val="0"/>
              </a:spcBef>
              <a:spcAft>
                <a:spcPts val="0"/>
              </a:spcAft>
              <a:buClrTx/>
              <a:buSzTx/>
              <a:buFontTx/>
              <a:buNone/>
              <a:tabLst/>
              <a:defRPr sz="2800" b="0" i="0" u="none" strike="noStrike" cap="none" spc="0" baseline="0">
                <a:solidFill>
                  <a:schemeClr val="tx1"/>
                </a:solidFill>
                <a:uFillTx/>
                <a:latin typeface="+mj-lt"/>
                <a:ea typeface="+mj-ea"/>
                <a:cs typeface="+mj-cs"/>
                <a:sym typeface="IBM Plex Sans Light"/>
              </a:defRPr>
            </a:lvl1pPr>
            <a:lvl2pPr marL="444465" marR="0" indent="-446749" algn="l" defTabSz="2438400" rtl="0" latinLnBrk="0">
              <a:lnSpc>
                <a:spcPct val="110000"/>
              </a:lnSpc>
              <a:spcBef>
                <a:spcPts val="0"/>
              </a:spcBef>
              <a:spcAft>
                <a:spcPts val="0"/>
              </a:spcAft>
              <a:buClrTx/>
              <a:buSzPct val="100000"/>
              <a:buFontTx/>
              <a:buChar char="–"/>
              <a:tabLst/>
              <a:defRPr sz="2800" b="0" i="0" u="none" strike="noStrike" cap="none" spc="0" baseline="0">
                <a:solidFill>
                  <a:schemeClr val="tx1"/>
                </a:solidFill>
                <a:uFillTx/>
                <a:latin typeface="+mj-lt"/>
                <a:ea typeface="+mj-ea"/>
                <a:cs typeface="+mj-cs"/>
                <a:sym typeface="IBM Plex Sans Light"/>
              </a:defRPr>
            </a:lvl2pPr>
            <a:lvl3pPr marL="615918" marR="0" indent="-446749" algn="l" defTabSz="2438400" rtl="0" latinLnBrk="0">
              <a:lnSpc>
                <a:spcPct val="110000"/>
              </a:lnSpc>
              <a:spcBef>
                <a:spcPts val="0"/>
              </a:spcBef>
              <a:spcAft>
                <a:spcPts val="0"/>
              </a:spcAft>
              <a:buClrTx/>
              <a:buSzPct val="100000"/>
              <a:buFontTx/>
              <a:buChar char="•"/>
              <a:tabLst/>
              <a:defRPr sz="2800" b="0" i="0" u="none" strike="noStrike" cap="none" spc="0" baseline="0">
                <a:solidFill>
                  <a:schemeClr val="tx1"/>
                </a:solidFill>
                <a:uFillTx/>
                <a:latin typeface="+mj-lt"/>
                <a:ea typeface="+mj-ea"/>
                <a:cs typeface="+mj-cs"/>
                <a:sym typeface="IBM Plex Sans Light"/>
              </a:defRPr>
            </a:lvl3pPr>
            <a:lvl4pPr marL="901671" marR="0" indent="-446749" algn="l" defTabSz="2438400" rtl="0" latinLnBrk="0">
              <a:lnSpc>
                <a:spcPct val="110000"/>
              </a:lnSpc>
              <a:spcBef>
                <a:spcPts val="0"/>
              </a:spcBef>
              <a:spcAft>
                <a:spcPts val="0"/>
              </a:spcAft>
              <a:buClrTx/>
              <a:buSzPct val="100000"/>
              <a:buFontTx/>
              <a:buChar char="–"/>
              <a:tabLst/>
              <a:defRPr sz="2800" b="0" i="0" u="none" strike="noStrike" cap="none" spc="0" baseline="0">
                <a:solidFill>
                  <a:schemeClr val="tx1"/>
                </a:solidFill>
                <a:uFillTx/>
                <a:latin typeface="+mj-lt"/>
                <a:ea typeface="+mj-ea"/>
                <a:cs typeface="+mj-cs"/>
                <a:sym typeface="IBM Plex Sans Light"/>
              </a:defRPr>
            </a:lvl4pPr>
            <a:lvl5pPr marL="1076298" marR="0" indent="-446749" algn="l" defTabSz="2438400" rtl="0" latinLnBrk="0">
              <a:lnSpc>
                <a:spcPct val="110000"/>
              </a:lnSpc>
              <a:spcBef>
                <a:spcPts val="0"/>
              </a:spcBef>
              <a:spcAft>
                <a:spcPts val="0"/>
              </a:spcAft>
              <a:buClrTx/>
              <a:buSzPct val="100000"/>
              <a:buFontTx/>
              <a:buChar char="»"/>
              <a:tabLst/>
              <a:defRPr sz="2800" b="0" i="0" u="none" strike="noStrike" cap="none" spc="0" baseline="0">
                <a:solidFill>
                  <a:schemeClr val="tx1"/>
                </a:solidFill>
                <a:uFillTx/>
                <a:latin typeface="+mj-lt"/>
                <a:ea typeface="+mj-ea"/>
                <a:cs typeface="+mj-cs"/>
                <a:sym typeface="IBM Plex Sans Light"/>
              </a:defRPr>
            </a:lvl5pPr>
            <a:lvl6pPr marL="1843060"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r>
              <a:rPr lang="en-US" sz="4400" kern="0" dirty="0">
                <a:solidFill>
                  <a:schemeClr val="accent1"/>
                </a:solidFill>
              </a:rPr>
              <a:t>02</a:t>
            </a:r>
            <a:endParaRPr lang="en-US" kern="0" dirty="0">
              <a:solidFill>
                <a:schemeClr val="accent1"/>
              </a:solidFill>
            </a:endParaRPr>
          </a:p>
        </p:txBody>
      </p:sp>
      <p:sp>
        <p:nvSpPr>
          <p:cNvPr id="13" name="Text Placeholder 3">
            <a:extLst>
              <a:ext uri="{FF2B5EF4-FFF2-40B4-BE49-F238E27FC236}">
                <a16:creationId xmlns:a16="http://schemas.microsoft.com/office/drawing/2014/main" id="{2D198770-F133-90D2-9142-CF760E41134F}"/>
              </a:ext>
            </a:extLst>
          </p:cNvPr>
          <p:cNvSpPr txBox="1">
            <a:spLocks/>
          </p:cNvSpPr>
          <p:nvPr/>
        </p:nvSpPr>
        <p:spPr>
          <a:xfrm>
            <a:off x="12773451" y="6486293"/>
            <a:ext cx="4953000" cy="475320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lvl1pPr marL="0" marR="0" indent="0" algn="l" defTabSz="2438400" rtl="0" latinLnBrk="0">
              <a:lnSpc>
                <a:spcPct val="110000"/>
              </a:lnSpc>
              <a:spcBef>
                <a:spcPts val="0"/>
              </a:spcBef>
              <a:spcAft>
                <a:spcPts val="0"/>
              </a:spcAft>
              <a:buClrTx/>
              <a:buSzTx/>
              <a:buFontTx/>
              <a:buNone/>
              <a:tabLst/>
              <a:defRPr sz="2800" b="0" i="0" u="none" strike="noStrike" cap="none" spc="0" baseline="0">
                <a:solidFill>
                  <a:schemeClr val="tx1"/>
                </a:solidFill>
                <a:uFillTx/>
                <a:latin typeface="+mj-lt"/>
                <a:ea typeface="+mj-ea"/>
                <a:cs typeface="+mj-cs"/>
                <a:sym typeface="IBM Plex Sans Light"/>
              </a:defRPr>
            </a:lvl1pPr>
            <a:lvl2pPr marL="444465" marR="0" indent="-446749" algn="l" defTabSz="2438400" rtl="0" latinLnBrk="0">
              <a:lnSpc>
                <a:spcPct val="110000"/>
              </a:lnSpc>
              <a:spcBef>
                <a:spcPts val="0"/>
              </a:spcBef>
              <a:spcAft>
                <a:spcPts val="0"/>
              </a:spcAft>
              <a:buClrTx/>
              <a:buSzPct val="100000"/>
              <a:buFontTx/>
              <a:buChar char="–"/>
              <a:tabLst/>
              <a:defRPr sz="2800" b="0" i="0" u="none" strike="noStrike" cap="none" spc="0" baseline="0">
                <a:solidFill>
                  <a:schemeClr val="tx1"/>
                </a:solidFill>
                <a:uFillTx/>
                <a:latin typeface="+mj-lt"/>
                <a:ea typeface="+mj-ea"/>
                <a:cs typeface="+mj-cs"/>
                <a:sym typeface="IBM Plex Sans Light"/>
              </a:defRPr>
            </a:lvl2pPr>
            <a:lvl3pPr marL="615918" marR="0" indent="-446749" algn="l" defTabSz="2438400" rtl="0" latinLnBrk="0">
              <a:lnSpc>
                <a:spcPct val="110000"/>
              </a:lnSpc>
              <a:spcBef>
                <a:spcPts val="0"/>
              </a:spcBef>
              <a:spcAft>
                <a:spcPts val="0"/>
              </a:spcAft>
              <a:buClrTx/>
              <a:buSzPct val="100000"/>
              <a:buFontTx/>
              <a:buChar char="•"/>
              <a:tabLst/>
              <a:defRPr sz="2800" b="0" i="0" u="none" strike="noStrike" cap="none" spc="0" baseline="0">
                <a:solidFill>
                  <a:schemeClr val="tx1"/>
                </a:solidFill>
                <a:uFillTx/>
                <a:latin typeface="+mj-lt"/>
                <a:ea typeface="+mj-ea"/>
                <a:cs typeface="+mj-cs"/>
                <a:sym typeface="IBM Plex Sans Light"/>
              </a:defRPr>
            </a:lvl3pPr>
            <a:lvl4pPr marL="901671" marR="0" indent="-446749" algn="l" defTabSz="2438400" rtl="0" latinLnBrk="0">
              <a:lnSpc>
                <a:spcPct val="110000"/>
              </a:lnSpc>
              <a:spcBef>
                <a:spcPts val="0"/>
              </a:spcBef>
              <a:spcAft>
                <a:spcPts val="0"/>
              </a:spcAft>
              <a:buClrTx/>
              <a:buSzPct val="100000"/>
              <a:buFontTx/>
              <a:buChar char="–"/>
              <a:tabLst/>
              <a:defRPr sz="2800" b="0" i="0" u="none" strike="noStrike" cap="none" spc="0" baseline="0">
                <a:solidFill>
                  <a:schemeClr val="tx1"/>
                </a:solidFill>
                <a:uFillTx/>
                <a:latin typeface="+mj-lt"/>
                <a:ea typeface="+mj-ea"/>
                <a:cs typeface="+mj-cs"/>
                <a:sym typeface="IBM Plex Sans Light"/>
              </a:defRPr>
            </a:lvl4pPr>
            <a:lvl5pPr marL="1076298" marR="0" indent="-446749" algn="l" defTabSz="2438400" rtl="0" latinLnBrk="0">
              <a:lnSpc>
                <a:spcPct val="110000"/>
              </a:lnSpc>
              <a:spcBef>
                <a:spcPts val="0"/>
              </a:spcBef>
              <a:spcAft>
                <a:spcPts val="0"/>
              </a:spcAft>
              <a:buClrTx/>
              <a:buSzPct val="100000"/>
              <a:buFontTx/>
              <a:buChar char="»"/>
              <a:tabLst/>
              <a:defRPr sz="2800" b="0" i="0" u="none" strike="noStrike" cap="none" spc="0" baseline="0">
                <a:solidFill>
                  <a:schemeClr val="tx1"/>
                </a:solidFill>
                <a:uFillTx/>
                <a:latin typeface="+mj-lt"/>
                <a:ea typeface="+mj-ea"/>
                <a:cs typeface="+mj-cs"/>
                <a:sym typeface="IBM Plex Sans Light"/>
              </a:defRPr>
            </a:lvl5pPr>
            <a:lvl6pPr marL="1843060"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r>
              <a:rPr lang="en-US" sz="4400" dirty="0"/>
              <a:t>Experience</a:t>
            </a:r>
            <a:endParaRPr lang="en-US" sz="4400" kern="0" dirty="0"/>
          </a:p>
          <a:p>
            <a:r>
              <a:rPr lang="en-US" kern="0" dirty="0"/>
              <a:t>Design effective seller experiences to drive engagement, adoption and conversion, and reinvent processes into intelligent workflows</a:t>
            </a:r>
          </a:p>
        </p:txBody>
      </p:sp>
      <p:sp>
        <p:nvSpPr>
          <p:cNvPr id="10" name="Text Placeholder 2">
            <a:extLst>
              <a:ext uri="{FF2B5EF4-FFF2-40B4-BE49-F238E27FC236}">
                <a16:creationId xmlns:a16="http://schemas.microsoft.com/office/drawing/2014/main" id="{0F92EB60-F383-9440-4DC9-76DCFCE9E844}"/>
              </a:ext>
            </a:extLst>
          </p:cNvPr>
          <p:cNvSpPr txBox="1">
            <a:spLocks/>
          </p:cNvSpPr>
          <p:nvPr/>
        </p:nvSpPr>
        <p:spPr>
          <a:xfrm>
            <a:off x="18903043" y="5143500"/>
            <a:ext cx="4729046" cy="65048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lvl1pPr marL="0" marR="0" indent="0" algn="l" defTabSz="2438400" rtl="0" latinLnBrk="0">
              <a:lnSpc>
                <a:spcPct val="110000"/>
              </a:lnSpc>
              <a:spcBef>
                <a:spcPts val="0"/>
              </a:spcBef>
              <a:spcAft>
                <a:spcPts val="0"/>
              </a:spcAft>
              <a:buClrTx/>
              <a:buSzTx/>
              <a:buFontTx/>
              <a:buNone/>
              <a:tabLst/>
              <a:defRPr sz="2800" b="0" i="0" u="none" strike="noStrike" cap="none" spc="0" baseline="0">
                <a:solidFill>
                  <a:schemeClr val="tx1"/>
                </a:solidFill>
                <a:uFillTx/>
                <a:latin typeface="+mj-lt"/>
                <a:ea typeface="+mj-ea"/>
                <a:cs typeface="+mj-cs"/>
                <a:sym typeface="IBM Plex Sans Light"/>
              </a:defRPr>
            </a:lvl1pPr>
            <a:lvl2pPr marL="444465" marR="0" indent="-446749" algn="l" defTabSz="2438400" rtl="0" latinLnBrk="0">
              <a:lnSpc>
                <a:spcPct val="110000"/>
              </a:lnSpc>
              <a:spcBef>
                <a:spcPts val="0"/>
              </a:spcBef>
              <a:spcAft>
                <a:spcPts val="0"/>
              </a:spcAft>
              <a:buClrTx/>
              <a:buSzPct val="100000"/>
              <a:buFontTx/>
              <a:buChar char="–"/>
              <a:tabLst/>
              <a:defRPr sz="2800" b="0" i="0" u="none" strike="noStrike" cap="none" spc="0" baseline="0">
                <a:solidFill>
                  <a:schemeClr val="tx1"/>
                </a:solidFill>
                <a:uFillTx/>
                <a:latin typeface="+mj-lt"/>
                <a:ea typeface="+mj-ea"/>
                <a:cs typeface="+mj-cs"/>
                <a:sym typeface="IBM Plex Sans Light"/>
              </a:defRPr>
            </a:lvl2pPr>
            <a:lvl3pPr marL="615918" marR="0" indent="-446749" algn="l" defTabSz="2438400" rtl="0" latinLnBrk="0">
              <a:lnSpc>
                <a:spcPct val="110000"/>
              </a:lnSpc>
              <a:spcBef>
                <a:spcPts val="0"/>
              </a:spcBef>
              <a:spcAft>
                <a:spcPts val="0"/>
              </a:spcAft>
              <a:buClrTx/>
              <a:buSzPct val="100000"/>
              <a:buFontTx/>
              <a:buChar char="•"/>
              <a:tabLst/>
              <a:defRPr sz="2800" b="0" i="0" u="none" strike="noStrike" cap="none" spc="0" baseline="0">
                <a:solidFill>
                  <a:schemeClr val="tx1"/>
                </a:solidFill>
                <a:uFillTx/>
                <a:latin typeface="+mj-lt"/>
                <a:ea typeface="+mj-ea"/>
                <a:cs typeface="+mj-cs"/>
                <a:sym typeface="IBM Plex Sans Light"/>
              </a:defRPr>
            </a:lvl3pPr>
            <a:lvl4pPr marL="901671" marR="0" indent="-446749" algn="l" defTabSz="2438400" rtl="0" latinLnBrk="0">
              <a:lnSpc>
                <a:spcPct val="110000"/>
              </a:lnSpc>
              <a:spcBef>
                <a:spcPts val="0"/>
              </a:spcBef>
              <a:spcAft>
                <a:spcPts val="0"/>
              </a:spcAft>
              <a:buClrTx/>
              <a:buSzPct val="100000"/>
              <a:buFontTx/>
              <a:buChar char="–"/>
              <a:tabLst/>
              <a:defRPr sz="2800" b="0" i="0" u="none" strike="noStrike" cap="none" spc="0" baseline="0">
                <a:solidFill>
                  <a:schemeClr val="tx1"/>
                </a:solidFill>
                <a:uFillTx/>
                <a:latin typeface="+mj-lt"/>
                <a:ea typeface="+mj-ea"/>
                <a:cs typeface="+mj-cs"/>
                <a:sym typeface="IBM Plex Sans Light"/>
              </a:defRPr>
            </a:lvl4pPr>
            <a:lvl5pPr marL="1076298" marR="0" indent="-446749" algn="l" defTabSz="2438400" rtl="0" latinLnBrk="0">
              <a:lnSpc>
                <a:spcPct val="110000"/>
              </a:lnSpc>
              <a:spcBef>
                <a:spcPts val="0"/>
              </a:spcBef>
              <a:spcAft>
                <a:spcPts val="0"/>
              </a:spcAft>
              <a:buClrTx/>
              <a:buSzPct val="100000"/>
              <a:buFontTx/>
              <a:buChar char="»"/>
              <a:tabLst/>
              <a:defRPr sz="2800" b="0" i="0" u="none" strike="noStrike" cap="none" spc="0" baseline="0">
                <a:solidFill>
                  <a:schemeClr val="tx1"/>
                </a:solidFill>
                <a:uFillTx/>
                <a:latin typeface="+mj-lt"/>
                <a:ea typeface="+mj-ea"/>
                <a:cs typeface="+mj-cs"/>
                <a:sym typeface="IBM Plex Sans Light"/>
              </a:defRPr>
            </a:lvl5pPr>
            <a:lvl6pPr marL="1843060"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r>
              <a:rPr lang="en-US" sz="4400" kern="0" dirty="0">
                <a:solidFill>
                  <a:schemeClr val="accent1"/>
                </a:solidFill>
              </a:rPr>
              <a:t>03</a:t>
            </a:r>
            <a:endParaRPr lang="en-US" kern="0" dirty="0">
              <a:solidFill>
                <a:schemeClr val="accent1"/>
              </a:solidFill>
            </a:endParaRPr>
          </a:p>
        </p:txBody>
      </p:sp>
      <p:sp>
        <p:nvSpPr>
          <p:cNvPr id="11" name="Text Placeholder 3">
            <a:extLst>
              <a:ext uri="{FF2B5EF4-FFF2-40B4-BE49-F238E27FC236}">
                <a16:creationId xmlns:a16="http://schemas.microsoft.com/office/drawing/2014/main" id="{75C83FBB-1445-AA05-C11B-D17DD8613F20}"/>
              </a:ext>
            </a:extLst>
          </p:cNvPr>
          <p:cNvSpPr txBox="1">
            <a:spLocks/>
          </p:cNvSpPr>
          <p:nvPr/>
        </p:nvSpPr>
        <p:spPr>
          <a:xfrm>
            <a:off x="18879403" y="6486293"/>
            <a:ext cx="4953000" cy="475320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lvl1pPr marL="0" marR="0" indent="0" algn="l" defTabSz="2438400" rtl="0" latinLnBrk="0">
              <a:lnSpc>
                <a:spcPct val="110000"/>
              </a:lnSpc>
              <a:spcBef>
                <a:spcPts val="0"/>
              </a:spcBef>
              <a:spcAft>
                <a:spcPts val="0"/>
              </a:spcAft>
              <a:buClrTx/>
              <a:buSzTx/>
              <a:buFontTx/>
              <a:buNone/>
              <a:tabLst/>
              <a:defRPr sz="2800" b="0" i="0" u="none" strike="noStrike" cap="none" spc="0" baseline="0">
                <a:solidFill>
                  <a:schemeClr val="tx1"/>
                </a:solidFill>
                <a:uFillTx/>
                <a:latin typeface="+mj-lt"/>
                <a:ea typeface="+mj-ea"/>
                <a:cs typeface="+mj-cs"/>
                <a:sym typeface="IBM Plex Sans Light"/>
              </a:defRPr>
            </a:lvl1pPr>
            <a:lvl2pPr marL="444465" marR="0" indent="-446749" algn="l" defTabSz="2438400" rtl="0" latinLnBrk="0">
              <a:lnSpc>
                <a:spcPct val="110000"/>
              </a:lnSpc>
              <a:spcBef>
                <a:spcPts val="0"/>
              </a:spcBef>
              <a:spcAft>
                <a:spcPts val="0"/>
              </a:spcAft>
              <a:buClrTx/>
              <a:buSzPct val="100000"/>
              <a:buFontTx/>
              <a:buChar char="–"/>
              <a:tabLst/>
              <a:defRPr sz="2800" b="0" i="0" u="none" strike="noStrike" cap="none" spc="0" baseline="0">
                <a:solidFill>
                  <a:schemeClr val="tx1"/>
                </a:solidFill>
                <a:uFillTx/>
                <a:latin typeface="+mj-lt"/>
                <a:ea typeface="+mj-ea"/>
                <a:cs typeface="+mj-cs"/>
                <a:sym typeface="IBM Plex Sans Light"/>
              </a:defRPr>
            </a:lvl2pPr>
            <a:lvl3pPr marL="615918" marR="0" indent="-446749" algn="l" defTabSz="2438400" rtl="0" latinLnBrk="0">
              <a:lnSpc>
                <a:spcPct val="110000"/>
              </a:lnSpc>
              <a:spcBef>
                <a:spcPts val="0"/>
              </a:spcBef>
              <a:spcAft>
                <a:spcPts val="0"/>
              </a:spcAft>
              <a:buClrTx/>
              <a:buSzPct val="100000"/>
              <a:buFontTx/>
              <a:buChar char="•"/>
              <a:tabLst/>
              <a:defRPr sz="2800" b="0" i="0" u="none" strike="noStrike" cap="none" spc="0" baseline="0">
                <a:solidFill>
                  <a:schemeClr val="tx1"/>
                </a:solidFill>
                <a:uFillTx/>
                <a:latin typeface="+mj-lt"/>
                <a:ea typeface="+mj-ea"/>
                <a:cs typeface="+mj-cs"/>
                <a:sym typeface="IBM Plex Sans Light"/>
              </a:defRPr>
            </a:lvl3pPr>
            <a:lvl4pPr marL="901671" marR="0" indent="-446749" algn="l" defTabSz="2438400" rtl="0" latinLnBrk="0">
              <a:lnSpc>
                <a:spcPct val="110000"/>
              </a:lnSpc>
              <a:spcBef>
                <a:spcPts val="0"/>
              </a:spcBef>
              <a:spcAft>
                <a:spcPts val="0"/>
              </a:spcAft>
              <a:buClrTx/>
              <a:buSzPct val="100000"/>
              <a:buFontTx/>
              <a:buChar char="–"/>
              <a:tabLst/>
              <a:defRPr sz="2800" b="0" i="0" u="none" strike="noStrike" cap="none" spc="0" baseline="0">
                <a:solidFill>
                  <a:schemeClr val="tx1"/>
                </a:solidFill>
                <a:uFillTx/>
                <a:latin typeface="+mj-lt"/>
                <a:ea typeface="+mj-ea"/>
                <a:cs typeface="+mj-cs"/>
                <a:sym typeface="IBM Plex Sans Light"/>
              </a:defRPr>
            </a:lvl4pPr>
            <a:lvl5pPr marL="1076298" marR="0" indent="-446749" algn="l" defTabSz="2438400" rtl="0" latinLnBrk="0">
              <a:lnSpc>
                <a:spcPct val="110000"/>
              </a:lnSpc>
              <a:spcBef>
                <a:spcPts val="0"/>
              </a:spcBef>
              <a:spcAft>
                <a:spcPts val="0"/>
              </a:spcAft>
              <a:buClrTx/>
              <a:buSzPct val="100000"/>
              <a:buFontTx/>
              <a:buChar char="»"/>
              <a:tabLst/>
              <a:defRPr sz="2800" b="0" i="0" u="none" strike="noStrike" cap="none" spc="0" baseline="0">
                <a:solidFill>
                  <a:schemeClr val="tx1"/>
                </a:solidFill>
                <a:uFillTx/>
                <a:latin typeface="+mj-lt"/>
                <a:ea typeface="+mj-ea"/>
                <a:cs typeface="+mj-cs"/>
                <a:sym typeface="IBM Plex Sans Light"/>
              </a:defRPr>
            </a:lvl5pPr>
            <a:lvl6pPr marL="1843060"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r>
              <a:rPr lang="en-US" sz="4400" dirty="0"/>
              <a:t>Technology</a:t>
            </a:r>
            <a:endParaRPr lang="en-US" sz="4400" kern="0" dirty="0"/>
          </a:p>
          <a:p>
            <a:r>
              <a:rPr lang="en-US" kern="0" dirty="0"/>
              <a:t>Deliver results with insight, automation and intelligence with the latest technology</a:t>
            </a:r>
          </a:p>
        </p:txBody>
      </p:sp>
      <p:cxnSp>
        <p:nvCxnSpPr>
          <p:cNvPr id="8" name="Straight Connector 7" descr="Horizontal row divider line">
            <a:extLst>
              <a:ext uri="{FF2B5EF4-FFF2-40B4-BE49-F238E27FC236}">
                <a16:creationId xmlns:a16="http://schemas.microsoft.com/office/drawing/2014/main" id="{D95CBF20-B132-D063-400E-B2594659199B}"/>
              </a:ext>
            </a:extLst>
          </p:cNvPr>
          <p:cNvCxnSpPr>
            <a:cxnSpLocks/>
          </p:cNvCxnSpPr>
          <p:nvPr/>
        </p:nvCxnSpPr>
        <p:spPr bwMode="auto">
          <a:xfrm>
            <a:off x="568324" y="6096000"/>
            <a:ext cx="23244176"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7" name="Footer Placeholder 6">
            <a:extLst>
              <a:ext uri="{FF2B5EF4-FFF2-40B4-BE49-F238E27FC236}">
                <a16:creationId xmlns:a16="http://schemas.microsoft.com/office/drawing/2014/main" id="{BF5069CF-12C8-5065-5D51-A2D4F896DB63}"/>
              </a:ext>
            </a:extLst>
          </p:cNvPr>
          <p:cNvSpPr>
            <a:spLocks noGrp="1"/>
          </p:cNvSpPr>
          <p:nvPr>
            <p:ph type="ftr" sz="quarter" idx="13"/>
          </p:nvPr>
        </p:nvSpPr>
        <p:spPr>
          <a:xfrm>
            <a:off x="568324" y="12804235"/>
            <a:ext cx="4956176" cy="381000"/>
          </a:xfrm>
          <a:prstGeom prst="rect">
            <a:avLst/>
          </a:prstGeom>
        </p:spPr>
        <p:txBody>
          <a:bodyPr vert="horz" lIns="0" tIns="0" rIns="0" bIns="0" rtlCol="0" anchor="b"/>
          <a:lstStyle>
            <a:defPPr>
              <a:defRPr lang="en-US"/>
            </a:defPPr>
            <a:lvl1pPr marL="0" algn="l" defTabSz="1829379" rtl="0" eaLnBrk="1" latinLnBrk="0" hangingPunct="1">
              <a:defRPr sz="1600" b="0" i="0" kern="1200">
                <a:solidFill>
                  <a:schemeClr val="tx1"/>
                </a:solidFill>
                <a:latin typeface="IBM Plex Sans" panose="020B0503050203000203" pitchFamily="34" charset="0"/>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r>
              <a:rPr lang="en-US" dirty="0"/>
              <a:t>Footer</a:t>
            </a:r>
          </a:p>
        </p:txBody>
      </p:sp>
      <p:sp>
        <p:nvSpPr>
          <p:cNvPr id="15" name="Slide Number Placeholder 14">
            <a:extLst>
              <a:ext uri="{FF2B5EF4-FFF2-40B4-BE49-F238E27FC236}">
                <a16:creationId xmlns:a16="http://schemas.microsoft.com/office/drawing/2014/main" id="{91BDCD07-13C6-6750-370F-014242AB40F7}"/>
              </a:ext>
            </a:extLst>
          </p:cNvPr>
          <p:cNvSpPr>
            <a:spLocks noGrp="1"/>
          </p:cNvSpPr>
          <p:nvPr>
            <p:ph type="sldNum" sz="quarter" idx="4"/>
          </p:nvPr>
        </p:nvSpPr>
        <p:spPr/>
        <p:txBody>
          <a:bodyPr/>
          <a:lstStyle/>
          <a:p>
            <a:fld id="{86CB4B4D-7CA3-9044-876B-883B54F8677D}" type="slidenum">
              <a:rPr lang="en-US" smtClean="0"/>
              <a:pPr/>
              <a:t>81</a:t>
            </a:fld>
            <a:endParaRPr lang="en-US" dirty="0"/>
          </a:p>
        </p:txBody>
      </p:sp>
    </p:spTree>
    <p:extLst>
      <p:ext uri="{BB962C8B-B14F-4D97-AF65-F5344CB8AC3E}">
        <p14:creationId xmlns:p14="http://schemas.microsoft.com/office/powerpoint/2010/main" val="2713912683"/>
      </p:ext>
    </p:extLst>
  </p:cSld>
  <p:clrMapOvr>
    <a:masterClrMapping/>
  </p:clrMapOvr>
  <p:transition spd="med"/>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descr="Blue 10 quarter slide background">
            <a:extLst>
              <a:ext uri="{FF2B5EF4-FFF2-40B4-BE49-F238E27FC236}">
                <a16:creationId xmlns:a16="http://schemas.microsoft.com/office/drawing/2014/main" id="{95D08049-75E0-A671-C4C7-DEBABA4600FF}"/>
              </a:ext>
            </a:extLst>
          </p:cNvPr>
          <p:cNvSpPr/>
          <p:nvPr/>
        </p:nvSpPr>
        <p:spPr bwMode="auto">
          <a:xfrm>
            <a:off x="0" y="0"/>
            <a:ext cx="24387175" cy="3044825"/>
          </a:xfrm>
          <a:prstGeom prst="rect">
            <a:avLst/>
          </a:prstGeom>
          <a:solidFill>
            <a:srgbClr val="E5F6FF"/>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RO" sz="1400" b="0" i="0" u="none" strike="noStrike" cap="none" normalizeH="0" baseline="0">
              <a:ln>
                <a:noFill/>
              </a:ln>
              <a:solidFill>
                <a:schemeClr val="bg1"/>
              </a:solidFill>
              <a:effectLst/>
              <a:latin typeface="+mn-lt"/>
            </a:endParaRPr>
          </a:p>
        </p:txBody>
      </p:sp>
      <p:sp>
        <p:nvSpPr>
          <p:cNvPr id="21" name="Title 1">
            <a:extLst>
              <a:ext uri="{FF2B5EF4-FFF2-40B4-BE49-F238E27FC236}">
                <a16:creationId xmlns:a16="http://schemas.microsoft.com/office/drawing/2014/main" id="{BD3AFCBE-BA00-FFFF-9C5A-781A225C2304}"/>
              </a:ext>
            </a:extLst>
          </p:cNvPr>
          <p:cNvSpPr>
            <a:spLocks noGrp="1"/>
          </p:cNvSpPr>
          <p:nvPr>
            <p:ph type="title"/>
          </p:nvPr>
        </p:nvSpPr>
        <p:spPr/>
        <p:txBody>
          <a:bodyPr/>
          <a:lstStyle/>
          <a:p>
            <a:r>
              <a:rPr lang="en-US" dirty="0"/>
              <a:t>Next steps</a:t>
            </a:r>
            <a:br>
              <a:rPr lang="en-US" kern="0" dirty="0"/>
            </a:br>
            <a:r>
              <a:rPr lang="en-US" sz="4400" dirty="0"/>
              <a:t>Our path to success</a:t>
            </a:r>
            <a:endParaRPr sz="4400" dirty="0"/>
          </a:p>
        </p:txBody>
      </p:sp>
      <p:sp>
        <p:nvSpPr>
          <p:cNvPr id="34" name="TextBox 33">
            <a:extLst>
              <a:ext uri="{FF2B5EF4-FFF2-40B4-BE49-F238E27FC236}">
                <a16:creationId xmlns:a16="http://schemas.microsoft.com/office/drawing/2014/main" id="{32622D2B-BC2E-0A6A-CA79-DB7E50D66847}"/>
              </a:ext>
            </a:extLst>
          </p:cNvPr>
          <p:cNvSpPr txBox="1"/>
          <p:nvPr/>
        </p:nvSpPr>
        <p:spPr>
          <a:xfrm>
            <a:off x="1714500" y="8187171"/>
            <a:ext cx="3619500" cy="20955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chor="t">
            <a:noAutofit/>
          </a:bodyPr>
          <a:lstStyle/>
          <a:p>
            <a:pPr>
              <a:lnSpc>
                <a:spcPct val="120000"/>
              </a:lnSpc>
            </a:pPr>
            <a:r>
              <a:rPr lang="en-US" sz="2000" b="1" dirty="0">
                <a:latin typeface="IBM Plex Sans SmBld" panose="020B0503050203000203" pitchFamily="34" charset="0"/>
              </a:rPr>
              <a:t>Week 1</a:t>
            </a:r>
            <a:br>
              <a:rPr lang="en-US" sz="2000" b="1" dirty="0">
                <a:latin typeface="IBM Plex Sans SmBld" panose="020B0503050203000203" pitchFamily="34" charset="0"/>
              </a:rPr>
            </a:br>
            <a:br>
              <a:rPr lang="en-US" sz="2000" b="1" dirty="0">
                <a:latin typeface="IBM Plex Sans SmBld" panose="020B0503050203000203" pitchFamily="34" charset="0"/>
              </a:rPr>
            </a:br>
            <a:endParaRPr lang="en-US" sz="2000" b="1" dirty="0">
              <a:latin typeface="IBM Plex Sans SmBld" panose="020B0503050203000203" pitchFamily="34" charset="0"/>
            </a:endParaRPr>
          </a:p>
          <a:p>
            <a:pPr>
              <a:lnSpc>
                <a:spcPct val="120000"/>
              </a:lnSpc>
            </a:pPr>
            <a:r>
              <a:rPr lang="en-US" sz="2000" dirty="0">
                <a:latin typeface="IBM Plex Sans" panose="020B0503050203000203" pitchFamily="34" charset="0"/>
              </a:rPr>
              <a:t>Discover with a</a:t>
            </a:r>
          </a:p>
          <a:p>
            <a:pPr>
              <a:lnSpc>
                <a:spcPct val="120000"/>
              </a:lnSpc>
            </a:pPr>
            <a:r>
              <a:rPr lang="en-US" sz="2000" dirty="0">
                <a:latin typeface="IBM Plex Sans" panose="020B0503050203000203" pitchFamily="34" charset="0"/>
              </a:rPr>
              <a:t>maturity assessment</a:t>
            </a:r>
          </a:p>
          <a:p>
            <a:pPr>
              <a:lnSpc>
                <a:spcPct val="120000"/>
              </a:lnSpc>
            </a:pPr>
            <a:endParaRPr lang="en-US" sz="2000" dirty="0">
              <a:latin typeface="IBM Plex Sans" panose="020B0503050203000203" pitchFamily="34" charset="0"/>
            </a:endParaRPr>
          </a:p>
        </p:txBody>
      </p:sp>
      <p:sp>
        <p:nvSpPr>
          <p:cNvPr id="36" name="TextBox 35">
            <a:extLst>
              <a:ext uri="{FF2B5EF4-FFF2-40B4-BE49-F238E27FC236}">
                <a16:creationId xmlns:a16="http://schemas.microsoft.com/office/drawing/2014/main" id="{96B25B92-F5C1-43C2-141D-F85B4D5FCA04}"/>
              </a:ext>
            </a:extLst>
          </p:cNvPr>
          <p:cNvSpPr txBox="1"/>
          <p:nvPr/>
        </p:nvSpPr>
        <p:spPr>
          <a:xfrm>
            <a:off x="6337548" y="8187171"/>
            <a:ext cx="3619500" cy="20955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chor="t">
            <a:noAutofit/>
          </a:bodyPr>
          <a:lstStyle/>
          <a:p>
            <a:pPr>
              <a:lnSpc>
                <a:spcPct val="120000"/>
              </a:lnSpc>
            </a:pPr>
            <a:r>
              <a:rPr lang="en-US" sz="2000" b="1" dirty="0">
                <a:latin typeface="IBM Plex Sans SmBld" panose="020B0503050203000203" pitchFamily="34" charset="0"/>
              </a:rPr>
              <a:t>Week 2</a:t>
            </a:r>
            <a:br>
              <a:rPr lang="en-US" sz="2000" b="1" dirty="0">
                <a:latin typeface="IBM Plex Sans SmBld" panose="020B0503050203000203" pitchFamily="34" charset="0"/>
              </a:rPr>
            </a:br>
            <a:br>
              <a:rPr lang="en-US" sz="2000" b="1" dirty="0">
                <a:latin typeface="IBM Plex Sans SmBld" panose="020B0503050203000203" pitchFamily="34" charset="0"/>
              </a:rPr>
            </a:br>
            <a:endParaRPr lang="en-US" sz="2000" b="1" dirty="0">
              <a:latin typeface="IBM Plex Sans SmBld" panose="020B0503050203000203" pitchFamily="34" charset="0"/>
            </a:endParaRPr>
          </a:p>
          <a:p>
            <a:pPr>
              <a:lnSpc>
                <a:spcPct val="120000"/>
              </a:lnSpc>
            </a:pPr>
            <a:r>
              <a:rPr lang="en-US" sz="2000" dirty="0">
                <a:latin typeface="IBM Plex Sans" panose="020B0503050203000203" pitchFamily="34" charset="0"/>
              </a:rPr>
              <a:t>Co-design an</a:t>
            </a:r>
          </a:p>
          <a:p>
            <a:pPr>
              <a:lnSpc>
                <a:spcPct val="120000"/>
              </a:lnSpc>
            </a:pPr>
            <a:r>
              <a:rPr lang="en-US" sz="2000" dirty="0">
                <a:latin typeface="IBM Plex Sans" panose="020B0503050203000203" pitchFamily="34" charset="0"/>
              </a:rPr>
              <a:t>actionable strategy</a:t>
            </a:r>
          </a:p>
          <a:p>
            <a:pPr>
              <a:lnSpc>
                <a:spcPct val="120000"/>
              </a:lnSpc>
            </a:pPr>
            <a:endParaRPr lang="en-US" sz="2000" dirty="0">
              <a:latin typeface="IBM Plex Sans" panose="020B0503050203000203" pitchFamily="34" charset="0"/>
            </a:endParaRPr>
          </a:p>
        </p:txBody>
      </p:sp>
      <p:sp>
        <p:nvSpPr>
          <p:cNvPr id="37" name="TextBox 36">
            <a:extLst>
              <a:ext uri="{FF2B5EF4-FFF2-40B4-BE49-F238E27FC236}">
                <a16:creationId xmlns:a16="http://schemas.microsoft.com/office/drawing/2014/main" id="{3B9C1C67-5248-0A85-0AE9-FBEC68A0E2D4}"/>
              </a:ext>
            </a:extLst>
          </p:cNvPr>
          <p:cNvSpPr txBox="1"/>
          <p:nvPr/>
        </p:nvSpPr>
        <p:spPr>
          <a:xfrm>
            <a:off x="10872216" y="8187171"/>
            <a:ext cx="3619500" cy="20955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chor="t">
            <a:noAutofit/>
          </a:bodyPr>
          <a:lstStyle/>
          <a:p>
            <a:pPr>
              <a:lnSpc>
                <a:spcPct val="120000"/>
              </a:lnSpc>
            </a:pPr>
            <a:r>
              <a:rPr lang="en-US" sz="2000" b="1" dirty="0">
                <a:latin typeface="IBM Plex Sans SmBld" panose="020B0503050203000203" pitchFamily="34" charset="0"/>
              </a:rPr>
              <a:t>Week 3</a:t>
            </a:r>
            <a:br>
              <a:rPr lang="en-US" sz="2000" b="1" dirty="0">
                <a:latin typeface="IBM Plex Sans SmBld" panose="020B0503050203000203" pitchFamily="34" charset="0"/>
              </a:rPr>
            </a:br>
            <a:br>
              <a:rPr lang="en-US" sz="2000" b="1" dirty="0">
                <a:latin typeface="IBM Plex Sans SmBld" panose="020B0503050203000203" pitchFamily="34" charset="0"/>
              </a:rPr>
            </a:br>
            <a:endParaRPr lang="en-US" sz="2000" b="1" dirty="0">
              <a:latin typeface="IBM Plex Sans SmBld" panose="020B0503050203000203" pitchFamily="34" charset="0"/>
            </a:endParaRPr>
          </a:p>
          <a:p>
            <a:pPr>
              <a:lnSpc>
                <a:spcPct val="120000"/>
              </a:lnSpc>
            </a:pPr>
            <a:r>
              <a:rPr lang="en-US" sz="2000" dirty="0">
                <a:latin typeface="IBM Plex Sans" panose="020B0503050203000203" pitchFamily="34" charset="0"/>
              </a:rPr>
              <a:t>Co-design a</a:t>
            </a:r>
          </a:p>
          <a:p>
            <a:pPr>
              <a:lnSpc>
                <a:spcPct val="120000"/>
              </a:lnSpc>
            </a:pPr>
            <a:r>
              <a:rPr lang="en-US" sz="2000" dirty="0">
                <a:latin typeface="IBM Plex Sans" panose="020B0503050203000203" pitchFamily="34" charset="0"/>
              </a:rPr>
              <a:t>proof of value</a:t>
            </a:r>
          </a:p>
          <a:p>
            <a:pPr>
              <a:lnSpc>
                <a:spcPct val="120000"/>
              </a:lnSpc>
            </a:pPr>
            <a:endParaRPr lang="en-US" sz="2000" dirty="0">
              <a:latin typeface="IBM Plex Sans" panose="020B0503050203000203" pitchFamily="34" charset="0"/>
            </a:endParaRPr>
          </a:p>
        </p:txBody>
      </p:sp>
      <p:sp>
        <p:nvSpPr>
          <p:cNvPr id="39" name="TextBox 38">
            <a:extLst>
              <a:ext uri="{FF2B5EF4-FFF2-40B4-BE49-F238E27FC236}">
                <a16:creationId xmlns:a16="http://schemas.microsoft.com/office/drawing/2014/main" id="{41A490F1-86A3-605B-AF8A-6E8877C2228D}"/>
              </a:ext>
            </a:extLst>
          </p:cNvPr>
          <p:cNvSpPr txBox="1"/>
          <p:nvPr/>
        </p:nvSpPr>
        <p:spPr>
          <a:xfrm>
            <a:off x="20042187" y="8187171"/>
            <a:ext cx="3619500" cy="20955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chor="t">
            <a:noAutofit/>
          </a:bodyPr>
          <a:lstStyle/>
          <a:p>
            <a:pPr>
              <a:lnSpc>
                <a:spcPct val="120000"/>
              </a:lnSpc>
            </a:pPr>
            <a:r>
              <a:rPr lang="en-US" sz="2000" b="1" dirty="0">
                <a:latin typeface="IBM Plex Sans SmBld" panose="020B0503050203000203" pitchFamily="34" charset="0"/>
              </a:rPr>
              <a:t>Deliver ongoing operations and feedback loops</a:t>
            </a:r>
          </a:p>
          <a:p>
            <a:pPr>
              <a:lnSpc>
                <a:spcPct val="120000"/>
              </a:lnSpc>
            </a:pPr>
            <a:endParaRPr lang="en-US" sz="2000" dirty="0">
              <a:latin typeface="IBM Plex Sans" panose="020B0503050203000203" pitchFamily="34" charset="0"/>
            </a:endParaRPr>
          </a:p>
          <a:p>
            <a:pPr>
              <a:lnSpc>
                <a:spcPct val="120000"/>
              </a:lnSpc>
            </a:pPr>
            <a:r>
              <a:rPr lang="en-US" sz="2000" dirty="0">
                <a:latin typeface="IBM Plex Sans" panose="020B0503050203000203" pitchFamily="34" charset="0"/>
              </a:rPr>
              <a:t>Cooperate with</a:t>
            </a:r>
          </a:p>
          <a:p>
            <a:pPr>
              <a:lnSpc>
                <a:spcPct val="120000"/>
              </a:lnSpc>
            </a:pPr>
            <a:r>
              <a:rPr lang="en-US" sz="2000" dirty="0">
                <a:latin typeface="IBM Plex Sans" panose="020B0503050203000203" pitchFamily="34" charset="0"/>
              </a:rPr>
              <a:t>a dynamic partnership</a:t>
            </a:r>
          </a:p>
          <a:p>
            <a:pPr>
              <a:lnSpc>
                <a:spcPct val="120000"/>
              </a:lnSpc>
            </a:pPr>
            <a:endParaRPr lang="en-US" sz="2000" dirty="0">
              <a:latin typeface="IBM Plex Sans" panose="020B0503050203000203" pitchFamily="34" charset="0"/>
            </a:endParaRPr>
          </a:p>
        </p:txBody>
      </p:sp>
      <p:sp>
        <p:nvSpPr>
          <p:cNvPr id="13" name="TextBox 12">
            <a:extLst>
              <a:ext uri="{FF2B5EF4-FFF2-40B4-BE49-F238E27FC236}">
                <a16:creationId xmlns:a16="http://schemas.microsoft.com/office/drawing/2014/main" id="{1620CF74-59C4-4BCE-BE1C-59D7E765310F}"/>
              </a:ext>
            </a:extLst>
          </p:cNvPr>
          <p:cNvSpPr txBox="1"/>
          <p:nvPr/>
        </p:nvSpPr>
        <p:spPr>
          <a:xfrm>
            <a:off x="15466519" y="8187171"/>
            <a:ext cx="3545380" cy="20955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chor="t">
            <a:noAutofit/>
          </a:bodyPr>
          <a:lstStyle/>
          <a:p>
            <a:pPr>
              <a:lnSpc>
                <a:spcPct val="120000"/>
              </a:lnSpc>
            </a:pPr>
            <a:r>
              <a:rPr lang="en-US" sz="2000" b="1" dirty="0">
                <a:latin typeface="IBM Plex Sans SmBld" panose="020B0503050203000203" pitchFamily="34" charset="0"/>
              </a:rPr>
              <a:t>Plan for go live, hypercare and ongoing operations</a:t>
            </a:r>
          </a:p>
          <a:p>
            <a:pPr>
              <a:lnSpc>
                <a:spcPct val="120000"/>
              </a:lnSpc>
            </a:pPr>
            <a:endParaRPr lang="en-US" sz="2000" b="1" dirty="0">
              <a:latin typeface="IBM Plex Sans SmBld" panose="020B0503050203000203" pitchFamily="34" charset="0"/>
            </a:endParaRPr>
          </a:p>
          <a:p>
            <a:pPr>
              <a:lnSpc>
                <a:spcPct val="120000"/>
              </a:lnSpc>
            </a:pPr>
            <a:r>
              <a:rPr lang="en-US" sz="2000" dirty="0">
                <a:latin typeface="IBM Plex Sans" panose="020B0503050203000203" pitchFamily="34" charset="0"/>
              </a:rPr>
              <a:t>Co-execute at</a:t>
            </a:r>
          </a:p>
          <a:p>
            <a:pPr>
              <a:lnSpc>
                <a:spcPct val="120000"/>
              </a:lnSpc>
            </a:pPr>
            <a:r>
              <a:rPr lang="en-US" sz="2000" dirty="0">
                <a:latin typeface="IBM Plex Sans" panose="020B0503050203000203" pitchFamily="34" charset="0"/>
              </a:rPr>
              <a:t>scale with confidence</a:t>
            </a:r>
          </a:p>
          <a:p>
            <a:pPr>
              <a:lnSpc>
                <a:spcPct val="120000"/>
              </a:lnSpc>
            </a:pPr>
            <a:endParaRPr lang="en-US" sz="2000" dirty="0">
              <a:latin typeface="IBM Plex Sans" panose="020B0503050203000203" pitchFamily="34" charset="0"/>
            </a:endParaRPr>
          </a:p>
        </p:txBody>
      </p:sp>
      <p:grpSp>
        <p:nvGrpSpPr>
          <p:cNvPr id="29" name="Group 28">
            <a:extLst>
              <a:ext uri="{FF2B5EF4-FFF2-40B4-BE49-F238E27FC236}">
                <a16:creationId xmlns:a16="http://schemas.microsoft.com/office/drawing/2014/main" id="{3AB89FB8-A35F-92EA-643E-8D8E07F07425}"/>
              </a:ext>
            </a:extLst>
          </p:cNvPr>
          <p:cNvGrpSpPr/>
          <p:nvPr/>
        </p:nvGrpSpPr>
        <p:grpSpPr>
          <a:xfrm>
            <a:off x="568324" y="5704575"/>
            <a:ext cx="23096348" cy="4578096"/>
            <a:chOff x="568324" y="6089904"/>
            <a:chExt cx="23096348" cy="4578096"/>
          </a:xfrm>
        </p:grpSpPr>
        <p:cxnSp>
          <p:nvCxnSpPr>
            <p:cNvPr id="28" name="Straight Connector 27">
              <a:extLst>
                <a:ext uri="{FF2B5EF4-FFF2-40B4-BE49-F238E27FC236}">
                  <a16:creationId xmlns:a16="http://schemas.microsoft.com/office/drawing/2014/main" id="{C8984232-8422-6A44-0FA6-FB812FB1B792}"/>
                </a:ext>
              </a:extLst>
            </p:cNvPr>
            <p:cNvCxnSpPr>
              <a:cxnSpLocks/>
            </p:cNvCxnSpPr>
            <p:nvPr/>
          </p:nvCxnSpPr>
          <p:spPr bwMode="auto">
            <a:xfrm>
              <a:off x="6108948" y="6743700"/>
              <a:ext cx="0" cy="392430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3" name="Straight Connector 32">
              <a:extLst>
                <a:ext uri="{FF2B5EF4-FFF2-40B4-BE49-F238E27FC236}">
                  <a16:creationId xmlns:a16="http://schemas.microsoft.com/office/drawing/2014/main" id="{5573EBB2-1695-2696-2E60-33457CCAB1EF}"/>
                </a:ext>
              </a:extLst>
            </p:cNvPr>
            <p:cNvCxnSpPr>
              <a:cxnSpLocks/>
            </p:cNvCxnSpPr>
            <p:nvPr/>
          </p:nvCxnSpPr>
          <p:spPr bwMode="auto">
            <a:xfrm>
              <a:off x="19813587" y="6743700"/>
              <a:ext cx="0" cy="392430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4" name="Straight Connector 13">
              <a:extLst>
                <a:ext uri="{FF2B5EF4-FFF2-40B4-BE49-F238E27FC236}">
                  <a16:creationId xmlns:a16="http://schemas.microsoft.com/office/drawing/2014/main" id="{F33B3A1D-20D8-BD9B-D122-20497DCD76E4}"/>
                </a:ext>
              </a:extLst>
            </p:cNvPr>
            <p:cNvCxnSpPr>
              <a:cxnSpLocks/>
            </p:cNvCxnSpPr>
            <p:nvPr/>
          </p:nvCxnSpPr>
          <p:spPr bwMode="auto">
            <a:xfrm>
              <a:off x="15250619" y="6743700"/>
              <a:ext cx="0" cy="392430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0" name="Straight Connector 29">
              <a:extLst>
                <a:ext uri="{FF2B5EF4-FFF2-40B4-BE49-F238E27FC236}">
                  <a16:creationId xmlns:a16="http://schemas.microsoft.com/office/drawing/2014/main" id="{9BA67013-00FC-D10D-02BA-9D8C5FBB40B5}"/>
                </a:ext>
              </a:extLst>
            </p:cNvPr>
            <p:cNvCxnSpPr>
              <a:cxnSpLocks/>
            </p:cNvCxnSpPr>
            <p:nvPr/>
          </p:nvCxnSpPr>
          <p:spPr bwMode="auto">
            <a:xfrm>
              <a:off x="10656316" y="6743700"/>
              <a:ext cx="0" cy="392430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6" name="Straight Connector 25">
              <a:extLst>
                <a:ext uri="{FF2B5EF4-FFF2-40B4-BE49-F238E27FC236}">
                  <a16:creationId xmlns:a16="http://schemas.microsoft.com/office/drawing/2014/main" id="{B9B9CB0A-22DA-3F7C-5D83-F2558427E9C9}"/>
                </a:ext>
              </a:extLst>
            </p:cNvPr>
            <p:cNvCxnSpPr>
              <a:cxnSpLocks/>
            </p:cNvCxnSpPr>
            <p:nvPr/>
          </p:nvCxnSpPr>
          <p:spPr bwMode="auto">
            <a:xfrm>
              <a:off x="1524000" y="6743700"/>
              <a:ext cx="0" cy="392430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6" name="Straight Connector 5">
              <a:extLst>
                <a:ext uri="{FF2B5EF4-FFF2-40B4-BE49-F238E27FC236}">
                  <a16:creationId xmlns:a16="http://schemas.microsoft.com/office/drawing/2014/main" id="{EF0CD0C0-23A0-9B02-7FB4-68C1EE200FB6}"/>
                </a:ext>
              </a:extLst>
            </p:cNvPr>
            <p:cNvCxnSpPr>
              <a:cxnSpLocks/>
            </p:cNvCxnSpPr>
            <p:nvPr/>
          </p:nvCxnSpPr>
          <p:spPr bwMode="auto">
            <a:xfrm>
              <a:off x="568324" y="6483096"/>
              <a:ext cx="23079456"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grpSp>
          <p:nvGrpSpPr>
            <p:cNvPr id="7" name="Group 6">
              <a:extLst>
                <a:ext uri="{FF2B5EF4-FFF2-40B4-BE49-F238E27FC236}">
                  <a16:creationId xmlns:a16="http://schemas.microsoft.com/office/drawing/2014/main" id="{1972954C-5955-D930-61AA-056EAF85A723}"/>
                </a:ext>
              </a:extLst>
            </p:cNvPr>
            <p:cNvGrpSpPr/>
            <p:nvPr/>
          </p:nvGrpSpPr>
          <p:grpSpPr>
            <a:xfrm>
              <a:off x="1152144" y="6089904"/>
              <a:ext cx="768096" cy="768096"/>
              <a:chOff x="1152144" y="6089904"/>
              <a:chExt cx="768096" cy="768096"/>
            </a:xfrm>
          </p:grpSpPr>
          <p:sp>
            <p:nvSpPr>
              <p:cNvPr id="18" name="Oval 17">
                <a:extLst>
                  <a:ext uri="{FF2B5EF4-FFF2-40B4-BE49-F238E27FC236}">
                    <a16:creationId xmlns:a16="http://schemas.microsoft.com/office/drawing/2014/main" id="{203DDBB1-21A0-6341-AC44-D09FC5EC5F5B}"/>
                  </a:ext>
                </a:extLst>
              </p:cNvPr>
              <p:cNvSpPr/>
              <p:nvPr/>
            </p:nvSpPr>
            <p:spPr bwMode="auto">
              <a:xfrm>
                <a:off x="1152144" y="6089904"/>
                <a:ext cx="768096" cy="768096"/>
              </a:xfrm>
              <a:prstGeom prst="ellipse">
                <a:avLst/>
              </a:prstGeom>
              <a:solidFill>
                <a:srgbClr val="BAE6FF"/>
              </a:solidFill>
              <a:ln w="12700">
                <a:solidFill>
                  <a:schemeClr val="tx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dirty="0">
                  <a:ln>
                    <a:noFill/>
                  </a:ln>
                  <a:solidFill>
                    <a:schemeClr val="bg1"/>
                  </a:solidFill>
                  <a:effectLst/>
                  <a:latin typeface="+mn-lt"/>
                </a:endParaRPr>
              </a:p>
            </p:txBody>
          </p:sp>
          <p:pic>
            <p:nvPicPr>
              <p:cNvPr id="43" name="Picture 42">
                <a:extLst>
                  <a:ext uri="{FF2B5EF4-FFF2-40B4-BE49-F238E27FC236}">
                    <a16:creationId xmlns:a16="http://schemas.microsoft.com/office/drawing/2014/main" id="{70FD8205-C61A-E7A9-12FD-B6FC26CF5DE4}"/>
                  </a:ext>
                </a:extLst>
              </p:cNvPr>
              <p:cNvPicPr>
                <a:picLocks noChangeAspect="1"/>
              </p:cNvPicPr>
              <p:nvPr/>
            </p:nvPicPr>
            <p:blipFill>
              <a:blip r:embed="rId2">
                <a:extLst>
                  <a:ext uri="{96DAC541-7B7A-43D3-8B79-37D633B846F1}">
                    <asvg:svgBlip xmlns:asvg="http://schemas.microsoft.com/office/drawing/2016/SVG/main" r:embed="rId3"/>
                  </a:ext>
                </a:extLst>
              </a:blip>
              <a:srcRect/>
              <a:stretch/>
            </p:blipFill>
            <p:spPr>
              <a:xfrm>
                <a:off x="1335024" y="6281928"/>
                <a:ext cx="402336" cy="402336"/>
              </a:xfrm>
              <a:prstGeom prst="rect">
                <a:avLst/>
              </a:prstGeom>
            </p:spPr>
          </p:pic>
        </p:grpSp>
        <p:grpSp>
          <p:nvGrpSpPr>
            <p:cNvPr id="17" name="Group 16">
              <a:extLst>
                <a:ext uri="{FF2B5EF4-FFF2-40B4-BE49-F238E27FC236}">
                  <a16:creationId xmlns:a16="http://schemas.microsoft.com/office/drawing/2014/main" id="{2C02EEC0-AC49-0B6F-F4A4-49FF6C39D711}"/>
                </a:ext>
              </a:extLst>
            </p:cNvPr>
            <p:cNvGrpSpPr/>
            <p:nvPr/>
          </p:nvGrpSpPr>
          <p:grpSpPr>
            <a:xfrm>
              <a:off x="23500080" y="6345936"/>
              <a:ext cx="164592" cy="283464"/>
              <a:chOff x="23431500" y="6286500"/>
              <a:chExt cx="190500" cy="381000"/>
            </a:xfrm>
          </p:grpSpPr>
          <p:cxnSp>
            <p:nvCxnSpPr>
              <p:cNvPr id="12" name="Straight Connector 11">
                <a:extLst>
                  <a:ext uri="{FF2B5EF4-FFF2-40B4-BE49-F238E27FC236}">
                    <a16:creationId xmlns:a16="http://schemas.microsoft.com/office/drawing/2014/main" id="{7218B054-E390-7C62-16D7-1AEE42082A5E}"/>
                  </a:ext>
                </a:extLst>
              </p:cNvPr>
              <p:cNvCxnSpPr>
                <a:cxnSpLocks/>
              </p:cNvCxnSpPr>
              <p:nvPr/>
            </p:nvCxnSpPr>
            <p:spPr bwMode="auto">
              <a:xfrm>
                <a:off x="23431500" y="6286500"/>
                <a:ext cx="190500" cy="19050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5" name="Straight Connector 14">
                <a:extLst>
                  <a:ext uri="{FF2B5EF4-FFF2-40B4-BE49-F238E27FC236}">
                    <a16:creationId xmlns:a16="http://schemas.microsoft.com/office/drawing/2014/main" id="{B5B6C42B-E97F-E94D-EFD9-7BDE65D5B62E}"/>
                  </a:ext>
                </a:extLst>
              </p:cNvPr>
              <p:cNvCxnSpPr>
                <a:cxnSpLocks/>
              </p:cNvCxnSpPr>
              <p:nvPr/>
            </p:nvCxnSpPr>
            <p:spPr bwMode="auto">
              <a:xfrm flipV="1">
                <a:off x="23431500" y="6477000"/>
                <a:ext cx="190500" cy="19050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grpSp>
        <p:grpSp>
          <p:nvGrpSpPr>
            <p:cNvPr id="8" name="Group 7">
              <a:extLst>
                <a:ext uri="{FF2B5EF4-FFF2-40B4-BE49-F238E27FC236}">
                  <a16:creationId xmlns:a16="http://schemas.microsoft.com/office/drawing/2014/main" id="{8F032FAE-9B25-B738-C573-F5C5223D35F3}"/>
                </a:ext>
              </a:extLst>
            </p:cNvPr>
            <p:cNvGrpSpPr/>
            <p:nvPr/>
          </p:nvGrpSpPr>
          <p:grpSpPr>
            <a:xfrm>
              <a:off x="5719572" y="6089904"/>
              <a:ext cx="768096" cy="768096"/>
              <a:chOff x="4224528" y="6089904"/>
              <a:chExt cx="768096" cy="768096"/>
            </a:xfrm>
          </p:grpSpPr>
          <p:sp>
            <p:nvSpPr>
              <p:cNvPr id="19" name="Oval 18">
                <a:extLst>
                  <a:ext uri="{FF2B5EF4-FFF2-40B4-BE49-F238E27FC236}">
                    <a16:creationId xmlns:a16="http://schemas.microsoft.com/office/drawing/2014/main" id="{C28B357B-8C6A-A664-27B3-47F8AF094C74}"/>
                  </a:ext>
                </a:extLst>
              </p:cNvPr>
              <p:cNvSpPr/>
              <p:nvPr/>
            </p:nvSpPr>
            <p:spPr bwMode="auto">
              <a:xfrm>
                <a:off x="4224528" y="6089904"/>
                <a:ext cx="768096" cy="768096"/>
              </a:xfrm>
              <a:prstGeom prst="ellipse">
                <a:avLst/>
              </a:prstGeom>
              <a:solidFill>
                <a:srgbClr val="BAE6FF"/>
              </a:solidFill>
              <a:ln w="12700">
                <a:solidFill>
                  <a:schemeClr val="tx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dirty="0">
                  <a:ln>
                    <a:noFill/>
                  </a:ln>
                  <a:solidFill>
                    <a:schemeClr val="bg1"/>
                  </a:solidFill>
                  <a:effectLst/>
                  <a:latin typeface="+mn-lt"/>
                </a:endParaRPr>
              </a:p>
            </p:txBody>
          </p:sp>
          <p:pic>
            <p:nvPicPr>
              <p:cNvPr id="44" name="Picture 43">
                <a:extLst>
                  <a:ext uri="{FF2B5EF4-FFF2-40B4-BE49-F238E27FC236}">
                    <a16:creationId xmlns:a16="http://schemas.microsoft.com/office/drawing/2014/main" id="{D57D344D-B871-ACEA-B3FA-4B3D3274A777}"/>
                  </a:ext>
                </a:extLst>
              </p:cNvPr>
              <p:cNvPicPr>
                <a:picLocks noChangeAspect="1"/>
              </p:cNvPicPr>
              <p:nvPr/>
            </p:nvPicPr>
            <p:blipFill>
              <a:blip r:embed="rId4">
                <a:extLst>
                  <a:ext uri="{96DAC541-7B7A-43D3-8B79-37D633B846F1}">
                    <asvg:svgBlip xmlns:asvg="http://schemas.microsoft.com/office/drawing/2016/SVG/main" r:embed="rId5"/>
                  </a:ext>
                </a:extLst>
              </a:blip>
              <a:srcRect/>
              <a:stretch/>
            </p:blipFill>
            <p:spPr>
              <a:xfrm>
                <a:off x="4398264" y="6281928"/>
                <a:ext cx="402336" cy="402336"/>
              </a:xfrm>
              <a:prstGeom prst="rect">
                <a:avLst/>
              </a:prstGeom>
            </p:spPr>
          </p:pic>
        </p:grpSp>
        <p:grpSp>
          <p:nvGrpSpPr>
            <p:cNvPr id="9" name="Group 8">
              <a:extLst>
                <a:ext uri="{FF2B5EF4-FFF2-40B4-BE49-F238E27FC236}">
                  <a16:creationId xmlns:a16="http://schemas.microsoft.com/office/drawing/2014/main" id="{6B71D881-0B59-FFF0-4E07-BF5EE9E4E8E5}"/>
                </a:ext>
              </a:extLst>
            </p:cNvPr>
            <p:cNvGrpSpPr/>
            <p:nvPr/>
          </p:nvGrpSpPr>
          <p:grpSpPr>
            <a:xfrm>
              <a:off x="10287000" y="6089904"/>
              <a:ext cx="768096" cy="768096"/>
              <a:chOff x="7232904" y="6089904"/>
              <a:chExt cx="768096" cy="768096"/>
            </a:xfrm>
          </p:grpSpPr>
          <p:sp>
            <p:nvSpPr>
              <p:cNvPr id="20" name="Oval 19">
                <a:extLst>
                  <a:ext uri="{FF2B5EF4-FFF2-40B4-BE49-F238E27FC236}">
                    <a16:creationId xmlns:a16="http://schemas.microsoft.com/office/drawing/2014/main" id="{0E8EB203-4433-A609-8E23-77AF11DC39E9}"/>
                  </a:ext>
                </a:extLst>
              </p:cNvPr>
              <p:cNvSpPr/>
              <p:nvPr/>
            </p:nvSpPr>
            <p:spPr bwMode="auto">
              <a:xfrm>
                <a:off x="7232904" y="6089904"/>
                <a:ext cx="768096" cy="768096"/>
              </a:xfrm>
              <a:prstGeom prst="ellipse">
                <a:avLst/>
              </a:prstGeom>
              <a:solidFill>
                <a:srgbClr val="BAE6FF"/>
              </a:solidFill>
              <a:ln w="12700">
                <a:solidFill>
                  <a:schemeClr val="tx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dirty="0">
                  <a:ln>
                    <a:noFill/>
                  </a:ln>
                  <a:solidFill>
                    <a:schemeClr val="bg1"/>
                  </a:solidFill>
                  <a:effectLst/>
                  <a:latin typeface="+mn-lt"/>
                </a:endParaRPr>
              </a:p>
            </p:txBody>
          </p:sp>
          <p:pic>
            <p:nvPicPr>
              <p:cNvPr id="45" name="Picture 44">
                <a:extLst>
                  <a:ext uri="{FF2B5EF4-FFF2-40B4-BE49-F238E27FC236}">
                    <a16:creationId xmlns:a16="http://schemas.microsoft.com/office/drawing/2014/main" id="{2B91422F-E220-E830-AFF3-BA14DCA987F3}"/>
                  </a:ext>
                </a:extLst>
              </p:cNvPr>
              <p:cNvPicPr>
                <a:picLocks noChangeAspect="1"/>
              </p:cNvPicPr>
              <p:nvPr/>
            </p:nvPicPr>
            <p:blipFill>
              <a:blip r:embed="rId6">
                <a:extLst>
                  <a:ext uri="{96DAC541-7B7A-43D3-8B79-37D633B846F1}">
                    <asvg:svgBlip xmlns:asvg="http://schemas.microsoft.com/office/drawing/2016/SVG/main" r:embed="rId7"/>
                  </a:ext>
                </a:extLst>
              </a:blip>
              <a:srcRect/>
              <a:stretch/>
            </p:blipFill>
            <p:spPr>
              <a:xfrm>
                <a:off x="7415784" y="6281928"/>
                <a:ext cx="402336" cy="402336"/>
              </a:xfrm>
              <a:prstGeom prst="rect">
                <a:avLst/>
              </a:prstGeom>
            </p:spPr>
          </p:pic>
        </p:grpSp>
        <p:grpSp>
          <p:nvGrpSpPr>
            <p:cNvPr id="11" name="Group 10">
              <a:extLst>
                <a:ext uri="{FF2B5EF4-FFF2-40B4-BE49-F238E27FC236}">
                  <a16:creationId xmlns:a16="http://schemas.microsoft.com/office/drawing/2014/main" id="{667E8223-A9A2-6967-3044-CB6244A5F40F}"/>
                </a:ext>
              </a:extLst>
            </p:cNvPr>
            <p:cNvGrpSpPr/>
            <p:nvPr/>
          </p:nvGrpSpPr>
          <p:grpSpPr>
            <a:xfrm>
              <a:off x="19421856" y="6089904"/>
              <a:ext cx="768096" cy="768096"/>
              <a:chOff x="19421856" y="6089904"/>
              <a:chExt cx="768096" cy="768096"/>
            </a:xfrm>
          </p:grpSpPr>
          <p:sp>
            <p:nvSpPr>
              <p:cNvPr id="24" name="Oval 23">
                <a:extLst>
                  <a:ext uri="{FF2B5EF4-FFF2-40B4-BE49-F238E27FC236}">
                    <a16:creationId xmlns:a16="http://schemas.microsoft.com/office/drawing/2014/main" id="{731B26F5-FAE7-2A1A-1501-DE68D43EEF44}"/>
                  </a:ext>
                </a:extLst>
              </p:cNvPr>
              <p:cNvSpPr/>
              <p:nvPr/>
            </p:nvSpPr>
            <p:spPr bwMode="auto">
              <a:xfrm>
                <a:off x="19421856" y="6089904"/>
                <a:ext cx="768096" cy="768096"/>
              </a:xfrm>
              <a:prstGeom prst="ellipse">
                <a:avLst/>
              </a:prstGeom>
              <a:solidFill>
                <a:srgbClr val="E0E0E0"/>
              </a:solidFill>
              <a:ln w="12700">
                <a:solidFill>
                  <a:schemeClr val="tx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dirty="0">
                  <a:ln>
                    <a:noFill/>
                  </a:ln>
                  <a:solidFill>
                    <a:schemeClr val="bg1"/>
                  </a:solidFill>
                  <a:effectLst/>
                  <a:latin typeface="+mn-lt"/>
                </a:endParaRPr>
              </a:p>
            </p:txBody>
          </p:sp>
          <p:pic>
            <p:nvPicPr>
              <p:cNvPr id="49" name="Picture 48">
                <a:extLst>
                  <a:ext uri="{FF2B5EF4-FFF2-40B4-BE49-F238E27FC236}">
                    <a16:creationId xmlns:a16="http://schemas.microsoft.com/office/drawing/2014/main" id="{92B6D32C-06A5-F95B-C715-685153597C6F}"/>
                  </a:ext>
                </a:extLst>
              </p:cNvPr>
              <p:cNvPicPr>
                <a:picLocks noChangeAspect="1"/>
              </p:cNvPicPr>
              <p:nvPr/>
            </p:nvPicPr>
            <p:blipFill>
              <a:blip r:embed="rId8">
                <a:extLst>
                  <a:ext uri="{96DAC541-7B7A-43D3-8B79-37D633B846F1}">
                    <asvg:svgBlip xmlns:asvg="http://schemas.microsoft.com/office/drawing/2016/SVG/main" r:embed="rId9"/>
                  </a:ext>
                </a:extLst>
              </a:blip>
              <a:srcRect/>
              <a:stretch/>
            </p:blipFill>
            <p:spPr>
              <a:xfrm>
                <a:off x="19604736" y="6281928"/>
                <a:ext cx="402336" cy="402336"/>
              </a:xfrm>
              <a:prstGeom prst="rect">
                <a:avLst/>
              </a:prstGeom>
            </p:spPr>
          </p:pic>
        </p:grpSp>
        <p:grpSp>
          <p:nvGrpSpPr>
            <p:cNvPr id="10" name="Group 9">
              <a:extLst>
                <a:ext uri="{FF2B5EF4-FFF2-40B4-BE49-F238E27FC236}">
                  <a16:creationId xmlns:a16="http://schemas.microsoft.com/office/drawing/2014/main" id="{C1B4922C-9C3E-B5EF-1A29-2BE35E1DB796}"/>
                </a:ext>
              </a:extLst>
            </p:cNvPr>
            <p:cNvGrpSpPr/>
            <p:nvPr/>
          </p:nvGrpSpPr>
          <p:grpSpPr>
            <a:xfrm>
              <a:off x="14854428" y="6089904"/>
              <a:ext cx="768096" cy="768096"/>
              <a:chOff x="13331952" y="6089904"/>
              <a:chExt cx="768096" cy="768096"/>
            </a:xfrm>
          </p:grpSpPr>
          <p:sp>
            <p:nvSpPr>
              <p:cNvPr id="22" name="Oval 21">
                <a:extLst>
                  <a:ext uri="{FF2B5EF4-FFF2-40B4-BE49-F238E27FC236}">
                    <a16:creationId xmlns:a16="http://schemas.microsoft.com/office/drawing/2014/main" id="{9C54F24C-38C8-55C1-1816-E14B45BAEB55}"/>
                  </a:ext>
                </a:extLst>
              </p:cNvPr>
              <p:cNvSpPr/>
              <p:nvPr/>
            </p:nvSpPr>
            <p:spPr bwMode="auto">
              <a:xfrm>
                <a:off x="13331952" y="6089904"/>
                <a:ext cx="768096" cy="768096"/>
              </a:xfrm>
              <a:prstGeom prst="ellipse">
                <a:avLst/>
              </a:prstGeom>
              <a:solidFill>
                <a:srgbClr val="A7F0BA"/>
              </a:solidFill>
              <a:ln w="12700">
                <a:solidFill>
                  <a:schemeClr val="tx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dirty="0">
                  <a:ln>
                    <a:noFill/>
                  </a:ln>
                  <a:solidFill>
                    <a:schemeClr val="bg1"/>
                  </a:solidFill>
                  <a:effectLst/>
                  <a:latin typeface="+mn-lt"/>
                </a:endParaRPr>
              </a:p>
            </p:txBody>
          </p:sp>
          <p:pic>
            <p:nvPicPr>
              <p:cNvPr id="48" name="Picture 47">
                <a:extLst>
                  <a:ext uri="{FF2B5EF4-FFF2-40B4-BE49-F238E27FC236}">
                    <a16:creationId xmlns:a16="http://schemas.microsoft.com/office/drawing/2014/main" id="{A5520925-36D3-6501-A0AD-148FAA37BEE4}"/>
                  </a:ext>
                </a:extLst>
              </p:cNvPr>
              <p:cNvPicPr>
                <a:picLocks noChangeAspect="1"/>
              </p:cNvPicPr>
              <p:nvPr/>
            </p:nvPicPr>
            <p:blipFill>
              <a:blip r:embed="rId10">
                <a:extLst>
                  <a:ext uri="{96DAC541-7B7A-43D3-8B79-37D633B846F1}">
                    <asvg:svgBlip xmlns:asvg="http://schemas.microsoft.com/office/drawing/2016/SVG/main" r:embed="rId11"/>
                  </a:ext>
                </a:extLst>
              </a:blip>
              <a:srcRect/>
              <a:stretch/>
            </p:blipFill>
            <p:spPr>
              <a:xfrm>
                <a:off x="13514832" y="6281928"/>
                <a:ext cx="402336" cy="402336"/>
              </a:xfrm>
              <a:prstGeom prst="rect">
                <a:avLst/>
              </a:prstGeom>
            </p:spPr>
          </p:pic>
        </p:grpSp>
      </p:grpSp>
      <p:sp>
        <p:nvSpPr>
          <p:cNvPr id="31" name="Footer Placeholder 30">
            <a:extLst>
              <a:ext uri="{FF2B5EF4-FFF2-40B4-BE49-F238E27FC236}">
                <a16:creationId xmlns:a16="http://schemas.microsoft.com/office/drawing/2014/main" id="{981BA2D9-2894-F751-69FF-CC7EF101C34F}"/>
              </a:ext>
            </a:extLst>
          </p:cNvPr>
          <p:cNvSpPr>
            <a:spLocks noGrp="1"/>
          </p:cNvSpPr>
          <p:nvPr>
            <p:ph type="ftr" sz="quarter" idx="12"/>
          </p:nvPr>
        </p:nvSpPr>
        <p:spPr/>
        <p:txBody>
          <a:bodyPr/>
          <a:lstStyle/>
          <a:p>
            <a:r>
              <a:rPr lang="en-US" dirty="0"/>
              <a:t>Footer</a:t>
            </a:r>
          </a:p>
        </p:txBody>
      </p:sp>
      <p:sp>
        <p:nvSpPr>
          <p:cNvPr id="32" name="Slide Number Placeholder 31">
            <a:extLst>
              <a:ext uri="{FF2B5EF4-FFF2-40B4-BE49-F238E27FC236}">
                <a16:creationId xmlns:a16="http://schemas.microsoft.com/office/drawing/2014/main" id="{6215F2F9-C938-11E5-3D0C-EA57D8187F2D}"/>
              </a:ext>
            </a:extLst>
          </p:cNvPr>
          <p:cNvSpPr>
            <a:spLocks noGrp="1"/>
          </p:cNvSpPr>
          <p:nvPr>
            <p:ph type="sldNum" sz="quarter" idx="4"/>
          </p:nvPr>
        </p:nvSpPr>
        <p:spPr/>
        <p:txBody>
          <a:bodyPr/>
          <a:lstStyle/>
          <a:p>
            <a:fld id="{86CB4B4D-7CA3-9044-876B-883B54F8677D}" type="slidenum">
              <a:rPr lang="en-US" smtClean="0"/>
              <a:pPr/>
              <a:t>82</a:t>
            </a:fld>
            <a:endParaRPr lang="en-US" dirty="0"/>
          </a:p>
        </p:txBody>
      </p:sp>
    </p:spTree>
    <p:extLst>
      <p:ext uri="{BB962C8B-B14F-4D97-AF65-F5344CB8AC3E}">
        <p14:creationId xmlns:p14="http://schemas.microsoft.com/office/powerpoint/2010/main" val="1324096380"/>
      </p:ext>
    </p:extLst>
  </p:cSld>
  <p:clrMapOvr>
    <a:masterClrMapping/>
  </p:clrMapOvr>
  <p:transition spd="med"/>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96D0C5-C466-7651-C803-A1C22A7FB195}"/>
              </a:ext>
            </a:extLst>
          </p:cNvPr>
          <p:cNvSpPr>
            <a:spLocks noGrp="1"/>
          </p:cNvSpPr>
          <p:nvPr>
            <p:ph type="title"/>
          </p:nvPr>
        </p:nvSpPr>
        <p:spPr/>
        <p:txBody>
          <a:bodyPr/>
          <a:lstStyle/>
          <a:p>
            <a:r>
              <a:rPr lang="en-US" dirty="0"/>
              <a:t>Accelerating digital transformation: </a:t>
            </a:r>
            <a:br>
              <a:rPr lang="en-US" dirty="0"/>
            </a:br>
            <a:r>
              <a:rPr lang="en-US" dirty="0"/>
              <a:t>a case study</a:t>
            </a:r>
          </a:p>
        </p:txBody>
      </p:sp>
      <p:cxnSp>
        <p:nvCxnSpPr>
          <p:cNvPr id="12" name="Straight Connector 11" descr="Horizontal row divider line">
            <a:extLst>
              <a:ext uri="{FF2B5EF4-FFF2-40B4-BE49-F238E27FC236}">
                <a16:creationId xmlns:a16="http://schemas.microsoft.com/office/drawing/2014/main" id="{2E3B6D9A-EB38-1BC7-138D-4F64A7CF8FE8}"/>
              </a:ext>
            </a:extLst>
          </p:cNvPr>
          <p:cNvCxnSpPr/>
          <p:nvPr/>
        </p:nvCxnSpPr>
        <p:spPr bwMode="auto">
          <a:xfrm>
            <a:off x="568325" y="6096000"/>
            <a:ext cx="23244175"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9" name="Text Placeholder 3">
            <a:extLst>
              <a:ext uri="{FF2B5EF4-FFF2-40B4-BE49-F238E27FC236}">
                <a16:creationId xmlns:a16="http://schemas.microsoft.com/office/drawing/2014/main" id="{75815F56-7056-E343-B273-FB00ED61C53F}"/>
              </a:ext>
            </a:extLst>
          </p:cNvPr>
          <p:cNvSpPr txBox="1">
            <a:spLocks/>
          </p:cNvSpPr>
          <p:nvPr/>
        </p:nvSpPr>
        <p:spPr>
          <a:xfrm>
            <a:off x="731365" y="6667501"/>
            <a:ext cx="4949825" cy="534491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lvl1pPr marL="0" marR="0" indent="0" algn="l" defTabSz="2438400" rtl="0" latinLnBrk="0">
              <a:lnSpc>
                <a:spcPct val="110000"/>
              </a:lnSpc>
              <a:spcBef>
                <a:spcPts val="0"/>
              </a:spcBef>
              <a:spcAft>
                <a:spcPts val="0"/>
              </a:spcAft>
              <a:buClrTx/>
              <a:buSzTx/>
              <a:buFontTx/>
              <a:buNone/>
              <a:tabLst/>
              <a:defRPr sz="2800" b="0" i="0" u="none" strike="noStrike" cap="none" spc="0" baseline="0">
                <a:solidFill>
                  <a:schemeClr val="tx1"/>
                </a:solidFill>
                <a:uFillTx/>
                <a:latin typeface="+mj-lt"/>
                <a:ea typeface="+mj-ea"/>
                <a:cs typeface="+mj-cs"/>
                <a:sym typeface="IBM Plex Sans Light"/>
              </a:defRPr>
            </a:lvl1pPr>
            <a:lvl2pPr marL="444465" marR="0" indent="-446749" algn="l" defTabSz="2438400" rtl="0" latinLnBrk="0">
              <a:lnSpc>
                <a:spcPct val="110000"/>
              </a:lnSpc>
              <a:spcBef>
                <a:spcPts val="0"/>
              </a:spcBef>
              <a:spcAft>
                <a:spcPts val="0"/>
              </a:spcAft>
              <a:buClrTx/>
              <a:buSzPct val="100000"/>
              <a:buFontTx/>
              <a:buChar char="–"/>
              <a:tabLst/>
              <a:defRPr sz="2800" b="0" i="0" u="none" strike="noStrike" cap="none" spc="0" baseline="0">
                <a:solidFill>
                  <a:schemeClr val="tx1"/>
                </a:solidFill>
                <a:uFillTx/>
                <a:latin typeface="+mj-lt"/>
                <a:ea typeface="+mj-ea"/>
                <a:cs typeface="+mj-cs"/>
                <a:sym typeface="IBM Plex Sans Light"/>
              </a:defRPr>
            </a:lvl2pPr>
            <a:lvl3pPr marL="615918" marR="0" indent="-446749" algn="l" defTabSz="2438400" rtl="0" latinLnBrk="0">
              <a:lnSpc>
                <a:spcPct val="110000"/>
              </a:lnSpc>
              <a:spcBef>
                <a:spcPts val="0"/>
              </a:spcBef>
              <a:spcAft>
                <a:spcPts val="0"/>
              </a:spcAft>
              <a:buClrTx/>
              <a:buSzPct val="100000"/>
              <a:buFontTx/>
              <a:buChar char="•"/>
              <a:tabLst/>
              <a:defRPr sz="2800" b="0" i="0" u="none" strike="noStrike" cap="none" spc="0" baseline="0">
                <a:solidFill>
                  <a:schemeClr val="tx1"/>
                </a:solidFill>
                <a:uFillTx/>
                <a:latin typeface="+mj-lt"/>
                <a:ea typeface="+mj-ea"/>
                <a:cs typeface="+mj-cs"/>
                <a:sym typeface="IBM Plex Sans Light"/>
              </a:defRPr>
            </a:lvl3pPr>
            <a:lvl4pPr marL="901671" marR="0" indent="-446749" algn="l" defTabSz="2438400" rtl="0" latinLnBrk="0">
              <a:lnSpc>
                <a:spcPct val="110000"/>
              </a:lnSpc>
              <a:spcBef>
                <a:spcPts val="0"/>
              </a:spcBef>
              <a:spcAft>
                <a:spcPts val="0"/>
              </a:spcAft>
              <a:buClrTx/>
              <a:buSzPct val="100000"/>
              <a:buFontTx/>
              <a:buChar char="–"/>
              <a:tabLst/>
              <a:defRPr sz="2800" b="0" i="0" u="none" strike="noStrike" cap="none" spc="0" baseline="0">
                <a:solidFill>
                  <a:schemeClr val="tx1"/>
                </a:solidFill>
                <a:uFillTx/>
                <a:latin typeface="+mj-lt"/>
                <a:ea typeface="+mj-ea"/>
                <a:cs typeface="+mj-cs"/>
                <a:sym typeface="IBM Plex Sans Light"/>
              </a:defRPr>
            </a:lvl4pPr>
            <a:lvl5pPr marL="1076298" marR="0" indent="-446749" algn="l" defTabSz="2438400" rtl="0" latinLnBrk="0">
              <a:lnSpc>
                <a:spcPct val="110000"/>
              </a:lnSpc>
              <a:spcBef>
                <a:spcPts val="0"/>
              </a:spcBef>
              <a:spcAft>
                <a:spcPts val="0"/>
              </a:spcAft>
              <a:buClrTx/>
              <a:buSzPct val="100000"/>
              <a:buFontTx/>
              <a:buChar char="»"/>
              <a:tabLst/>
              <a:defRPr sz="2800" b="0" i="0" u="none" strike="noStrike" cap="none" spc="0" baseline="0">
                <a:solidFill>
                  <a:schemeClr val="tx1"/>
                </a:solidFill>
                <a:uFillTx/>
                <a:latin typeface="+mj-lt"/>
                <a:ea typeface="+mj-ea"/>
                <a:cs typeface="+mj-cs"/>
                <a:sym typeface="IBM Plex Sans Light"/>
              </a:defRPr>
            </a:lvl5pPr>
            <a:lvl6pPr marL="1843060"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pPr algn="r"/>
            <a:r>
              <a:rPr lang="en-US" sz="2400" kern="0" dirty="0"/>
              <a:t>→</a:t>
            </a:r>
          </a:p>
        </p:txBody>
      </p:sp>
      <p:sp>
        <p:nvSpPr>
          <p:cNvPr id="5" name="Text Placeholder 4">
            <a:extLst>
              <a:ext uri="{FF2B5EF4-FFF2-40B4-BE49-F238E27FC236}">
                <a16:creationId xmlns:a16="http://schemas.microsoft.com/office/drawing/2014/main" id="{AF4D4D58-58A1-58F0-31E7-3F69652A10D4}"/>
              </a:ext>
            </a:extLst>
          </p:cNvPr>
          <p:cNvSpPr>
            <a:spLocks noGrp="1"/>
          </p:cNvSpPr>
          <p:nvPr>
            <p:ph type="body" sz="quarter" idx="12"/>
          </p:nvPr>
        </p:nvSpPr>
        <p:spPr/>
        <p:txBody>
          <a:bodyPr/>
          <a:lstStyle/>
          <a:p>
            <a:r>
              <a:rPr lang="en-US" sz="2400" dirty="0"/>
              <a:t>Services</a:t>
            </a:r>
          </a:p>
          <a:p>
            <a:endParaRPr lang="en-US" sz="2400" dirty="0"/>
          </a:p>
          <a:p>
            <a:pPr marL="256032" lvl="1" indent="-256032"/>
            <a:r>
              <a:rPr lang="en-US" sz="2400" dirty="0"/>
              <a:t>Infrastructure modernization advisory</a:t>
            </a:r>
          </a:p>
          <a:p>
            <a:pPr marL="256032" lvl="1" indent="-256032"/>
            <a:r>
              <a:rPr lang="en-US" sz="2400" dirty="0"/>
              <a:t>Cloud foundation, automation</a:t>
            </a:r>
          </a:p>
          <a:p>
            <a:pPr marL="256032" lvl="1" indent="-256032"/>
            <a:r>
              <a:rPr lang="en-US" sz="2400" dirty="0"/>
              <a:t>Migration rehost, replatform, refactor</a:t>
            </a:r>
          </a:p>
          <a:p>
            <a:pPr marL="256032" lvl="1" indent="-256032"/>
            <a:r>
              <a:rPr lang="en-US" sz="2400" dirty="0"/>
              <a:t>DevOps transformation </a:t>
            </a:r>
          </a:p>
          <a:p>
            <a:pPr marL="256032" lvl="1" indent="-256032"/>
            <a:r>
              <a:rPr lang="en-US" sz="2400" dirty="0"/>
              <a:t>Security foundation </a:t>
            </a:r>
          </a:p>
          <a:p>
            <a:pPr lvl="1"/>
            <a:endParaRPr lang="en-US" sz="2400" dirty="0"/>
          </a:p>
          <a:p>
            <a:endParaRPr lang="en-US" sz="2400" dirty="0"/>
          </a:p>
        </p:txBody>
      </p:sp>
      <p:sp>
        <p:nvSpPr>
          <p:cNvPr id="6" name="Text Placeholder 5">
            <a:extLst>
              <a:ext uri="{FF2B5EF4-FFF2-40B4-BE49-F238E27FC236}">
                <a16:creationId xmlns:a16="http://schemas.microsoft.com/office/drawing/2014/main" id="{B463072F-EEBD-D8A9-3F15-23041C657C87}"/>
              </a:ext>
            </a:extLst>
          </p:cNvPr>
          <p:cNvSpPr>
            <a:spLocks noGrp="1"/>
          </p:cNvSpPr>
          <p:nvPr>
            <p:ph type="body" sz="quarter" idx="13"/>
          </p:nvPr>
        </p:nvSpPr>
        <p:spPr/>
        <p:txBody>
          <a:bodyPr/>
          <a:lstStyle/>
          <a:p>
            <a:r>
              <a:rPr lang="en-US" sz="2400" dirty="0"/>
              <a:t>Challenges </a:t>
            </a:r>
          </a:p>
          <a:p>
            <a:endParaRPr lang="en-US" sz="2400" dirty="0"/>
          </a:p>
          <a:p>
            <a:pPr marL="256032" lvl="1" indent="-256032"/>
            <a:r>
              <a:rPr lang="en-US" sz="2400" dirty="0"/>
              <a:t>Modernize and transform the existing environment through automation and accelerate the institution’s move to the cloud.</a:t>
            </a:r>
          </a:p>
          <a:p>
            <a:pPr marL="256032" lvl="1" indent="-256032"/>
            <a:r>
              <a:rPr lang="en-US" sz="2400" dirty="0"/>
              <a:t>Improve efficiency in managing critical infrastructure and increase speed to market for new initiatives.</a:t>
            </a:r>
          </a:p>
          <a:p>
            <a:pPr marL="256032" lvl="1" indent="-256032"/>
            <a:r>
              <a:rPr lang="en-US" sz="2400" dirty="0"/>
              <a:t>Extend the infrastructure, security and monitoring capabilities to Azure.</a:t>
            </a:r>
          </a:p>
          <a:p>
            <a:endParaRPr lang="en-US" sz="2400" dirty="0"/>
          </a:p>
        </p:txBody>
      </p:sp>
      <p:sp>
        <p:nvSpPr>
          <p:cNvPr id="11" name="Text Placeholder 10">
            <a:extLst>
              <a:ext uri="{FF2B5EF4-FFF2-40B4-BE49-F238E27FC236}">
                <a16:creationId xmlns:a16="http://schemas.microsoft.com/office/drawing/2014/main" id="{DA287A25-9941-86CA-3271-4ECD9E774E57}"/>
              </a:ext>
            </a:extLst>
          </p:cNvPr>
          <p:cNvSpPr>
            <a:spLocks noGrp="1"/>
          </p:cNvSpPr>
          <p:nvPr>
            <p:ph type="body" sz="quarter" idx="14"/>
          </p:nvPr>
        </p:nvSpPr>
        <p:spPr/>
        <p:txBody>
          <a:bodyPr/>
          <a:lstStyle/>
          <a:p>
            <a:r>
              <a:rPr lang="en-US" sz="2400" dirty="0"/>
              <a:t>Added value</a:t>
            </a:r>
          </a:p>
          <a:p>
            <a:endParaRPr lang="en-US" sz="2400" dirty="0"/>
          </a:p>
          <a:p>
            <a:pPr marL="256032" lvl="1" indent="-256032"/>
            <a:r>
              <a:rPr lang="en-US" sz="2400" dirty="0"/>
              <a:t>Provided capability that can be used for Azure, on premise or future cloud offerings​</a:t>
            </a:r>
          </a:p>
          <a:p>
            <a:pPr marL="256032" lvl="1" indent="-256032"/>
            <a:r>
              <a:rPr lang="en-US" sz="2400" dirty="0"/>
              <a:t>Enhanced the security posture significantly by eliminating configuration drift​</a:t>
            </a:r>
          </a:p>
          <a:p>
            <a:pPr marL="256032" lvl="1" indent="-256032"/>
            <a:r>
              <a:rPr lang="en-US" sz="2400" dirty="0"/>
              <a:t>Supported end-of-life migrations and retrofit for other Windows and Red Hat Enterprise Linux environments</a:t>
            </a:r>
          </a:p>
          <a:p>
            <a:endParaRPr lang="en-US" sz="2400" dirty="0"/>
          </a:p>
        </p:txBody>
      </p:sp>
      <p:sp>
        <p:nvSpPr>
          <p:cNvPr id="9" name="Footer Placeholder 8">
            <a:extLst>
              <a:ext uri="{FF2B5EF4-FFF2-40B4-BE49-F238E27FC236}">
                <a16:creationId xmlns:a16="http://schemas.microsoft.com/office/drawing/2014/main" id="{3344CCF4-12E1-5A57-3C8E-91B323C17BC9}"/>
              </a:ext>
            </a:extLst>
          </p:cNvPr>
          <p:cNvSpPr>
            <a:spLocks noGrp="1"/>
          </p:cNvSpPr>
          <p:nvPr>
            <p:ph type="ftr" sz="quarter" idx="15"/>
          </p:nvPr>
        </p:nvSpPr>
        <p:spPr>
          <a:xfrm>
            <a:off x="568324" y="12804235"/>
            <a:ext cx="4956176" cy="381000"/>
          </a:xfrm>
          <a:prstGeom prst="rect">
            <a:avLst/>
          </a:prstGeom>
        </p:spPr>
        <p:txBody>
          <a:bodyPr vert="horz" lIns="0" tIns="0" rIns="0" bIns="0" rtlCol="0" anchor="b"/>
          <a:lstStyle>
            <a:defPPr>
              <a:defRPr lang="en-US"/>
            </a:defPPr>
            <a:lvl1pPr marL="0" algn="l" defTabSz="1829379" rtl="0" eaLnBrk="1" latinLnBrk="0" hangingPunct="1">
              <a:defRPr sz="1600" b="0" i="0" kern="1200">
                <a:solidFill>
                  <a:schemeClr val="tx1"/>
                </a:solidFill>
                <a:latin typeface="IBM Plex Sans" panose="020B0503050203000203" pitchFamily="34" charset="0"/>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r>
              <a:rPr lang="en-US" dirty="0"/>
              <a:t>Footer</a:t>
            </a:r>
          </a:p>
        </p:txBody>
      </p:sp>
      <p:grpSp>
        <p:nvGrpSpPr>
          <p:cNvPr id="10" name="Group 9">
            <a:extLst>
              <a:ext uri="{FF2B5EF4-FFF2-40B4-BE49-F238E27FC236}">
                <a16:creationId xmlns:a16="http://schemas.microsoft.com/office/drawing/2014/main" id="{AE592E98-3780-DBCF-C1CD-9EAC1ED732D7}"/>
              </a:ext>
            </a:extLst>
          </p:cNvPr>
          <p:cNvGrpSpPr/>
          <p:nvPr/>
        </p:nvGrpSpPr>
        <p:grpSpPr>
          <a:xfrm>
            <a:off x="6096000" y="6095999"/>
            <a:ext cx="12192000" cy="6099175"/>
            <a:chOff x="6096000" y="6096000"/>
            <a:chExt cx="12192000" cy="5893680"/>
          </a:xfrm>
        </p:grpSpPr>
        <p:cxnSp>
          <p:nvCxnSpPr>
            <p:cNvPr id="16" name="Straight Connector 15" descr="Vertical column divider line">
              <a:extLst>
                <a:ext uri="{FF2B5EF4-FFF2-40B4-BE49-F238E27FC236}">
                  <a16:creationId xmlns:a16="http://schemas.microsoft.com/office/drawing/2014/main" id="{40A3B998-D0BD-F084-CD3E-07108BFE77B9}"/>
                </a:ext>
              </a:extLst>
            </p:cNvPr>
            <p:cNvCxnSpPr>
              <a:cxnSpLocks/>
            </p:cNvCxnSpPr>
            <p:nvPr/>
          </p:nvCxnSpPr>
          <p:spPr bwMode="auto">
            <a:xfrm>
              <a:off x="6096000" y="6096000"/>
              <a:ext cx="0" cy="5870448"/>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7" name="Straight Connector 16" descr="Vertical column divider line">
              <a:extLst>
                <a:ext uri="{FF2B5EF4-FFF2-40B4-BE49-F238E27FC236}">
                  <a16:creationId xmlns:a16="http://schemas.microsoft.com/office/drawing/2014/main" id="{43B2BC1E-6EAF-87D9-46A9-5B2214242820}"/>
                </a:ext>
              </a:extLst>
            </p:cNvPr>
            <p:cNvCxnSpPr>
              <a:cxnSpLocks/>
            </p:cNvCxnSpPr>
            <p:nvPr/>
          </p:nvCxnSpPr>
          <p:spPr bwMode="auto">
            <a:xfrm>
              <a:off x="12188952" y="6099048"/>
              <a:ext cx="0" cy="589063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8" name="Straight Connector 17" descr="Vertical column divider line">
              <a:extLst>
                <a:ext uri="{FF2B5EF4-FFF2-40B4-BE49-F238E27FC236}">
                  <a16:creationId xmlns:a16="http://schemas.microsoft.com/office/drawing/2014/main" id="{F8535B9F-AF5A-93C7-9EF8-A63D6BEB25FB}"/>
                </a:ext>
              </a:extLst>
            </p:cNvPr>
            <p:cNvCxnSpPr>
              <a:cxnSpLocks/>
            </p:cNvCxnSpPr>
            <p:nvPr/>
          </p:nvCxnSpPr>
          <p:spPr bwMode="auto">
            <a:xfrm>
              <a:off x="18288000" y="6096000"/>
              <a:ext cx="0" cy="5868329"/>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grpSp>
      <p:sp>
        <p:nvSpPr>
          <p:cNvPr id="20" name="Slide Number Placeholder 19">
            <a:extLst>
              <a:ext uri="{FF2B5EF4-FFF2-40B4-BE49-F238E27FC236}">
                <a16:creationId xmlns:a16="http://schemas.microsoft.com/office/drawing/2014/main" id="{5453C80D-9DE9-EABA-21B9-C91C29898BE8}"/>
              </a:ext>
            </a:extLst>
          </p:cNvPr>
          <p:cNvSpPr>
            <a:spLocks noGrp="1"/>
          </p:cNvSpPr>
          <p:nvPr>
            <p:ph type="sldNum" sz="quarter" idx="4"/>
          </p:nvPr>
        </p:nvSpPr>
        <p:spPr/>
        <p:txBody>
          <a:bodyPr/>
          <a:lstStyle/>
          <a:p>
            <a:fld id="{86CB4B4D-7CA3-9044-876B-883B54F8677D}" type="slidenum">
              <a:rPr lang="en-US" smtClean="0"/>
              <a:pPr/>
              <a:t>83</a:t>
            </a:fld>
            <a:endParaRPr lang="en-US" dirty="0"/>
          </a:p>
        </p:txBody>
      </p:sp>
    </p:spTree>
    <p:extLst>
      <p:ext uri="{BB962C8B-B14F-4D97-AF65-F5344CB8AC3E}">
        <p14:creationId xmlns:p14="http://schemas.microsoft.com/office/powerpoint/2010/main" val="632083879"/>
      </p:ext>
    </p:extLst>
  </p:cSld>
  <p:clrMapOvr>
    <a:masterClrMapping/>
  </p:clrMapOvr>
  <p:transition spd="med"/>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Title 1">
            <a:extLst>
              <a:ext uri="{FF2B5EF4-FFF2-40B4-BE49-F238E27FC236}">
                <a16:creationId xmlns:a16="http://schemas.microsoft.com/office/drawing/2014/main" id="{1D938E70-E2ED-82AC-0E0B-A25A34179582}"/>
              </a:ext>
            </a:extLst>
          </p:cNvPr>
          <p:cNvSpPr>
            <a:spLocks noGrp="1"/>
          </p:cNvSpPr>
          <p:nvPr>
            <p:ph type="title"/>
          </p:nvPr>
        </p:nvSpPr>
        <p:spPr>
          <a:xfrm>
            <a:off x="576072" y="576072"/>
            <a:ext cx="8569325" cy="1158680"/>
          </a:xfrm>
        </p:spPr>
        <p:txBody>
          <a:bodyPr/>
          <a:lstStyle/>
          <a:p>
            <a:pPr>
              <a:lnSpc>
                <a:spcPct val="110000"/>
              </a:lnSpc>
            </a:pPr>
            <a:r>
              <a:rPr lang="en-US" sz="2800" dirty="0"/>
              <a:t>Collaborate with ecosystems and supply chains</a:t>
            </a:r>
            <a:br>
              <a:rPr lang="en-US" sz="2800" dirty="0"/>
            </a:br>
            <a:endParaRPr lang="en-US" sz="2800" dirty="0"/>
          </a:p>
        </p:txBody>
      </p:sp>
      <p:sp>
        <p:nvSpPr>
          <p:cNvPr id="29" name="Text Placeholder 4">
            <a:extLst>
              <a:ext uri="{FF2B5EF4-FFF2-40B4-BE49-F238E27FC236}">
                <a16:creationId xmlns:a16="http://schemas.microsoft.com/office/drawing/2014/main" id="{567FB788-A187-CEF9-AEF1-A82621B89F69}"/>
              </a:ext>
            </a:extLst>
          </p:cNvPr>
          <p:cNvSpPr>
            <a:spLocks noGrp="1"/>
          </p:cNvSpPr>
          <p:nvPr>
            <p:ph type="body" sz="quarter" idx="11"/>
          </p:nvPr>
        </p:nvSpPr>
        <p:spPr>
          <a:xfrm>
            <a:off x="574676" y="1519200"/>
            <a:ext cx="10659382" cy="2632786"/>
          </a:xfrm>
        </p:spPr>
        <p:txBody>
          <a:bodyPr/>
          <a:lstStyle/>
          <a:p>
            <a:r>
              <a:rPr lang="en-US" sz="4400" dirty="0"/>
              <a:t>Leaders are willing to change who they work with. Change suppliers and vendors based on their sustainability profile</a:t>
            </a:r>
            <a:r>
              <a:rPr lang="en-US" sz="4400" dirty="0">
                <a:solidFill>
                  <a:schemeClr val="accent1"/>
                </a:solidFill>
              </a:rPr>
              <a:t>.</a:t>
            </a:r>
            <a:endParaRPr lang="en-US" sz="4400" dirty="0"/>
          </a:p>
        </p:txBody>
      </p:sp>
      <p:cxnSp>
        <p:nvCxnSpPr>
          <p:cNvPr id="35" name="Straight Connector 34" descr="Horizontal row divider">
            <a:extLst>
              <a:ext uri="{FF2B5EF4-FFF2-40B4-BE49-F238E27FC236}">
                <a16:creationId xmlns:a16="http://schemas.microsoft.com/office/drawing/2014/main" id="{BD712E7B-BAD0-676E-CC49-87CF58BB7DF6}"/>
              </a:ext>
            </a:extLst>
          </p:cNvPr>
          <p:cNvCxnSpPr/>
          <p:nvPr/>
        </p:nvCxnSpPr>
        <p:spPr bwMode="auto">
          <a:xfrm>
            <a:off x="568325" y="6096000"/>
            <a:ext cx="23244175"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33" name="Title 1">
            <a:extLst>
              <a:ext uri="{FF2B5EF4-FFF2-40B4-BE49-F238E27FC236}">
                <a16:creationId xmlns:a16="http://schemas.microsoft.com/office/drawing/2014/main" id="{3494A29C-B181-D2C4-18F7-F118448D0422}"/>
              </a:ext>
            </a:extLst>
          </p:cNvPr>
          <p:cNvSpPr txBox="1">
            <a:spLocks/>
          </p:cNvSpPr>
          <p:nvPr/>
        </p:nvSpPr>
        <p:spPr>
          <a:xfrm>
            <a:off x="576072" y="6473952"/>
            <a:ext cx="5216525" cy="6621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lvl1pPr marL="0" marR="0" indent="0" algn="l" defTabSz="2438400" rtl="0" latinLnBrk="0">
              <a:lnSpc>
                <a:spcPct val="110000"/>
              </a:lnSpc>
              <a:spcBef>
                <a:spcPts val="0"/>
              </a:spcBef>
              <a:spcAft>
                <a:spcPts val="0"/>
              </a:spcAft>
              <a:buClrTx/>
              <a:buSzTx/>
              <a:buFontTx/>
              <a:buNone/>
              <a:tabLst/>
              <a:defRPr sz="2800" b="0" i="0" u="none" strike="noStrike" cap="none" spc="0" baseline="0">
                <a:solidFill>
                  <a:schemeClr val="tx1"/>
                </a:solidFill>
                <a:uFillTx/>
                <a:latin typeface="+mj-lt"/>
                <a:ea typeface="+mj-ea"/>
                <a:cs typeface="+mj-cs"/>
                <a:sym typeface="IBM Plex Sans Light"/>
              </a:defRPr>
            </a:lvl1pPr>
            <a:lvl2pPr marL="0" marR="0" indent="0"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2pPr>
            <a:lvl3pPr marL="0" marR="0" indent="0"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3pPr>
            <a:lvl4pPr marL="0" marR="0" indent="0"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4pPr>
            <a:lvl5pPr marL="0" marR="0" indent="0"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5pPr>
            <a:lvl6pPr marL="0" marR="0" indent="362568"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6pPr>
            <a:lvl7pPr marL="0" marR="0" indent="725139"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7pPr>
            <a:lvl8pPr marL="0" marR="0" indent="1087706"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8pPr>
            <a:lvl9pPr marL="0" marR="0" indent="1450276"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9pPr>
          </a:lstStyle>
          <a:p>
            <a:r>
              <a:rPr lang="en-US" kern="0" dirty="0"/>
              <a:t>Transformation </a:t>
            </a:r>
          </a:p>
          <a:p>
            <a:r>
              <a:rPr lang="en-US" kern="0" dirty="0"/>
              <a:t>trailblazers</a:t>
            </a:r>
          </a:p>
          <a:p>
            <a:endParaRPr lang="en-US" kern="0" dirty="0"/>
          </a:p>
        </p:txBody>
      </p:sp>
      <p:grpSp>
        <p:nvGrpSpPr>
          <p:cNvPr id="2" name="Group 1" descr="Graphic showing circular gauge with percentage of the whole indicated in blue 60 ">
            <a:extLst>
              <a:ext uri="{FF2B5EF4-FFF2-40B4-BE49-F238E27FC236}">
                <a16:creationId xmlns:a16="http://schemas.microsoft.com/office/drawing/2014/main" id="{D48F1EAF-B0A8-1D88-B758-1D4122451741}"/>
              </a:ext>
            </a:extLst>
          </p:cNvPr>
          <p:cNvGrpSpPr/>
          <p:nvPr/>
        </p:nvGrpSpPr>
        <p:grpSpPr>
          <a:xfrm>
            <a:off x="41956" y="6104694"/>
            <a:ext cx="6054044" cy="5804278"/>
            <a:chOff x="41956" y="6104694"/>
            <a:chExt cx="6054044" cy="5804278"/>
          </a:xfrm>
        </p:grpSpPr>
        <p:sp>
          <p:nvSpPr>
            <p:cNvPr id="12" name="Title 1">
              <a:extLst>
                <a:ext uri="{FF2B5EF4-FFF2-40B4-BE49-F238E27FC236}">
                  <a16:creationId xmlns:a16="http://schemas.microsoft.com/office/drawing/2014/main" id="{74E12C76-1AC1-8BA9-7019-7E0693699806}"/>
                </a:ext>
              </a:extLst>
            </p:cNvPr>
            <p:cNvSpPr txBox="1">
              <a:spLocks/>
            </p:cNvSpPr>
            <p:nvPr/>
          </p:nvSpPr>
          <p:spPr>
            <a:xfrm>
              <a:off x="1801311" y="9372600"/>
              <a:ext cx="2618290" cy="6621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lvl1pPr marL="0" marR="0" indent="0" algn="l" defTabSz="2438400" rtl="0" latinLnBrk="0">
                <a:lnSpc>
                  <a:spcPct val="110000"/>
                </a:lnSpc>
                <a:spcBef>
                  <a:spcPts val="0"/>
                </a:spcBef>
                <a:spcAft>
                  <a:spcPts val="0"/>
                </a:spcAft>
                <a:buClrTx/>
                <a:buSzTx/>
                <a:buFontTx/>
                <a:buNone/>
                <a:tabLst/>
                <a:defRPr sz="2800" b="0" i="0" u="none" strike="noStrike" cap="none" spc="0" baseline="0">
                  <a:solidFill>
                    <a:schemeClr val="tx1"/>
                  </a:solidFill>
                  <a:uFillTx/>
                  <a:latin typeface="+mj-lt"/>
                  <a:ea typeface="+mj-ea"/>
                  <a:cs typeface="+mj-cs"/>
                  <a:sym typeface="IBM Plex Sans Light"/>
                </a:defRPr>
              </a:lvl1pPr>
              <a:lvl2pPr marL="0" marR="0" indent="0"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2pPr>
              <a:lvl3pPr marL="0" marR="0" indent="0"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3pPr>
              <a:lvl4pPr marL="0" marR="0" indent="0"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4pPr>
              <a:lvl5pPr marL="0" marR="0" indent="0"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5pPr>
              <a:lvl6pPr marL="0" marR="0" indent="362568"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6pPr>
              <a:lvl7pPr marL="0" marR="0" indent="725139"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7pPr>
              <a:lvl8pPr marL="0" marR="0" indent="1087706"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8pPr>
              <a:lvl9pPr marL="0" marR="0" indent="1450276"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9pPr>
            </a:lstStyle>
            <a:p>
              <a:pPr algn="ctr"/>
              <a:r>
                <a:rPr lang="en-US" sz="4400" kern="0" dirty="0">
                  <a:solidFill>
                    <a:schemeClr val="accent1"/>
                  </a:solidFill>
                </a:rPr>
                <a:t>37%</a:t>
              </a:r>
            </a:p>
          </p:txBody>
        </p:sp>
        <p:graphicFrame>
          <p:nvGraphicFramePr>
            <p:cNvPr id="11" name="Chart 10">
              <a:extLst>
                <a:ext uri="{FF2B5EF4-FFF2-40B4-BE49-F238E27FC236}">
                  <a16:creationId xmlns:a16="http://schemas.microsoft.com/office/drawing/2014/main" id="{4E48D185-2C41-CAEC-C5BB-A30CA866D77C}"/>
                </a:ext>
              </a:extLst>
            </p:cNvPr>
            <p:cNvGraphicFramePr/>
            <p:nvPr/>
          </p:nvGraphicFramePr>
          <p:xfrm>
            <a:off x="41956" y="6104694"/>
            <a:ext cx="6054044" cy="5804278"/>
          </p:xfrm>
          <a:graphic>
            <a:graphicData uri="http://schemas.openxmlformats.org/drawingml/2006/chart">
              <c:chart xmlns:c="http://schemas.openxmlformats.org/drawingml/2006/chart" xmlns:r="http://schemas.openxmlformats.org/officeDocument/2006/relationships" r:id="rId3"/>
            </a:graphicData>
          </a:graphic>
        </p:graphicFrame>
      </p:grpSp>
      <p:sp>
        <p:nvSpPr>
          <p:cNvPr id="34" name="Title 1">
            <a:extLst>
              <a:ext uri="{FF2B5EF4-FFF2-40B4-BE49-F238E27FC236}">
                <a16:creationId xmlns:a16="http://schemas.microsoft.com/office/drawing/2014/main" id="{E36106F9-0B2B-99BD-3BD9-FBD3B36B72BF}"/>
              </a:ext>
            </a:extLst>
          </p:cNvPr>
          <p:cNvSpPr txBox="1">
            <a:spLocks/>
          </p:cNvSpPr>
          <p:nvPr/>
        </p:nvSpPr>
        <p:spPr>
          <a:xfrm>
            <a:off x="6686550" y="6477000"/>
            <a:ext cx="5216525" cy="6621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lvl1pPr marL="0" marR="0" indent="0" algn="l" defTabSz="2438400" rtl="0" latinLnBrk="0">
              <a:lnSpc>
                <a:spcPct val="110000"/>
              </a:lnSpc>
              <a:spcBef>
                <a:spcPts val="0"/>
              </a:spcBef>
              <a:spcAft>
                <a:spcPts val="0"/>
              </a:spcAft>
              <a:buClrTx/>
              <a:buSzTx/>
              <a:buFontTx/>
              <a:buNone/>
              <a:tabLst/>
              <a:defRPr sz="2800" b="0" i="0" u="none" strike="noStrike" cap="none" spc="0" baseline="0">
                <a:solidFill>
                  <a:schemeClr val="tx1"/>
                </a:solidFill>
                <a:uFillTx/>
                <a:latin typeface="+mj-lt"/>
                <a:ea typeface="+mj-ea"/>
                <a:cs typeface="+mj-cs"/>
                <a:sym typeface="IBM Plex Sans Light"/>
              </a:defRPr>
            </a:lvl1pPr>
            <a:lvl2pPr marL="0" marR="0" indent="0"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2pPr>
            <a:lvl3pPr marL="0" marR="0" indent="0"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3pPr>
            <a:lvl4pPr marL="0" marR="0" indent="0"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4pPr>
            <a:lvl5pPr marL="0" marR="0" indent="0"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5pPr>
            <a:lvl6pPr marL="0" marR="0" indent="362568"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6pPr>
            <a:lvl7pPr marL="0" marR="0" indent="725139"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7pPr>
            <a:lvl8pPr marL="0" marR="0" indent="1087706"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8pPr>
            <a:lvl9pPr marL="0" marR="0" indent="1450276"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9pPr>
          </a:lstStyle>
          <a:p>
            <a:r>
              <a:rPr lang="en-US" kern="0" dirty="0"/>
              <a:t>Sustainability </a:t>
            </a:r>
          </a:p>
          <a:p>
            <a:r>
              <a:rPr lang="en-US" kern="0" dirty="0"/>
              <a:t>strivers</a:t>
            </a:r>
          </a:p>
        </p:txBody>
      </p:sp>
      <p:grpSp>
        <p:nvGrpSpPr>
          <p:cNvPr id="3" name="Group 2" descr="Graphic showing circular gauge with percentage of the whole indicated in blue 60 ">
            <a:extLst>
              <a:ext uri="{FF2B5EF4-FFF2-40B4-BE49-F238E27FC236}">
                <a16:creationId xmlns:a16="http://schemas.microsoft.com/office/drawing/2014/main" id="{C922F8D6-3F87-AE3E-55FD-51BE86FC876F}"/>
              </a:ext>
            </a:extLst>
          </p:cNvPr>
          <p:cNvGrpSpPr/>
          <p:nvPr/>
        </p:nvGrpSpPr>
        <p:grpSpPr>
          <a:xfrm>
            <a:off x="6137956" y="6104694"/>
            <a:ext cx="6054044" cy="5804278"/>
            <a:chOff x="6137956" y="6104694"/>
            <a:chExt cx="6054044" cy="5804278"/>
          </a:xfrm>
        </p:grpSpPr>
        <p:sp>
          <p:nvSpPr>
            <p:cNvPr id="13" name="Title 1">
              <a:extLst>
                <a:ext uri="{FF2B5EF4-FFF2-40B4-BE49-F238E27FC236}">
                  <a16:creationId xmlns:a16="http://schemas.microsoft.com/office/drawing/2014/main" id="{AB17FDDE-C76D-1B1F-023A-F671CF160589}"/>
                </a:ext>
              </a:extLst>
            </p:cNvPr>
            <p:cNvSpPr txBox="1">
              <a:spLocks/>
            </p:cNvSpPr>
            <p:nvPr/>
          </p:nvSpPr>
          <p:spPr>
            <a:xfrm>
              <a:off x="7875539" y="9372600"/>
              <a:ext cx="2618290" cy="6621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lvl1pPr marL="0" marR="0" indent="0" algn="l" defTabSz="2438400" rtl="0" latinLnBrk="0">
                <a:lnSpc>
                  <a:spcPct val="110000"/>
                </a:lnSpc>
                <a:spcBef>
                  <a:spcPts val="0"/>
                </a:spcBef>
                <a:spcAft>
                  <a:spcPts val="0"/>
                </a:spcAft>
                <a:buClrTx/>
                <a:buSzTx/>
                <a:buFontTx/>
                <a:buNone/>
                <a:tabLst/>
                <a:defRPr sz="2800" b="0" i="0" u="none" strike="noStrike" cap="none" spc="0" baseline="0">
                  <a:solidFill>
                    <a:schemeClr val="tx1"/>
                  </a:solidFill>
                  <a:uFillTx/>
                  <a:latin typeface="+mj-lt"/>
                  <a:ea typeface="+mj-ea"/>
                  <a:cs typeface="+mj-cs"/>
                  <a:sym typeface="IBM Plex Sans Light"/>
                </a:defRPr>
              </a:lvl1pPr>
              <a:lvl2pPr marL="0" marR="0" indent="0"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2pPr>
              <a:lvl3pPr marL="0" marR="0" indent="0"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3pPr>
              <a:lvl4pPr marL="0" marR="0" indent="0"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4pPr>
              <a:lvl5pPr marL="0" marR="0" indent="0"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5pPr>
              <a:lvl6pPr marL="0" marR="0" indent="362568"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6pPr>
              <a:lvl7pPr marL="0" marR="0" indent="725139"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7pPr>
              <a:lvl8pPr marL="0" marR="0" indent="1087706"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8pPr>
              <a:lvl9pPr marL="0" marR="0" indent="1450276"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9pPr>
            </a:lstStyle>
            <a:p>
              <a:pPr algn="ctr"/>
              <a:r>
                <a:rPr lang="en-US" sz="4400" kern="0" dirty="0">
                  <a:solidFill>
                    <a:schemeClr val="accent1"/>
                  </a:solidFill>
                </a:rPr>
                <a:t>29%</a:t>
              </a:r>
            </a:p>
          </p:txBody>
        </p:sp>
        <p:graphicFrame>
          <p:nvGraphicFramePr>
            <p:cNvPr id="10" name="Chart 9">
              <a:extLst>
                <a:ext uri="{FF2B5EF4-FFF2-40B4-BE49-F238E27FC236}">
                  <a16:creationId xmlns:a16="http://schemas.microsoft.com/office/drawing/2014/main" id="{8A2F546B-B684-704A-C467-C706B2A7EBC8}"/>
                </a:ext>
              </a:extLst>
            </p:cNvPr>
            <p:cNvGraphicFramePr/>
            <p:nvPr/>
          </p:nvGraphicFramePr>
          <p:xfrm>
            <a:off x="6137956" y="6104694"/>
            <a:ext cx="6054044" cy="5804278"/>
          </p:xfrm>
          <a:graphic>
            <a:graphicData uri="http://schemas.openxmlformats.org/drawingml/2006/chart">
              <c:chart xmlns:c="http://schemas.openxmlformats.org/drawingml/2006/chart" xmlns:r="http://schemas.openxmlformats.org/officeDocument/2006/relationships" r:id="rId4"/>
            </a:graphicData>
          </a:graphic>
        </p:graphicFrame>
      </p:grpSp>
      <p:sp>
        <p:nvSpPr>
          <p:cNvPr id="31" name="Text Placeholder 2">
            <a:extLst>
              <a:ext uri="{FF2B5EF4-FFF2-40B4-BE49-F238E27FC236}">
                <a16:creationId xmlns:a16="http://schemas.microsoft.com/office/drawing/2014/main" id="{B47C031A-D051-83C5-D9AC-12A68345E414}"/>
              </a:ext>
            </a:extLst>
          </p:cNvPr>
          <p:cNvSpPr>
            <a:spLocks noGrp="1"/>
          </p:cNvSpPr>
          <p:nvPr>
            <p:ph type="body" sz="quarter" idx="13"/>
          </p:nvPr>
        </p:nvSpPr>
        <p:spPr>
          <a:xfrm>
            <a:off x="12766675" y="6477000"/>
            <a:ext cx="4949825" cy="761999"/>
          </a:xfrm>
        </p:spPr>
        <p:txBody>
          <a:bodyPr/>
          <a:lstStyle/>
          <a:p>
            <a:r>
              <a:rPr lang="en-US" dirty="0"/>
              <a:t>Execution </a:t>
            </a:r>
          </a:p>
          <a:p>
            <a:r>
              <a:rPr lang="en-US" dirty="0"/>
              <a:t>stragglers</a:t>
            </a:r>
          </a:p>
        </p:txBody>
      </p:sp>
      <p:grpSp>
        <p:nvGrpSpPr>
          <p:cNvPr id="4" name="Group 3" descr="Graphic showing circular gauge with percentage of the whole indicated in blue 60">
            <a:extLst>
              <a:ext uri="{FF2B5EF4-FFF2-40B4-BE49-F238E27FC236}">
                <a16:creationId xmlns:a16="http://schemas.microsoft.com/office/drawing/2014/main" id="{67CE2A73-1495-8EDC-7BE4-F0E633017B45}"/>
              </a:ext>
            </a:extLst>
          </p:cNvPr>
          <p:cNvGrpSpPr/>
          <p:nvPr/>
        </p:nvGrpSpPr>
        <p:grpSpPr>
          <a:xfrm>
            <a:off x="12190413" y="6104694"/>
            <a:ext cx="6054044" cy="5804278"/>
            <a:chOff x="12190413" y="6104694"/>
            <a:chExt cx="6054044" cy="5804278"/>
          </a:xfrm>
        </p:grpSpPr>
        <p:sp>
          <p:nvSpPr>
            <p:cNvPr id="14" name="Title 1">
              <a:extLst>
                <a:ext uri="{FF2B5EF4-FFF2-40B4-BE49-F238E27FC236}">
                  <a16:creationId xmlns:a16="http://schemas.microsoft.com/office/drawing/2014/main" id="{3C2E2A6B-D2B9-E75B-5653-3E944C05F280}"/>
                </a:ext>
              </a:extLst>
            </p:cNvPr>
            <p:cNvSpPr txBox="1">
              <a:spLocks/>
            </p:cNvSpPr>
            <p:nvPr/>
          </p:nvSpPr>
          <p:spPr>
            <a:xfrm>
              <a:off x="13971539" y="9372600"/>
              <a:ext cx="2618290" cy="6621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lvl1pPr marL="0" marR="0" indent="0" algn="l" defTabSz="2438400" rtl="0" latinLnBrk="0">
                <a:lnSpc>
                  <a:spcPct val="110000"/>
                </a:lnSpc>
                <a:spcBef>
                  <a:spcPts val="0"/>
                </a:spcBef>
                <a:spcAft>
                  <a:spcPts val="0"/>
                </a:spcAft>
                <a:buClrTx/>
                <a:buSzTx/>
                <a:buFontTx/>
                <a:buNone/>
                <a:tabLst/>
                <a:defRPr sz="2800" b="0" i="0" u="none" strike="noStrike" cap="none" spc="0" baseline="0">
                  <a:solidFill>
                    <a:schemeClr val="tx1"/>
                  </a:solidFill>
                  <a:uFillTx/>
                  <a:latin typeface="+mj-lt"/>
                  <a:ea typeface="+mj-ea"/>
                  <a:cs typeface="+mj-cs"/>
                  <a:sym typeface="IBM Plex Sans Light"/>
                </a:defRPr>
              </a:lvl1pPr>
              <a:lvl2pPr marL="0" marR="0" indent="0"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2pPr>
              <a:lvl3pPr marL="0" marR="0" indent="0"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3pPr>
              <a:lvl4pPr marL="0" marR="0" indent="0"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4pPr>
              <a:lvl5pPr marL="0" marR="0" indent="0"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5pPr>
              <a:lvl6pPr marL="0" marR="0" indent="362568"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6pPr>
              <a:lvl7pPr marL="0" marR="0" indent="725139"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7pPr>
              <a:lvl8pPr marL="0" marR="0" indent="1087706"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8pPr>
              <a:lvl9pPr marL="0" marR="0" indent="1450276"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9pPr>
            </a:lstStyle>
            <a:p>
              <a:pPr algn="ctr"/>
              <a:r>
                <a:rPr lang="en-US" sz="4400" kern="0" dirty="0">
                  <a:solidFill>
                    <a:schemeClr val="accent1"/>
                  </a:solidFill>
                </a:rPr>
                <a:t>28%</a:t>
              </a:r>
            </a:p>
          </p:txBody>
        </p:sp>
        <p:graphicFrame>
          <p:nvGraphicFramePr>
            <p:cNvPr id="7" name="Chart 6">
              <a:extLst>
                <a:ext uri="{FF2B5EF4-FFF2-40B4-BE49-F238E27FC236}">
                  <a16:creationId xmlns:a16="http://schemas.microsoft.com/office/drawing/2014/main" id="{8A12EBBD-EDAA-F54E-3820-E3C2C2B307A8}"/>
                </a:ext>
              </a:extLst>
            </p:cNvPr>
            <p:cNvGraphicFramePr/>
            <p:nvPr/>
          </p:nvGraphicFramePr>
          <p:xfrm>
            <a:off x="12190413" y="6104694"/>
            <a:ext cx="6054044" cy="5804278"/>
          </p:xfrm>
          <a:graphic>
            <a:graphicData uri="http://schemas.openxmlformats.org/drawingml/2006/chart">
              <c:chart xmlns:c="http://schemas.openxmlformats.org/drawingml/2006/chart" xmlns:r="http://schemas.openxmlformats.org/officeDocument/2006/relationships" r:id="rId5"/>
            </a:graphicData>
          </a:graphic>
        </p:graphicFrame>
      </p:grpSp>
      <p:sp>
        <p:nvSpPr>
          <p:cNvPr id="32" name="Text Placeholder 3">
            <a:extLst>
              <a:ext uri="{FF2B5EF4-FFF2-40B4-BE49-F238E27FC236}">
                <a16:creationId xmlns:a16="http://schemas.microsoft.com/office/drawing/2014/main" id="{F1C9245B-04A5-85D0-7290-051F224514A9}"/>
              </a:ext>
            </a:extLst>
          </p:cNvPr>
          <p:cNvSpPr>
            <a:spLocks noGrp="1"/>
          </p:cNvSpPr>
          <p:nvPr>
            <p:ph type="body" sz="quarter" idx="14"/>
          </p:nvPr>
        </p:nvSpPr>
        <p:spPr>
          <a:xfrm>
            <a:off x="18855240" y="6477000"/>
            <a:ext cx="4949825" cy="625928"/>
          </a:xfrm>
        </p:spPr>
        <p:txBody>
          <a:bodyPr/>
          <a:lstStyle/>
          <a:p>
            <a:r>
              <a:rPr lang="en-US" dirty="0"/>
              <a:t>Commitment </a:t>
            </a:r>
          </a:p>
          <a:p>
            <a:r>
              <a:rPr lang="en-US" dirty="0"/>
              <a:t>sideliners</a:t>
            </a:r>
          </a:p>
          <a:p>
            <a:endParaRPr lang="en-RO"/>
          </a:p>
        </p:txBody>
      </p:sp>
      <p:grpSp>
        <p:nvGrpSpPr>
          <p:cNvPr id="5" name="Group 4" descr="Graphic showing circular gauge with percentage of the whole indicated in blue 60">
            <a:extLst>
              <a:ext uri="{FF2B5EF4-FFF2-40B4-BE49-F238E27FC236}">
                <a16:creationId xmlns:a16="http://schemas.microsoft.com/office/drawing/2014/main" id="{EC7A4C64-6FF5-446E-2914-8B867ED8A5B9}"/>
              </a:ext>
            </a:extLst>
          </p:cNvPr>
          <p:cNvGrpSpPr/>
          <p:nvPr/>
        </p:nvGrpSpPr>
        <p:grpSpPr>
          <a:xfrm>
            <a:off x="18286413" y="6104694"/>
            <a:ext cx="6054044" cy="5804278"/>
            <a:chOff x="18286413" y="6104694"/>
            <a:chExt cx="6054044" cy="5804278"/>
          </a:xfrm>
        </p:grpSpPr>
        <p:sp>
          <p:nvSpPr>
            <p:cNvPr id="15" name="Title 1">
              <a:extLst>
                <a:ext uri="{FF2B5EF4-FFF2-40B4-BE49-F238E27FC236}">
                  <a16:creationId xmlns:a16="http://schemas.microsoft.com/office/drawing/2014/main" id="{22B37B63-1B28-3A5D-9693-82AF8EDAB8AD}"/>
                </a:ext>
              </a:extLst>
            </p:cNvPr>
            <p:cNvSpPr txBox="1">
              <a:spLocks/>
            </p:cNvSpPr>
            <p:nvPr/>
          </p:nvSpPr>
          <p:spPr>
            <a:xfrm>
              <a:off x="20067539" y="9372600"/>
              <a:ext cx="2618290" cy="6621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lvl1pPr marL="0" marR="0" indent="0" algn="l" defTabSz="2438400" rtl="0" latinLnBrk="0">
                <a:lnSpc>
                  <a:spcPct val="110000"/>
                </a:lnSpc>
                <a:spcBef>
                  <a:spcPts val="0"/>
                </a:spcBef>
                <a:spcAft>
                  <a:spcPts val="0"/>
                </a:spcAft>
                <a:buClrTx/>
                <a:buSzTx/>
                <a:buFontTx/>
                <a:buNone/>
                <a:tabLst/>
                <a:defRPr sz="2800" b="0" i="0" u="none" strike="noStrike" cap="none" spc="0" baseline="0">
                  <a:solidFill>
                    <a:schemeClr val="tx1"/>
                  </a:solidFill>
                  <a:uFillTx/>
                  <a:latin typeface="+mj-lt"/>
                  <a:ea typeface="+mj-ea"/>
                  <a:cs typeface="+mj-cs"/>
                  <a:sym typeface="IBM Plex Sans Light"/>
                </a:defRPr>
              </a:lvl1pPr>
              <a:lvl2pPr marL="0" marR="0" indent="0"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2pPr>
              <a:lvl3pPr marL="0" marR="0" indent="0"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3pPr>
              <a:lvl4pPr marL="0" marR="0" indent="0"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4pPr>
              <a:lvl5pPr marL="0" marR="0" indent="0"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5pPr>
              <a:lvl6pPr marL="0" marR="0" indent="362568"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6pPr>
              <a:lvl7pPr marL="0" marR="0" indent="725139"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7pPr>
              <a:lvl8pPr marL="0" marR="0" indent="1087706"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8pPr>
              <a:lvl9pPr marL="0" marR="0" indent="1450276"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9pPr>
            </a:lstStyle>
            <a:p>
              <a:pPr algn="ctr"/>
              <a:r>
                <a:rPr lang="en-US" sz="4400" kern="0" dirty="0">
                  <a:solidFill>
                    <a:schemeClr val="accent1"/>
                  </a:solidFill>
                </a:rPr>
                <a:t>26%</a:t>
              </a:r>
            </a:p>
          </p:txBody>
        </p:sp>
        <p:graphicFrame>
          <p:nvGraphicFramePr>
            <p:cNvPr id="19" name="Chart 18">
              <a:extLst>
                <a:ext uri="{FF2B5EF4-FFF2-40B4-BE49-F238E27FC236}">
                  <a16:creationId xmlns:a16="http://schemas.microsoft.com/office/drawing/2014/main" id="{ABDED709-4A36-A656-2921-0292DBCC4FAF}"/>
                </a:ext>
              </a:extLst>
            </p:cNvPr>
            <p:cNvGraphicFramePr/>
            <p:nvPr/>
          </p:nvGraphicFramePr>
          <p:xfrm>
            <a:off x="18286413" y="6104694"/>
            <a:ext cx="6054044" cy="5804278"/>
          </p:xfrm>
          <a:graphic>
            <a:graphicData uri="http://schemas.openxmlformats.org/drawingml/2006/chart">
              <c:chart xmlns:c="http://schemas.openxmlformats.org/drawingml/2006/chart" xmlns:r="http://schemas.openxmlformats.org/officeDocument/2006/relationships" r:id="rId6"/>
            </a:graphicData>
          </a:graphic>
        </p:graphicFrame>
      </p:grpSp>
      <p:sp>
        <p:nvSpPr>
          <p:cNvPr id="30" name="Text Placeholder 32">
            <a:extLst>
              <a:ext uri="{FF2B5EF4-FFF2-40B4-BE49-F238E27FC236}">
                <a16:creationId xmlns:a16="http://schemas.microsoft.com/office/drawing/2014/main" id="{2784EA93-A2D0-6631-36B5-1426070B016F}"/>
              </a:ext>
            </a:extLst>
          </p:cNvPr>
          <p:cNvSpPr>
            <a:spLocks noGrp="1"/>
          </p:cNvSpPr>
          <p:nvPr>
            <p:ph type="body" sz="quarter" idx="12"/>
          </p:nvPr>
        </p:nvSpPr>
        <p:spPr>
          <a:xfrm>
            <a:off x="6670829" y="12478660"/>
            <a:ext cx="7488692" cy="664094"/>
          </a:xfrm>
        </p:spPr>
        <p:txBody>
          <a:bodyPr anchor="b"/>
          <a:lstStyle/>
          <a:p>
            <a:r>
              <a:rPr lang="en-US" sz="1600" dirty="0">
                <a:latin typeface="IBM Plex Sans" panose="020B0503050203000203" pitchFamily="34" charset="0"/>
              </a:rPr>
              <a:t>Source: Q11. What environmental sustainability initiatives has your organization undertaken or will it undertake in its operations—Today and in 3 years? (n=1958)</a:t>
            </a:r>
          </a:p>
        </p:txBody>
      </p:sp>
      <p:sp>
        <p:nvSpPr>
          <p:cNvPr id="9" name="Footer Placeholder 8">
            <a:extLst>
              <a:ext uri="{FF2B5EF4-FFF2-40B4-BE49-F238E27FC236}">
                <a16:creationId xmlns:a16="http://schemas.microsoft.com/office/drawing/2014/main" id="{E2F33E99-2B96-4D03-CBCD-F55336F39E87}"/>
              </a:ext>
            </a:extLst>
          </p:cNvPr>
          <p:cNvSpPr>
            <a:spLocks noGrp="1"/>
          </p:cNvSpPr>
          <p:nvPr>
            <p:ph type="ftr" sz="quarter" idx="15"/>
          </p:nvPr>
        </p:nvSpPr>
        <p:spPr>
          <a:xfrm>
            <a:off x="568324" y="12804235"/>
            <a:ext cx="4956176" cy="381000"/>
          </a:xfrm>
          <a:prstGeom prst="rect">
            <a:avLst/>
          </a:prstGeom>
        </p:spPr>
        <p:txBody>
          <a:bodyPr vert="horz" lIns="0" tIns="0" rIns="0" bIns="0" rtlCol="0" anchor="b"/>
          <a:lstStyle>
            <a:defPPr>
              <a:defRPr lang="en-US"/>
            </a:defPPr>
            <a:lvl1pPr marL="0" algn="l" defTabSz="1829379" rtl="0" eaLnBrk="1" latinLnBrk="0" hangingPunct="1">
              <a:defRPr sz="1600" b="0" i="0" kern="1200">
                <a:solidFill>
                  <a:schemeClr val="tx1"/>
                </a:solidFill>
                <a:latin typeface="IBM Plex Sans" panose="020B0503050203000203" pitchFamily="34" charset="0"/>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r>
              <a:rPr lang="en-US" dirty="0"/>
              <a:t>Footer</a:t>
            </a:r>
          </a:p>
        </p:txBody>
      </p:sp>
      <p:grpSp>
        <p:nvGrpSpPr>
          <p:cNvPr id="17" name="Group 16">
            <a:extLst>
              <a:ext uri="{FF2B5EF4-FFF2-40B4-BE49-F238E27FC236}">
                <a16:creationId xmlns:a16="http://schemas.microsoft.com/office/drawing/2014/main" id="{AE608494-F575-7AFB-402C-2447F01D0138}"/>
              </a:ext>
            </a:extLst>
          </p:cNvPr>
          <p:cNvGrpSpPr/>
          <p:nvPr/>
        </p:nvGrpSpPr>
        <p:grpSpPr>
          <a:xfrm>
            <a:off x="6096000" y="6095999"/>
            <a:ext cx="12192000" cy="6099175"/>
            <a:chOff x="6096000" y="6096000"/>
            <a:chExt cx="12192000" cy="5893680"/>
          </a:xfrm>
        </p:grpSpPr>
        <p:cxnSp>
          <p:nvCxnSpPr>
            <p:cNvPr id="18" name="Straight Connector 17" descr="Vertical column divider line">
              <a:extLst>
                <a:ext uri="{FF2B5EF4-FFF2-40B4-BE49-F238E27FC236}">
                  <a16:creationId xmlns:a16="http://schemas.microsoft.com/office/drawing/2014/main" id="{257B0404-38F7-0957-5D7A-FEC54A30A2F6}"/>
                </a:ext>
              </a:extLst>
            </p:cNvPr>
            <p:cNvCxnSpPr>
              <a:cxnSpLocks/>
            </p:cNvCxnSpPr>
            <p:nvPr/>
          </p:nvCxnSpPr>
          <p:spPr bwMode="auto">
            <a:xfrm>
              <a:off x="6096000" y="6096000"/>
              <a:ext cx="0" cy="5870448"/>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0" name="Straight Connector 19" descr="Vertical column divider line">
              <a:extLst>
                <a:ext uri="{FF2B5EF4-FFF2-40B4-BE49-F238E27FC236}">
                  <a16:creationId xmlns:a16="http://schemas.microsoft.com/office/drawing/2014/main" id="{C1D4B0D7-30EB-02C7-0823-B1C096651A71}"/>
                </a:ext>
              </a:extLst>
            </p:cNvPr>
            <p:cNvCxnSpPr>
              <a:cxnSpLocks/>
            </p:cNvCxnSpPr>
            <p:nvPr/>
          </p:nvCxnSpPr>
          <p:spPr bwMode="auto">
            <a:xfrm>
              <a:off x="12188952" y="6099048"/>
              <a:ext cx="0" cy="589063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1" name="Straight Connector 20" descr="Vertical column divider line">
              <a:extLst>
                <a:ext uri="{FF2B5EF4-FFF2-40B4-BE49-F238E27FC236}">
                  <a16:creationId xmlns:a16="http://schemas.microsoft.com/office/drawing/2014/main" id="{B1D06FFE-52FC-DF7C-80F5-818F87BAFAEA}"/>
                </a:ext>
              </a:extLst>
            </p:cNvPr>
            <p:cNvCxnSpPr>
              <a:cxnSpLocks/>
            </p:cNvCxnSpPr>
            <p:nvPr/>
          </p:nvCxnSpPr>
          <p:spPr bwMode="auto">
            <a:xfrm>
              <a:off x="18288000" y="6096000"/>
              <a:ext cx="0" cy="5868329"/>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grpSp>
      <p:sp>
        <p:nvSpPr>
          <p:cNvPr id="23" name="Slide Number Placeholder 22">
            <a:extLst>
              <a:ext uri="{FF2B5EF4-FFF2-40B4-BE49-F238E27FC236}">
                <a16:creationId xmlns:a16="http://schemas.microsoft.com/office/drawing/2014/main" id="{4517926A-0A0A-526B-AE1B-D4A43758ED4F}"/>
              </a:ext>
            </a:extLst>
          </p:cNvPr>
          <p:cNvSpPr>
            <a:spLocks noGrp="1"/>
          </p:cNvSpPr>
          <p:nvPr>
            <p:ph type="sldNum" sz="quarter" idx="4"/>
          </p:nvPr>
        </p:nvSpPr>
        <p:spPr/>
        <p:txBody>
          <a:bodyPr/>
          <a:lstStyle/>
          <a:p>
            <a:fld id="{86CB4B4D-7CA3-9044-876B-883B54F8677D}" type="slidenum">
              <a:rPr lang="en-US" smtClean="0"/>
              <a:pPr/>
              <a:t>84</a:t>
            </a:fld>
            <a:endParaRPr lang="en-US" dirty="0"/>
          </a:p>
        </p:txBody>
      </p:sp>
    </p:spTree>
    <p:extLst>
      <p:ext uri="{BB962C8B-B14F-4D97-AF65-F5344CB8AC3E}">
        <p14:creationId xmlns:p14="http://schemas.microsoft.com/office/powerpoint/2010/main" val="2617832223"/>
      </p:ext>
    </p:extLst>
  </p:cSld>
  <p:clrMapOvr>
    <a:masterClrMapping/>
  </p:clrMapOvr>
  <p:transition spd="med"/>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itle 1">
            <a:extLst>
              <a:ext uri="{FF2B5EF4-FFF2-40B4-BE49-F238E27FC236}">
                <a16:creationId xmlns:a16="http://schemas.microsoft.com/office/drawing/2014/main" id="{6BBC64B1-F0BF-27FE-4680-226DBECCAE61}"/>
              </a:ext>
            </a:extLst>
          </p:cNvPr>
          <p:cNvSpPr>
            <a:spLocks noGrp="1"/>
          </p:cNvSpPr>
          <p:nvPr>
            <p:ph type="title"/>
          </p:nvPr>
        </p:nvSpPr>
        <p:spPr>
          <a:xfrm>
            <a:off x="576072" y="576072"/>
            <a:ext cx="8569325" cy="1158680"/>
          </a:xfrm>
        </p:spPr>
        <p:txBody>
          <a:bodyPr/>
          <a:lstStyle/>
          <a:p>
            <a:pPr>
              <a:lnSpc>
                <a:spcPct val="110000"/>
              </a:lnSpc>
            </a:pPr>
            <a:r>
              <a:rPr lang="en-US" sz="2800" dirty="0"/>
              <a:t>Collaborate with ecosystems and supply chains</a:t>
            </a:r>
            <a:br>
              <a:rPr lang="en-US" sz="2800" dirty="0"/>
            </a:br>
            <a:endParaRPr lang="en-US" sz="2800" dirty="0"/>
          </a:p>
        </p:txBody>
      </p:sp>
      <p:sp>
        <p:nvSpPr>
          <p:cNvPr id="24" name="Text Placeholder 4">
            <a:extLst>
              <a:ext uri="{FF2B5EF4-FFF2-40B4-BE49-F238E27FC236}">
                <a16:creationId xmlns:a16="http://schemas.microsoft.com/office/drawing/2014/main" id="{66FF888F-BD35-DC6D-8ABB-51EA4AE2BC07}"/>
              </a:ext>
            </a:extLst>
          </p:cNvPr>
          <p:cNvSpPr>
            <a:spLocks noGrp="1"/>
          </p:cNvSpPr>
          <p:nvPr>
            <p:ph type="body" sz="quarter" idx="11"/>
          </p:nvPr>
        </p:nvSpPr>
        <p:spPr>
          <a:xfrm>
            <a:off x="574676" y="1520825"/>
            <a:ext cx="10659382" cy="2632786"/>
          </a:xfrm>
        </p:spPr>
        <p:txBody>
          <a:bodyPr/>
          <a:lstStyle/>
          <a:p>
            <a:r>
              <a:rPr lang="en-US" sz="4400" dirty="0"/>
              <a:t>Leaders are willing to change who they work with. Change suppliers and vendors based on their sustainability profile</a:t>
            </a:r>
            <a:r>
              <a:rPr lang="en-US" sz="4400" dirty="0">
                <a:solidFill>
                  <a:schemeClr val="accent1"/>
                </a:solidFill>
              </a:rPr>
              <a:t>.</a:t>
            </a:r>
            <a:endParaRPr lang="en-US" sz="4400" dirty="0"/>
          </a:p>
        </p:txBody>
      </p:sp>
      <p:cxnSp>
        <p:nvCxnSpPr>
          <p:cNvPr id="30" name="Straight Connector 29" descr="Horizontal row divider line">
            <a:extLst>
              <a:ext uri="{FF2B5EF4-FFF2-40B4-BE49-F238E27FC236}">
                <a16:creationId xmlns:a16="http://schemas.microsoft.com/office/drawing/2014/main" id="{7042E90C-833F-C578-7407-D9B34BD17FFA}"/>
              </a:ext>
            </a:extLst>
          </p:cNvPr>
          <p:cNvCxnSpPr/>
          <p:nvPr/>
        </p:nvCxnSpPr>
        <p:spPr bwMode="auto">
          <a:xfrm>
            <a:off x="568325" y="6096000"/>
            <a:ext cx="23244175"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27" name="Title 1">
            <a:extLst>
              <a:ext uri="{FF2B5EF4-FFF2-40B4-BE49-F238E27FC236}">
                <a16:creationId xmlns:a16="http://schemas.microsoft.com/office/drawing/2014/main" id="{5AAA02AE-E23C-122D-DC58-2BC960A8F187}"/>
              </a:ext>
            </a:extLst>
          </p:cNvPr>
          <p:cNvSpPr txBox="1">
            <a:spLocks/>
          </p:cNvSpPr>
          <p:nvPr/>
        </p:nvSpPr>
        <p:spPr>
          <a:xfrm>
            <a:off x="576072" y="6473952"/>
            <a:ext cx="5216525" cy="6621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lvl1pPr marL="0" marR="0" indent="0" algn="l" defTabSz="2438400" rtl="0" latinLnBrk="0">
              <a:lnSpc>
                <a:spcPct val="110000"/>
              </a:lnSpc>
              <a:spcBef>
                <a:spcPts val="0"/>
              </a:spcBef>
              <a:spcAft>
                <a:spcPts val="0"/>
              </a:spcAft>
              <a:buClrTx/>
              <a:buSzTx/>
              <a:buFontTx/>
              <a:buNone/>
              <a:tabLst/>
              <a:defRPr sz="2800" b="0" i="0" u="none" strike="noStrike" cap="none" spc="0" baseline="0">
                <a:solidFill>
                  <a:schemeClr val="tx1"/>
                </a:solidFill>
                <a:uFillTx/>
                <a:latin typeface="+mj-lt"/>
                <a:ea typeface="+mj-ea"/>
                <a:cs typeface="+mj-cs"/>
                <a:sym typeface="IBM Plex Sans Light"/>
              </a:defRPr>
            </a:lvl1pPr>
            <a:lvl2pPr marL="0" marR="0" indent="0"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2pPr>
            <a:lvl3pPr marL="0" marR="0" indent="0"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3pPr>
            <a:lvl4pPr marL="0" marR="0" indent="0"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4pPr>
            <a:lvl5pPr marL="0" marR="0" indent="0"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5pPr>
            <a:lvl6pPr marL="0" marR="0" indent="362568"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6pPr>
            <a:lvl7pPr marL="0" marR="0" indent="725139"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7pPr>
            <a:lvl8pPr marL="0" marR="0" indent="1087706"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8pPr>
            <a:lvl9pPr marL="0" marR="0" indent="1450276"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9pPr>
          </a:lstStyle>
          <a:p>
            <a:r>
              <a:rPr lang="en-US" kern="0" dirty="0"/>
              <a:t>Transformation </a:t>
            </a:r>
          </a:p>
          <a:p>
            <a:r>
              <a:rPr lang="en-US" kern="0" dirty="0"/>
              <a:t>trailblazers</a:t>
            </a:r>
          </a:p>
          <a:p>
            <a:endParaRPr lang="en-US" kern="0" dirty="0"/>
          </a:p>
        </p:txBody>
      </p:sp>
      <p:sp>
        <p:nvSpPr>
          <p:cNvPr id="12" name="Title 1">
            <a:extLst>
              <a:ext uri="{FF2B5EF4-FFF2-40B4-BE49-F238E27FC236}">
                <a16:creationId xmlns:a16="http://schemas.microsoft.com/office/drawing/2014/main" id="{74E12C76-1AC1-8BA9-7019-7E0693699806}"/>
              </a:ext>
            </a:extLst>
          </p:cNvPr>
          <p:cNvSpPr txBox="1">
            <a:spLocks/>
          </p:cNvSpPr>
          <p:nvPr/>
        </p:nvSpPr>
        <p:spPr>
          <a:xfrm>
            <a:off x="582110" y="10319657"/>
            <a:ext cx="4942390" cy="164253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b"/>
          <a:lstStyle>
            <a:lvl1pPr marL="0" marR="0" indent="0" algn="l" defTabSz="2438400" rtl="0" latinLnBrk="0">
              <a:lnSpc>
                <a:spcPct val="110000"/>
              </a:lnSpc>
              <a:spcBef>
                <a:spcPts val="0"/>
              </a:spcBef>
              <a:spcAft>
                <a:spcPts val="0"/>
              </a:spcAft>
              <a:buClrTx/>
              <a:buSzTx/>
              <a:buFontTx/>
              <a:buNone/>
              <a:tabLst/>
              <a:defRPr sz="2800" b="0" i="0" u="none" strike="noStrike" cap="none" spc="0" baseline="0">
                <a:solidFill>
                  <a:schemeClr val="tx1"/>
                </a:solidFill>
                <a:uFillTx/>
                <a:latin typeface="+mj-lt"/>
                <a:ea typeface="+mj-ea"/>
                <a:cs typeface="+mj-cs"/>
                <a:sym typeface="IBM Plex Sans Light"/>
              </a:defRPr>
            </a:lvl1pPr>
            <a:lvl2pPr marL="0" marR="0" indent="0"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2pPr>
            <a:lvl3pPr marL="0" marR="0" indent="0"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3pPr>
            <a:lvl4pPr marL="0" marR="0" indent="0"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4pPr>
            <a:lvl5pPr marL="0" marR="0" indent="0"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5pPr>
            <a:lvl6pPr marL="0" marR="0" indent="362568"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6pPr>
            <a:lvl7pPr marL="0" marR="0" indent="725139"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7pPr>
            <a:lvl8pPr marL="0" marR="0" indent="1087706"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8pPr>
            <a:lvl9pPr marL="0" marR="0" indent="1450276"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9pPr>
          </a:lstStyle>
          <a:p>
            <a:r>
              <a:rPr lang="en-US" sz="13000" kern="0" dirty="0">
                <a:solidFill>
                  <a:schemeClr val="accent1"/>
                </a:solidFill>
              </a:rPr>
              <a:t>37%</a:t>
            </a:r>
          </a:p>
        </p:txBody>
      </p:sp>
      <p:sp>
        <p:nvSpPr>
          <p:cNvPr id="28" name="Title 1">
            <a:extLst>
              <a:ext uri="{FF2B5EF4-FFF2-40B4-BE49-F238E27FC236}">
                <a16:creationId xmlns:a16="http://schemas.microsoft.com/office/drawing/2014/main" id="{FF62FF84-8125-099C-D130-487380C880A0}"/>
              </a:ext>
            </a:extLst>
          </p:cNvPr>
          <p:cNvSpPr txBox="1">
            <a:spLocks/>
          </p:cNvSpPr>
          <p:nvPr/>
        </p:nvSpPr>
        <p:spPr>
          <a:xfrm>
            <a:off x="6686550" y="6477000"/>
            <a:ext cx="5216525" cy="6621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lvl1pPr marL="0" marR="0" indent="0" algn="l" defTabSz="2438400" rtl="0" latinLnBrk="0">
              <a:lnSpc>
                <a:spcPct val="110000"/>
              </a:lnSpc>
              <a:spcBef>
                <a:spcPts val="0"/>
              </a:spcBef>
              <a:spcAft>
                <a:spcPts val="0"/>
              </a:spcAft>
              <a:buClrTx/>
              <a:buSzTx/>
              <a:buFontTx/>
              <a:buNone/>
              <a:tabLst/>
              <a:defRPr sz="2800" b="0" i="0" u="none" strike="noStrike" cap="none" spc="0" baseline="0">
                <a:solidFill>
                  <a:schemeClr val="tx1"/>
                </a:solidFill>
                <a:uFillTx/>
                <a:latin typeface="+mj-lt"/>
                <a:ea typeface="+mj-ea"/>
                <a:cs typeface="+mj-cs"/>
                <a:sym typeface="IBM Plex Sans Light"/>
              </a:defRPr>
            </a:lvl1pPr>
            <a:lvl2pPr marL="0" marR="0" indent="0"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2pPr>
            <a:lvl3pPr marL="0" marR="0" indent="0"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3pPr>
            <a:lvl4pPr marL="0" marR="0" indent="0"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4pPr>
            <a:lvl5pPr marL="0" marR="0" indent="0"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5pPr>
            <a:lvl6pPr marL="0" marR="0" indent="362568"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6pPr>
            <a:lvl7pPr marL="0" marR="0" indent="725139"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7pPr>
            <a:lvl8pPr marL="0" marR="0" indent="1087706"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8pPr>
            <a:lvl9pPr marL="0" marR="0" indent="1450276"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9pPr>
          </a:lstStyle>
          <a:p>
            <a:r>
              <a:rPr lang="en-US" kern="0" dirty="0"/>
              <a:t>Sustainability </a:t>
            </a:r>
          </a:p>
          <a:p>
            <a:r>
              <a:rPr lang="en-US" kern="0" dirty="0"/>
              <a:t>strivers</a:t>
            </a:r>
          </a:p>
        </p:txBody>
      </p:sp>
      <p:sp>
        <p:nvSpPr>
          <p:cNvPr id="9" name="Title 1">
            <a:extLst>
              <a:ext uri="{FF2B5EF4-FFF2-40B4-BE49-F238E27FC236}">
                <a16:creationId xmlns:a16="http://schemas.microsoft.com/office/drawing/2014/main" id="{61266E12-9D71-B7FD-974F-CE5DF85DF9EE}"/>
              </a:ext>
            </a:extLst>
          </p:cNvPr>
          <p:cNvSpPr txBox="1">
            <a:spLocks/>
          </p:cNvSpPr>
          <p:nvPr/>
        </p:nvSpPr>
        <p:spPr>
          <a:xfrm>
            <a:off x="6699881" y="10319657"/>
            <a:ext cx="4919032" cy="164253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b"/>
          <a:lstStyle>
            <a:lvl1pPr marL="0" marR="0" indent="0" algn="l" defTabSz="2438400" rtl="0" latinLnBrk="0">
              <a:lnSpc>
                <a:spcPct val="110000"/>
              </a:lnSpc>
              <a:spcBef>
                <a:spcPts val="0"/>
              </a:spcBef>
              <a:spcAft>
                <a:spcPts val="0"/>
              </a:spcAft>
              <a:buClrTx/>
              <a:buSzTx/>
              <a:buFontTx/>
              <a:buNone/>
              <a:tabLst/>
              <a:defRPr sz="2800" b="0" i="0" u="none" strike="noStrike" cap="none" spc="0" baseline="0">
                <a:solidFill>
                  <a:schemeClr val="tx1"/>
                </a:solidFill>
                <a:uFillTx/>
                <a:latin typeface="+mj-lt"/>
                <a:ea typeface="+mj-ea"/>
                <a:cs typeface="+mj-cs"/>
                <a:sym typeface="IBM Plex Sans Light"/>
              </a:defRPr>
            </a:lvl1pPr>
            <a:lvl2pPr marL="0" marR="0" indent="0"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2pPr>
            <a:lvl3pPr marL="0" marR="0" indent="0"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3pPr>
            <a:lvl4pPr marL="0" marR="0" indent="0"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4pPr>
            <a:lvl5pPr marL="0" marR="0" indent="0"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5pPr>
            <a:lvl6pPr marL="0" marR="0" indent="362568"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6pPr>
            <a:lvl7pPr marL="0" marR="0" indent="725139"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7pPr>
            <a:lvl8pPr marL="0" marR="0" indent="1087706"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8pPr>
            <a:lvl9pPr marL="0" marR="0" indent="1450276"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9pPr>
          </a:lstStyle>
          <a:p>
            <a:r>
              <a:rPr lang="en-US" sz="13000" kern="0" dirty="0">
                <a:solidFill>
                  <a:schemeClr val="accent1"/>
                </a:solidFill>
              </a:rPr>
              <a:t>29%</a:t>
            </a:r>
          </a:p>
        </p:txBody>
      </p:sp>
      <p:sp>
        <p:nvSpPr>
          <p:cNvPr id="25" name="Text Placeholder 2">
            <a:extLst>
              <a:ext uri="{FF2B5EF4-FFF2-40B4-BE49-F238E27FC236}">
                <a16:creationId xmlns:a16="http://schemas.microsoft.com/office/drawing/2014/main" id="{AC328EED-4571-F382-8BE5-03C4FA82A6AA}"/>
              </a:ext>
            </a:extLst>
          </p:cNvPr>
          <p:cNvSpPr txBox="1">
            <a:spLocks/>
          </p:cNvSpPr>
          <p:nvPr/>
        </p:nvSpPr>
        <p:spPr>
          <a:xfrm>
            <a:off x="12766675" y="6477000"/>
            <a:ext cx="4949825" cy="76199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lvl1pPr marL="0" marR="0" indent="0" algn="l" defTabSz="2438400" rtl="0" eaLnBrk="1" latinLnBrk="0" hangingPunct="1">
              <a:lnSpc>
                <a:spcPct val="110000"/>
              </a:lnSpc>
              <a:spcBef>
                <a:spcPts val="0"/>
              </a:spcBef>
              <a:spcAft>
                <a:spcPts val="0"/>
              </a:spcAft>
              <a:buClrTx/>
              <a:buSzTx/>
              <a:buFontTx/>
              <a:buNone/>
              <a:tabLst/>
              <a:defRPr sz="2800" b="0" i="0" u="none" strike="noStrike" cap="none" spc="0" baseline="0">
                <a:solidFill>
                  <a:schemeClr val="tx1"/>
                </a:solidFill>
                <a:uFillTx/>
                <a:latin typeface="+mj-lt"/>
                <a:ea typeface="+mj-ea"/>
                <a:cs typeface="+mj-cs"/>
                <a:sym typeface="IBM Plex Sans Light"/>
              </a:defRPr>
            </a:lvl1pPr>
            <a:lvl2pPr marL="256032" marR="0" indent="-256032" algn="l" defTabSz="2438400" rtl="0" eaLnBrk="1" latinLnBrk="0" hangingPunct="1">
              <a:lnSpc>
                <a:spcPct val="110000"/>
              </a:lnSpc>
              <a:spcBef>
                <a:spcPts val="0"/>
              </a:spcBef>
              <a:spcAft>
                <a:spcPts val="0"/>
              </a:spcAft>
              <a:buClrTx/>
              <a:buSzPct val="100000"/>
              <a:buFontTx/>
              <a:buChar char="–"/>
              <a:tabLst/>
              <a:defRPr sz="2800" b="0" i="0" u="none" strike="noStrike" cap="none" spc="0" baseline="0">
                <a:solidFill>
                  <a:schemeClr val="tx1"/>
                </a:solidFill>
                <a:uFillTx/>
                <a:latin typeface="+mj-lt"/>
                <a:ea typeface="+mj-ea"/>
                <a:cs typeface="+mj-cs"/>
                <a:sym typeface="IBM Plex Sans Light"/>
              </a:defRPr>
            </a:lvl2pPr>
            <a:lvl3pPr marL="512064" marR="0" indent="-256032" algn="l" defTabSz="2438400" rtl="0" eaLnBrk="1" latinLnBrk="0" hangingPunct="1">
              <a:lnSpc>
                <a:spcPct val="110000"/>
              </a:lnSpc>
              <a:spcBef>
                <a:spcPts val="0"/>
              </a:spcBef>
              <a:spcAft>
                <a:spcPts val="0"/>
              </a:spcAft>
              <a:buClrTx/>
              <a:buSzPct val="100000"/>
              <a:buFontTx/>
              <a:buChar char="•"/>
              <a:tabLst/>
              <a:defRPr sz="2800" b="0" i="0" u="none" strike="noStrike" cap="none" spc="0" baseline="0">
                <a:solidFill>
                  <a:schemeClr val="tx1"/>
                </a:solidFill>
                <a:uFillTx/>
                <a:latin typeface="+mj-lt"/>
                <a:ea typeface="+mj-ea"/>
                <a:cs typeface="+mj-cs"/>
                <a:sym typeface="IBM Plex Sans Light"/>
              </a:defRPr>
            </a:lvl3pPr>
            <a:lvl4pPr marL="768096" marR="0" indent="-256032" algn="l" defTabSz="2438400" rtl="0" eaLnBrk="1" latinLnBrk="0" hangingPunct="1">
              <a:lnSpc>
                <a:spcPct val="110000"/>
              </a:lnSpc>
              <a:spcBef>
                <a:spcPts val="0"/>
              </a:spcBef>
              <a:spcAft>
                <a:spcPts val="0"/>
              </a:spcAft>
              <a:buClrTx/>
              <a:buSzPct val="100000"/>
              <a:buFontTx/>
              <a:buChar char="–"/>
              <a:tabLst/>
              <a:defRPr sz="2800" b="0" i="0" u="none" strike="noStrike" cap="none" spc="0" baseline="0">
                <a:solidFill>
                  <a:schemeClr val="tx1"/>
                </a:solidFill>
                <a:uFillTx/>
                <a:latin typeface="+mj-lt"/>
                <a:ea typeface="+mj-ea"/>
                <a:cs typeface="+mj-cs"/>
                <a:sym typeface="IBM Plex Sans Light"/>
              </a:defRPr>
            </a:lvl4pPr>
            <a:lvl5pPr marL="1143000" marR="0" indent="-457200" algn="l" defTabSz="2438400" rtl="0" eaLnBrk="1" latinLnBrk="0" hangingPunct="1">
              <a:lnSpc>
                <a:spcPct val="110000"/>
              </a:lnSpc>
              <a:spcBef>
                <a:spcPts val="0"/>
              </a:spcBef>
              <a:spcAft>
                <a:spcPts val="0"/>
              </a:spcAft>
              <a:buClrTx/>
              <a:buSzPct val="100000"/>
              <a:buFont typeface="IBM Plex Sans" panose="020B0604020202020204" pitchFamily="34" charset="0"/>
              <a:buChar char="•"/>
              <a:tabLst/>
              <a:defRPr sz="2800" b="0" i="0" u="none" strike="noStrike" cap="none" spc="0" baseline="0">
                <a:solidFill>
                  <a:schemeClr val="tx1"/>
                </a:solidFill>
                <a:uFillTx/>
                <a:latin typeface="+mj-lt"/>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r>
              <a:rPr lang="en-US" kern="0" dirty="0"/>
              <a:t>Execution </a:t>
            </a:r>
          </a:p>
          <a:p>
            <a:r>
              <a:rPr lang="en-US" kern="0" dirty="0"/>
              <a:t>stragglers</a:t>
            </a:r>
          </a:p>
        </p:txBody>
      </p:sp>
      <p:sp>
        <p:nvSpPr>
          <p:cNvPr id="16" name="Title 1">
            <a:extLst>
              <a:ext uri="{FF2B5EF4-FFF2-40B4-BE49-F238E27FC236}">
                <a16:creationId xmlns:a16="http://schemas.microsoft.com/office/drawing/2014/main" id="{8E442C94-5E50-D051-C91F-47D947156915}"/>
              </a:ext>
            </a:extLst>
          </p:cNvPr>
          <p:cNvSpPr txBox="1">
            <a:spLocks/>
          </p:cNvSpPr>
          <p:nvPr/>
        </p:nvSpPr>
        <p:spPr>
          <a:xfrm>
            <a:off x="12752338" y="10319657"/>
            <a:ext cx="4964162" cy="164253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b"/>
          <a:lstStyle>
            <a:lvl1pPr marL="0" marR="0" indent="0" algn="l" defTabSz="2438400" rtl="0" latinLnBrk="0">
              <a:lnSpc>
                <a:spcPct val="110000"/>
              </a:lnSpc>
              <a:spcBef>
                <a:spcPts val="0"/>
              </a:spcBef>
              <a:spcAft>
                <a:spcPts val="0"/>
              </a:spcAft>
              <a:buClrTx/>
              <a:buSzTx/>
              <a:buFontTx/>
              <a:buNone/>
              <a:tabLst/>
              <a:defRPr sz="2800" b="0" i="0" u="none" strike="noStrike" cap="none" spc="0" baseline="0">
                <a:solidFill>
                  <a:schemeClr val="tx1"/>
                </a:solidFill>
                <a:uFillTx/>
                <a:latin typeface="+mj-lt"/>
                <a:ea typeface="+mj-ea"/>
                <a:cs typeface="+mj-cs"/>
                <a:sym typeface="IBM Plex Sans Light"/>
              </a:defRPr>
            </a:lvl1pPr>
            <a:lvl2pPr marL="0" marR="0" indent="0"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2pPr>
            <a:lvl3pPr marL="0" marR="0" indent="0"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3pPr>
            <a:lvl4pPr marL="0" marR="0" indent="0"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4pPr>
            <a:lvl5pPr marL="0" marR="0" indent="0"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5pPr>
            <a:lvl6pPr marL="0" marR="0" indent="362568"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6pPr>
            <a:lvl7pPr marL="0" marR="0" indent="725139"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7pPr>
            <a:lvl8pPr marL="0" marR="0" indent="1087706"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8pPr>
            <a:lvl9pPr marL="0" marR="0" indent="1450276"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9pPr>
          </a:lstStyle>
          <a:p>
            <a:r>
              <a:rPr lang="en-US" sz="13000" kern="0" dirty="0">
                <a:solidFill>
                  <a:schemeClr val="accent1"/>
                </a:solidFill>
              </a:rPr>
              <a:t>28%</a:t>
            </a:r>
          </a:p>
        </p:txBody>
      </p:sp>
      <p:cxnSp>
        <p:nvCxnSpPr>
          <p:cNvPr id="31" name="Straight Connector 30" descr="Vertical column divider line">
            <a:extLst>
              <a:ext uri="{FF2B5EF4-FFF2-40B4-BE49-F238E27FC236}">
                <a16:creationId xmlns:a16="http://schemas.microsoft.com/office/drawing/2014/main" id="{40A212F2-96B1-73D1-72B4-0111CA6401A0}"/>
              </a:ext>
            </a:extLst>
          </p:cNvPr>
          <p:cNvCxnSpPr>
            <a:cxnSpLocks/>
          </p:cNvCxnSpPr>
          <p:nvPr/>
        </p:nvCxnSpPr>
        <p:spPr bwMode="auto">
          <a:xfrm>
            <a:off x="6096000" y="6095999"/>
            <a:ext cx="0" cy="6075133"/>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2" name="Straight Connector 31" descr="Vertical column divider line">
            <a:extLst>
              <a:ext uri="{FF2B5EF4-FFF2-40B4-BE49-F238E27FC236}">
                <a16:creationId xmlns:a16="http://schemas.microsoft.com/office/drawing/2014/main" id="{61D6C09B-3AE2-F051-1F68-71C96F7BB530}"/>
              </a:ext>
            </a:extLst>
          </p:cNvPr>
          <p:cNvCxnSpPr>
            <a:cxnSpLocks/>
          </p:cNvCxnSpPr>
          <p:nvPr/>
        </p:nvCxnSpPr>
        <p:spPr bwMode="auto">
          <a:xfrm>
            <a:off x="12188952" y="6099153"/>
            <a:ext cx="0" cy="6096021"/>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3" name="Straight Connector 32" descr="Vertical column divider line">
            <a:extLst>
              <a:ext uri="{FF2B5EF4-FFF2-40B4-BE49-F238E27FC236}">
                <a16:creationId xmlns:a16="http://schemas.microsoft.com/office/drawing/2014/main" id="{E2DD1CF9-9A70-BF25-C39A-88F7BD775AB3}"/>
              </a:ext>
            </a:extLst>
          </p:cNvPr>
          <p:cNvCxnSpPr>
            <a:cxnSpLocks/>
          </p:cNvCxnSpPr>
          <p:nvPr/>
        </p:nvCxnSpPr>
        <p:spPr bwMode="auto">
          <a:xfrm>
            <a:off x="18288000" y="6095999"/>
            <a:ext cx="0" cy="607294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26" name="Text Placeholder 3">
            <a:extLst>
              <a:ext uri="{FF2B5EF4-FFF2-40B4-BE49-F238E27FC236}">
                <a16:creationId xmlns:a16="http://schemas.microsoft.com/office/drawing/2014/main" id="{26C81C7A-DD5C-081B-5C6B-1EA43F63ECBD}"/>
              </a:ext>
            </a:extLst>
          </p:cNvPr>
          <p:cNvSpPr txBox="1">
            <a:spLocks/>
          </p:cNvSpPr>
          <p:nvPr/>
        </p:nvSpPr>
        <p:spPr>
          <a:xfrm>
            <a:off x="18855240" y="6477000"/>
            <a:ext cx="4949825" cy="62592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lvl1pPr marL="0" marR="0" indent="0" algn="l" defTabSz="2438400" rtl="0" eaLnBrk="1" latinLnBrk="0" hangingPunct="1">
              <a:lnSpc>
                <a:spcPct val="110000"/>
              </a:lnSpc>
              <a:spcBef>
                <a:spcPts val="0"/>
              </a:spcBef>
              <a:spcAft>
                <a:spcPts val="0"/>
              </a:spcAft>
              <a:buClrTx/>
              <a:buSzTx/>
              <a:buFontTx/>
              <a:buNone/>
              <a:tabLst/>
              <a:defRPr sz="2800" b="0" i="0" u="none" strike="noStrike" cap="none" spc="0" baseline="0">
                <a:solidFill>
                  <a:schemeClr val="tx1"/>
                </a:solidFill>
                <a:uFillTx/>
                <a:latin typeface="+mj-lt"/>
                <a:ea typeface="+mj-ea"/>
                <a:cs typeface="+mj-cs"/>
                <a:sym typeface="IBM Plex Sans Light"/>
              </a:defRPr>
            </a:lvl1pPr>
            <a:lvl2pPr marL="256032" marR="0" indent="-256032" algn="l" defTabSz="2438400" rtl="0" eaLnBrk="1" latinLnBrk="0" hangingPunct="1">
              <a:lnSpc>
                <a:spcPct val="110000"/>
              </a:lnSpc>
              <a:spcBef>
                <a:spcPts val="0"/>
              </a:spcBef>
              <a:spcAft>
                <a:spcPts val="0"/>
              </a:spcAft>
              <a:buClrTx/>
              <a:buSzPct val="100000"/>
              <a:buFontTx/>
              <a:buChar char="–"/>
              <a:tabLst/>
              <a:defRPr sz="2800" b="0" i="0" u="none" strike="noStrike" cap="none" spc="0" baseline="0">
                <a:solidFill>
                  <a:schemeClr val="tx1"/>
                </a:solidFill>
                <a:uFillTx/>
                <a:latin typeface="+mj-lt"/>
                <a:ea typeface="+mj-ea"/>
                <a:cs typeface="+mj-cs"/>
                <a:sym typeface="IBM Plex Sans Light"/>
              </a:defRPr>
            </a:lvl2pPr>
            <a:lvl3pPr marL="512064" marR="0" indent="-256032" algn="l" defTabSz="2438400" rtl="0" eaLnBrk="1" latinLnBrk="0" hangingPunct="1">
              <a:lnSpc>
                <a:spcPct val="110000"/>
              </a:lnSpc>
              <a:spcBef>
                <a:spcPts val="0"/>
              </a:spcBef>
              <a:spcAft>
                <a:spcPts val="0"/>
              </a:spcAft>
              <a:buClrTx/>
              <a:buSzPct val="100000"/>
              <a:buFontTx/>
              <a:buChar char="•"/>
              <a:tabLst/>
              <a:defRPr sz="2800" b="0" i="0" u="none" strike="noStrike" cap="none" spc="0" baseline="0">
                <a:solidFill>
                  <a:schemeClr val="tx1"/>
                </a:solidFill>
                <a:uFillTx/>
                <a:latin typeface="+mj-lt"/>
                <a:ea typeface="+mj-ea"/>
                <a:cs typeface="+mj-cs"/>
                <a:sym typeface="IBM Plex Sans Light"/>
              </a:defRPr>
            </a:lvl3pPr>
            <a:lvl4pPr marL="768096" marR="0" indent="-256032" algn="l" defTabSz="2438400" rtl="0" eaLnBrk="1" latinLnBrk="0" hangingPunct="1">
              <a:lnSpc>
                <a:spcPct val="110000"/>
              </a:lnSpc>
              <a:spcBef>
                <a:spcPts val="0"/>
              </a:spcBef>
              <a:spcAft>
                <a:spcPts val="0"/>
              </a:spcAft>
              <a:buClrTx/>
              <a:buSzPct val="100000"/>
              <a:buFontTx/>
              <a:buChar char="–"/>
              <a:tabLst/>
              <a:defRPr sz="2800" b="0" i="0" u="none" strike="noStrike" cap="none" spc="0" baseline="0">
                <a:solidFill>
                  <a:schemeClr val="tx1"/>
                </a:solidFill>
                <a:uFillTx/>
                <a:latin typeface="+mj-lt"/>
                <a:ea typeface="+mj-ea"/>
                <a:cs typeface="+mj-cs"/>
                <a:sym typeface="IBM Plex Sans Light"/>
              </a:defRPr>
            </a:lvl4pPr>
            <a:lvl5pPr marL="1143000" marR="0" indent="-457200" algn="l" defTabSz="2438400" rtl="0" eaLnBrk="1" latinLnBrk="0" hangingPunct="1">
              <a:lnSpc>
                <a:spcPct val="110000"/>
              </a:lnSpc>
              <a:spcBef>
                <a:spcPts val="0"/>
              </a:spcBef>
              <a:spcAft>
                <a:spcPts val="0"/>
              </a:spcAft>
              <a:buClrTx/>
              <a:buSzPct val="100000"/>
              <a:buFont typeface="IBM Plex Sans" panose="020B0604020202020204" pitchFamily="34" charset="0"/>
              <a:buChar char="•"/>
              <a:tabLst/>
              <a:defRPr sz="2800" b="0" i="0" u="none" strike="noStrike" cap="none" spc="0" baseline="0">
                <a:solidFill>
                  <a:schemeClr val="tx1"/>
                </a:solidFill>
                <a:uFillTx/>
                <a:latin typeface="+mj-lt"/>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r>
              <a:rPr lang="en-US" kern="0" dirty="0"/>
              <a:t>Commitment </a:t>
            </a:r>
          </a:p>
          <a:p>
            <a:r>
              <a:rPr lang="en-US" kern="0" dirty="0"/>
              <a:t>sideliners</a:t>
            </a:r>
          </a:p>
          <a:p>
            <a:endParaRPr lang="en-RO" kern="0"/>
          </a:p>
        </p:txBody>
      </p:sp>
      <p:sp>
        <p:nvSpPr>
          <p:cNvPr id="17" name="Title 1">
            <a:extLst>
              <a:ext uri="{FF2B5EF4-FFF2-40B4-BE49-F238E27FC236}">
                <a16:creationId xmlns:a16="http://schemas.microsoft.com/office/drawing/2014/main" id="{18B74ECA-7029-ACBB-50A0-1BE247FB831B}"/>
              </a:ext>
            </a:extLst>
          </p:cNvPr>
          <p:cNvSpPr txBox="1">
            <a:spLocks/>
          </p:cNvSpPr>
          <p:nvPr/>
        </p:nvSpPr>
        <p:spPr>
          <a:xfrm>
            <a:off x="18870108" y="10319657"/>
            <a:ext cx="4942391" cy="164253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b"/>
          <a:lstStyle>
            <a:lvl1pPr marL="0" marR="0" indent="0" algn="l" defTabSz="2438400" rtl="0" latinLnBrk="0">
              <a:lnSpc>
                <a:spcPct val="110000"/>
              </a:lnSpc>
              <a:spcBef>
                <a:spcPts val="0"/>
              </a:spcBef>
              <a:spcAft>
                <a:spcPts val="0"/>
              </a:spcAft>
              <a:buClrTx/>
              <a:buSzTx/>
              <a:buFontTx/>
              <a:buNone/>
              <a:tabLst/>
              <a:defRPr sz="2800" b="0" i="0" u="none" strike="noStrike" cap="none" spc="0" baseline="0">
                <a:solidFill>
                  <a:schemeClr val="tx1"/>
                </a:solidFill>
                <a:uFillTx/>
                <a:latin typeface="+mj-lt"/>
                <a:ea typeface="+mj-ea"/>
                <a:cs typeface="+mj-cs"/>
                <a:sym typeface="IBM Plex Sans Light"/>
              </a:defRPr>
            </a:lvl1pPr>
            <a:lvl2pPr marL="0" marR="0" indent="0"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2pPr>
            <a:lvl3pPr marL="0" marR="0" indent="0"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3pPr>
            <a:lvl4pPr marL="0" marR="0" indent="0"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4pPr>
            <a:lvl5pPr marL="0" marR="0" indent="0"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5pPr>
            <a:lvl6pPr marL="0" marR="0" indent="362568"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6pPr>
            <a:lvl7pPr marL="0" marR="0" indent="725139"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7pPr>
            <a:lvl8pPr marL="0" marR="0" indent="1087706"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8pPr>
            <a:lvl9pPr marL="0" marR="0" indent="1450276"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9pPr>
          </a:lstStyle>
          <a:p>
            <a:r>
              <a:rPr lang="en-US" sz="13000" kern="0" dirty="0">
                <a:solidFill>
                  <a:schemeClr val="accent1"/>
                </a:solidFill>
              </a:rPr>
              <a:t>26%</a:t>
            </a:r>
          </a:p>
        </p:txBody>
      </p:sp>
      <p:sp>
        <p:nvSpPr>
          <p:cNvPr id="29" name="Text Placeholder 32">
            <a:extLst>
              <a:ext uri="{FF2B5EF4-FFF2-40B4-BE49-F238E27FC236}">
                <a16:creationId xmlns:a16="http://schemas.microsoft.com/office/drawing/2014/main" id="{71551335-72B4-3D92-809C-52C95A02EBBD}"/>
              </a:ext>
            </a:extLst>
          </p:cNvPr>
          <p:cNvSpPr>
            <a:spLocks noGrp="1"/>
          </p:cNvSpPr>
          <p:nvPr>
            <p:ph type="body" sz="quarter" idx="12"/>
          </p:nvPr>
        </p:nvSpPr>
        <p:spPr>
          <a:xfrm>
            <a:off x="6670829" y="12478660"/>
            <a:ext cx="7488692" cy="664094"/>
          </a:xfrm>
        </p:spPr>
        <p:txBody>
          <a:bodyPr anchor="b"/>
          <a:lstStyle/>
          <a:p>
            <a:r>
              <a:rPr lang="en-US" sz="1600" dirty="0">
                <a:latin typeface="IBM Plex Sans" panose="020B0503050203000203" pitchFamily="34" charset="0"/>
              </a:rPr>
              <a:t>Source: Q11. What environmental sustainability initiatives has your organization undertaken or will it undertake in its operations—Today and in 3 years? (n=1958)</a:t>
            </a:r>
          </a:p>
        </p:txBody>
      </p:sp>
      <p:sp>
        <p:nvSpPr>
          <p:cNvPr id="6" name="Footer Placeholder 8">
            <a:extLst>
              <a:ext uri="{FF2B5EF4-FFF2-40B4-BE49-F238E27FC236}">
                <a16:creationId xmlns:a16="http://schemas.microsoft.com/office/drawing/2014/main" id="{D4C99726-7EF4-92A5-7A4D-FB3A5EFE6180}"/>
              </a:ext>
            </a:extLst>
          </p:cNvPr>
          <p:cNvSpPr>
            <a:spLocks noGrp="1"/>
          </p:cNvSpPr>
          <p:nvPr>
            <p:ph type="ftr" sz="quarter" idx="15"/>
          </p:nvPr>
        </p:nvSpPr>
        <p:spPr>
          <a:xfrm>
            <a:off x="568324" y="12804235"/>
            <a:ext cx="4956176" cy="381000"/>
          </a:xfrm>
          <a:prstGeom prst="rect">
            <a:avLst/>
          </a:prstGeom>
        </p:spPr>
        <p:txBody>
          <a:bodyPr vert="horz" lIns="0" tIns="0" rIns="0" bIns="0" rtlCol="0" anchor="b"/>
          <a:lstStyle>
            <a:defPPr>
              <a:defRPr lang="en-US"/>
            </a:defPPr>
            <a:lvl1pPr marL="0" algn="l" defTabSz="1829379" rtl="0" eaLnBrk="1" latinLnBrk="0" hangingPunct="1">
              <a:defRPr sz="1600" b="0" i="0" kern="1200">
                <a:solidFill>
                  <a:schemeClr val="tx1"/>
                </a:solidFill>
                <a:latin typeface="IBM Plex Sans" panose="020B0503050203000203" pitchFamily="34" charset="0"/>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r>
              <a:rPr lang="en-US" dirty="0"/>
              <a:t>Footer</a:t>
            </a:r>
          </a:p>
        </p:txBody>
      </p:sp>
      <p:sp>
        <p:nvSpPr>
          <p:cNvPr id="8" name="Slide Number Placeholder 7">
            <a:extLst>
              <a:ext uri="{FF2B5EF4-FFF2-40B4-BE49-F238E27FC236}">
                <a16:creationId xmlns:a16="http://schemas.microsoft.com/office/drawing/2014/main" id="{41E152BD-1992-05C2-C2EB-AB4FFE5A44E0}"/>
              </a:ext>
            </a:extLst>
          </p:cNvPr>
          <p:cNvSpPr>
            <a:spLocks noGrp="1"/>
          </p:cNvSpPr>
          <p:nvPr>
            <p:ph type="sldNum" sz="quarter" idx="4"/>
          </p:nvPr>
        </p:nvSpPr>
        <p:spPr/>
        <p:txBody>
          <a:bodyPr/>
          <a:lstStyle/>
          <a:p>
            <a:fld id="{86CB4B4D-7CA3-9044-876B-883B54F8677D}" type="slidenum">
              <a:rPr lang="en-US" smtClean="0"/>
              <a:pPr/>
              <a:t>85</a:t>
            </a:fld>
            <a:endParaRPr lang="en-US" dirty="0"/>
          </a:p>
        </p:txBody>
      </p:sp>
    </p:spTree>
    <p:extLst>
      <p:ext uri="{BB962C8B-B14F-4D97-AF65-F5344CB8AC3E}">
        <p14:creationId xmlns:p14="http://schemas.microsoft.com/office/powerpoint/2010/main" val="3075845277"/>
      </p:ext>
    </p:extLst>
  </p:cSld>
  <p:clrMapOvr>
    <a:masterClrMapping/>
  </p:clrMapOvr>
  <p:transition spd="med"/>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Title 1">
            <a:extLst>
              <a:ext uri="{FF2B5EF4-FFF2-40B4-BE49-F238E27FC236}">
                <a16:creationId xmlns:a16="http://schemas.microsoft.com/office/drawing/2014/main" id="{7F2D7232-1AAC-B283-4676-6E8DBC3417AB}"/>
              </a:ext>
            </a:extLst>
          </p:cNvPr>
          <p:cNvSpPr>
            <a:spLocks noGrp="1"/>
          </p:cNvSpPr>
          <p:nvPr>
            <p:ph type="title"/>
          </p:nvPr>
        </p:nvSpPr>
        <p:spPr>
          <a:xfrm>
            <a:off x="576072" y="576072"/>
            <a:ext cx="8569325" cy="640484"/>
          </a:xfrm>
        </p:spPr>
        <p:txBody>
          <a:bodyPr/>
          <a:lstStyle/>
          <a:p>
            <a:r>
              <a:rPr lang="en-US" sz="2800" dirty="0"/>
              <a:t>Collaborate with ecosystems and supply chains</a:t>
            </a:r>
            <a:br>
              <a:rPr lang="en-US" sz="2800" dirty="0"/>
            </a:br>
            <a:endParaRPr lang="en-US" sz="2800" dirty="0"/>
          </a:p>
        </p:txBody>
      </p:sp>
      <p:sp>
        <p:nvSpPr>
          <p:cNvPr id="39" name="Text Placeholder 4">
            <a:extLst>
              <a:ext uri="{FF2B5EF4-FFF2-40B4-BE49-F238E27FC236}">
                <a16:creationId xmlns:a16="http://schemas.microsoft.com/office/drawing/2014/main" id="{ADE2ED6A-35D0-DA34-FE6E-422BED7072A6}"/>
              </a:ext>
            </a:extLst>
          </p:cNvPr>
          <p:cNvSpPr>
            <a:spLocks noGrp="1"/>
          </p:cNvSpPr>
          <p:nvPr>
            <p:ph type="body" sz="quarter" idx="11"/>
          </p:nvPr>
        </p:nvSpPr>
        <p:spPr>
          <a:xfrm>
            <a:off x="574676" y="1519200"/>
            <a:ext cx="10659382" cy="2632786"/>
          </a:xfrm>
        </p:spPr>
        <p:txBody>
          <a:bodyPr/>
          <a:lstStyle/>
          <a:p>
            <a:r>
              <a:rPr lang="en-US" sz="4400" dirty="0"/>
              <a:t>Leaders are willing to change who they work with. Change suppliers and vendors based on their sustainability profile</a:t>
            </a:r>
            <a:r>
              <a:rPr lang="en-US" sz="4400" dirty="0">
                <a:solidFill>
                  <a:schemeClr val="accent1"/>
                </a:solidFill>
              </a:rPr>
              <a:t>.</a:t>
            </a:r>
            <a:endParaRPr lang="en-US" sz="4400" dirty="0"/>
          </a:p>
        </p:txBody>
      </p:sp>
      <p:sp>
        <p:nvSpPr>
          <p:cNvPr id="32" name="Title 1">
            <a:extLst>
              <a:ext uri="{FF2B5EF4-FFF2-40B4-BE49-F238E27FC236}">
                <a16:creationId xmlns:a16="http://schemas.microsoft.com/office/drawing/2014/main" id="{6DD75FB1-8915-ADCF-3E63-9C09B4D8736B}"/>
              </a:ext>
            </a:extLst>
          </p:cNvPr>
          <p:cNvSpPr txBox="1">
            <a:spLocks/>
          </p:cNvSpPr>
          <p:nvPr/>
        </p:nvSpPr>
        <p:spPr>
          <a:xfrm>
            <a:off x="582422" y="5904151"/>
            <a:ext cx="5216525" cy="66214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lvl1pPr marL="0" marR="0" indent="0" algn="l" defTabSz="2438400" rtl="0" latinLnBrk="0">
              <a:lnSpc>
                <a:spcPct val="110000"/>
              </a:lnSpc>
              <a:spcBef>
                <a:spcPts val="0"/>
              </a:spcBef>
              <a:spcAft>
                <a:spcPts val="0"/>
              </a:spcAft>
              <a:buClrTx/>
              <a:buSzTx/>
              <a:buFontTx/>
              <a:buNone/>
              <a:tabLst/>
              <a:defRPr sz="2800" b="0" i="0" u="none" strike="noStrike" cap="none" spc="0" baseline="0">
                <a:solidFill>
                  <a:schemeClr val="tx1"/>
                </a:solidFill>
                <a:uFillTx/>
                <a:latin typeface="+mj-lt"/>
                <a:ea typeface="+mj-ea"/>
                <a:cs typeface="+mj-cs"/>
                <a:sym typeface="IBM Plex Sans Light"/>
              </a:defRPr>
            </a:lvl1pPr>
            <a:lvl2pPr marL="0" marR="0" indent="0"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2pPr>
            <a:lvl3pPr marL="0" marR="0" indent="0"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3pPr>
            <a:lvl4pPr marL="0" marR="0" indent="0"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4pPr>
            <a:lvl5pPr marL="0" marR="0" indent="0"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5pPr>
            <a:lvl6pPr marL="0" marR="0" indent="362568"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6pPr>
            <a:lvl7pPr marL="0" marR="0" indent="725139"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7pPr>
            <a:lvl8pPr marL="0" marR="0" indent="1087706"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8pPr>
            <a:lvl9pPr marL="0" marR="0" indent="1450276"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9pPr>
          </a:lstStyle>
          <a:p>
            <a:pPr>
              <a:lnSpc>
                <a:spcPct val="100000"/>
              </a:lnSpc>
            </a:pPr>
            <a:r>
              <a:rPr lang="en-US" kern="0" dirty="0"/>
              <a:t>Transformation </a:t>
            </a:r>
          </a:p>
          <a:p>
            <a:pPr>
              <a:lnSpc>
                <a:spcPct val="100000"/>
              </a:lnSpc>
            </a:pPr>
            <a:r>
              <a:rPr lang="en-US" kern="0" dirty="0"/>
              <a:t>trailblazers</a:t>
            </a:r>
          </a:p>
          <a:p>
            <a:pPr>
              <a:lnSpc>
                <a:spcPct val="100000"/>
              </a:lnSpc>
            </a:pPr>
            <a:endParaRPr lang="en-US" kern="0" dirty="0"/>
          </a:p>
        </p:txBody>
      </p:sp>
      <p:grpSp>
        <p:nvGrpSpPr>
          <p:cNvPr id="9" name="Group 8" descr="Graphic showing outlined square with smaller square filled with blue 60 to indicate percentage of the whole">
            <a:extLst>
              <a:ext uri="{FF2B5EF4-FFF2-40B4-BE49-F238E27FC236}">
                <a16:creationId xmlns:a16="http://schemas.microsoft.com/office/drawing/2014/main" id="{F17BE1FA-6631-F946-D5B3-E3B4CA1722BF}"/>
              </a:ext>
            </a:extLst>
          </p:cNvPr>
          <p:cNvGrpSpPr/>
          <p:nvPr/>
        </p:nvGrpSpPr>
        <p:grpSpPr>
          <a:xfrm>
            <a:off x="582109" y="7241390"/>
            <a:ext cx="4949826" cy="4953784"/>
            <a:chOff x="1904999" y="4000500"/>
            <a:chExt cx="5715001" cy="5719572"/>
          </a:xfrm>
        </p:grpSpPr>
        <p:sp>
          <p:nvSpPr>
            <p:cNvPr id="12" name="Rectangle 11">
              <a:extLst>
                <a:ext uri="{FF2B5EF4-FFF2-40B4-BE49-F238E27FC236}">
                  <a16:creationId xmlns:a16="http://schemas.microsoft.com/office/drawing/2014/main" id="{CE8EAF7B-73D1-9885-384C-664450260324}"/>
                </a:ext>
              </a:extLst>
            </p:cNvPr>
            <p:cNvSpPr/>
            <p:nvPr/>
          </p:nvSpPr>
          <p:spPr bwMode="auto">
            <a:xfrm>
              <a:off x="1905000" y="4000500"/>
              <a:ext cx="5715000" cy="5715000"/>
            </a:xfrm>
            <a:prstGeom prst="rect">
              <a:avLst/>
            </a:prstGeom>
            <a:noFill/>
            <a:ln w="19050">
              <a:solidFill>
                <a:schemeClr val="tx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dirty="0">
                <a:ln>
                  <a:noFill/>
                </a:ln>
                <a:solidFill>
                  <a:schemeClr val="bg1"/>
                </a:solidFill>
                <a:effectLst/>
                <a:latin typeface="+mn-lt"/>
              </a:endParaRPr>
            </a:p>
          </p:txBody>
        </p:sp>
        <p:sp>
          <p:nvSpPr>
            <p:cNvPr id="13" name="Rectangle 12">
              <a:extLst>
                <a:ext uri="{FF2B5EF4-FFF2-40B4-BE49-F238E27FC236}">
                  <a16:creationId xmlns:a16="http://schemas.microsoft.com/office/drawing/2014/main" id="{A5BF4EC0-829F-CD37-9F66-4CD54859694C}"/>
                </a:ext>
              </a:extLst>
            </p:cNvPr>
            <p:cNvSpPr/>
            <p:nvPr/>
          </p:nvSpPr>
          <p:spPr bwMode="auto">
            <a:xfrm>
              <a:off x="1904999" y="6144016"/>
              <a:ext cx="3576055" cy="3576056"/>
            </a:xfrm>
            <a:prstGeom prst="rect">
              <a:avLst/>
            </a:prstGeom>
            <a:solidFill>
              <a:schemeClr val="accent1"/>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r>
                <a:rPr kumimoji="0" lang="en-US" b="0" i="0" u="none" strike="noStrike" cap="none" normalizeH="0" baseline="0" dirty="0">
                  <a:ln>
                    <a:noFill/>
                  </a:ln>
                  <a:solidFill>
                    <a:schemeClr val="bg1"/>
                  </a:solidFill>
                  <a:effectLst/>
                  <a:latin typeface="+mn-lt"/>
                </a:rPr>
                <a:t>37%</a:t>
              </a:r>
            </a:p>
          </p:txBody>
        </p:sp>
      </p:grpSp>
      <p:sp>
        <p:nvSpPr>
          <p:cNvPr id="33" name="Title 1">
            <a:extLst>
              <a:ext uri="{FF2B5EF4-FFF2-40B4-BE49-F238E27FC236}">
                <a16:creationId xmlns:a16="http://schemas.microsoft.com/office/drawing/2014/main" id="{C53183FF-9FEF-F0A3-C672-6D261C4AEB93}"/>
              </a:ext>
            </a:extLst>
          </p:cNvPr>
          <p:cNvSpPr txBox="1">
            <a:spLocks/>
          </p:cNvSpPr>
          <p:nvPr/>
        </p:nvSpPr>
        <p:spPr>
          <a:xfrm>
            <a:off x="6672088" y="5903240"/>
            <a:ext cx="5216525" cy="87221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lvl1pPr marL="0" marR="0" indent="0" algn="l" defTabSz="2438400" rtl="0" latinLnBrk="0">
              <a:lnSpc>
                <a:spcPct val="110000"/>
              </a:lnSpc>
              <a:spcBef>
                <a:spcPts val="0"/>
              </a:spcBef>
              <a:spcAft>
                <a:spcPts val="0"/>
              </a:spcAft>
              <a:buClrTx/>
              <a:buSzTx/>
              <a:buFontTx/>
              <a:buNone/>
              <a:tabLst/>
              <a:defRPr sz="2800" b="0" i="0" u="none" strike="noStrike" cap="none" spc="0" baseline="0">
                <a:solidFill>
                  <a:schemeClr val="tx1"/>
                </a:solidFill>
                <a:uFillTx/>
                <a:latin typeface="+mj-lt"/>
                <a:ea typeface="+mj-ea"/>
                <a:cs typeface="+mj-cs"/>
                <a:sym typeface="IBM Plex Sans Light"/>
              </a:defRPr>
            </a:lvl1pPr>
            <a:lvl2pPr marL="0" marR="0" indent="0"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2pPr>
            <a:lvl3pPr marL="0" marR="0" indent="0"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3pPr>
            <a:lvl4pPr marL="0" marR="0" indent="0"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4pPr>
            <a:lvl5pPr marL="0" marR="0" indent="0"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5pPr>
            <a:lvl6pPr marL="0" marR="0" indent="362568"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6pPr>
            <a:lvl7pPr marL="0" marR="0" indent="725139"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7pPr>
            <a:lvl8pPr marL="0" marR="0" indent="1087706"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8pPr>
            <a:lvl9pPr marL="0" marR="0" indent="1450276"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9pPr>
          </a:lstStyle>
          <a:p>
            <a:pPr>
              <a:lnSpc>
                <a:spcPct val="100000"/>
              </a:lnSpc>
            </a:pPr>
            <a:r>
              <a:rPr lang="en-US" kern="0" dirty="0"/>
              <a:t>Sustainability </a:t>
            </a:r>
          </a:p>
          <a:p>
            <a:pPr>
              <a:lnSpc>
                <a:spcPct val="100000"/>
              </a:lnSpc>
            </a:pPr>
            <a:r>
              <a:rPr lang="en-US" kern="0" dirty="0"/>
              <a:t>strivers</a:t>
            </a:r>
          </a:p>
        </p:txBody>
      </p:sp>
      <p:grpSp>
        <p:nvGrpSpPr>
          <p:cNvPr id="14" name="Group 13" descr="Graphic showing outlined square with smaller square filled with blue 60 to indicate percentage of the whole">
            <a:extLst>
              <a:ext uri="{FF2B5EF4-FFF2-40B4-BE49-F238E27FC236}">
                <a16:creationId xmlns:a16="http://schemas.microsoft.com/office/drawing/2014/main" id="{29DFBC22-3271-618C-FDBC-3C22B8F2DE20}"/>
              </a:ext>
            </a:extLst>
          </p:cNvPr>
          <p:cNvGrpSpPr/>
          <p:nvPr/>
        </p:nvGrpSpPr>
        <p:grpSpPr>
          <a:xfrm>
            <a:off x="6669039" y="7241390"/>
            <a:ext cx="4949823" cy="4953785"/>
            <a:chOff x="1905000" y="4000500"/>
            <a:chExt cx="5715000" cy="5719574"/>
          </a:xfrm>
        </p:grpSpPr>
        <p:sp>
          <p:nvSpPr>
            <p:cNvPr id="15" name="Rectangle 14">
              <a:extLst>
                <a:ext uri="{FF2B5EF4-FFF2-40B4-BE49-F238E27FC236}">
                  <a16:creationId xmlns:a16="http://schemas.microsoft.com/office/drawing/2014/main" id="{AE3FA200-0499-330B-9CB0-7260612E4190}"/>
                </a:ext>
              </a:extLst>
            </p:cNvPr>
            <p:cNvSpPr/>
            <p:nvPr/>
          </p:nvSpPr>
          <p:spPr bwMode="auto">
            <a:xfrm>
              <a:off x="1905000" y="4000500"/>
              <a:ext cx="5715000" cy="5715000"/>
            </a:xfrm>
            <a:prstGeom prst="rect">
              <a:avLst/>
            </a:prstGeom>
            <a:noFill/>
            <a:ln w="19050">
              <a:solidFill>
                <a:schemeClr val="tx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dirty="0">
                <a:ln>
                  <a:noFill/>
                </a:ln>
                <a:solidFill>
                  <a:schemeClr val="bg1"/>
                </a:solidFill>
                <a:effectLst/>
                <a:latin typeface="+mn-lt"/>
              </a:endParaRPr>
            </a:p>
          </p:txBody>
        </p:sp>
        <p:sp>
          <p:nvSpPr>
            <p:cNvPr id="16" name="Rectangle 15">
              <a:extLst>
                <a:ext uri="{FF2B5EF4-FFF2-40B4-BE49-F238E27FC236}">
                  <a16:creationId xmlns:a16="http://schemas.microsoft.com/office/drawing/2014/main" id="{B2CEE209-53E4-4F67-FFA6-A4C633A95011}"/>
                </a:ext>
              </a:extLst>
            </p:cNvPr>
            <p:cNvSpPr/>
            <p:nvPr/>
          </p:nvSpPr>
          <p:spPr bwMode="auto">
            <a:xfrm>
              <a:off x="1905000" y="6445661"/>
              <a:ext cx="3274413" cy="3274413"/>
            </a:xfrm>
            <a:prstGeom prst="rect">
              <a:avLst/>
            </a:prstGeom>
            <a:solidFill>
              <a:schemeClr val="accent1"/>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r>
                <a:rPr kumimoji="0" lang="en-US" b="0" i="0" u="none" strike="noStrike" cap="none" normalizeH="0" baseline="0" dirty="0">
                  <a:ln>
                    <a:noFill/>
                  </a:ln>
                  <a:solidFill>
                    <a:schemeClr val="bg1"/>
                  </a:solidFill>
                  <a:effectLst/>
                  <a:latin typeface="+mn-lt"/>
                </a:rPr>
                <a:t>29%</a:t>
              </a:r>
            </a:p>
          </p:txBody>
        </p:sp>
      </p:grpSp>
      <p:sp>
        <p:nvSpPr>
          <p:cNvPr id="31" name="Text Placeholder 3">
            <a:extLst>
              <a:ext uri="{FF2B5EF4-FFF2-40B4-BE49-F238E27FC236}">
                <a16:creationId xmlns:a16="http://schemas.microsoft.com/office/drawing/2014/main" id="{20495097-350E-B0A7-D835-EA4C68E44E7A}"/>
              </a:ext>
            </a:extLst>
          </p:cNvPr>
          <p:cNvSpPr txBox="1">
            <a:spLocks/>
          </p:cNvSpPr>
          <p:nvPr/>
        </p:nvSpPr>
        <p:spPr>
          <a:xfrm>
            <a:off x="12768104" y="5939905"/>
            <a:ext cx="4949825" cy="83554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lvl1pPr marL="0" marR="0" indent="0" algn="l" defTabSz="2438400" rtl="0" eaLnBrk="1" latinLnBrk="0" hangingPunct="1">
              <a:lnSpc>
                <a:spcPct val="110000"/>
              </a:lnSpc>
              <a:spcBef>
                <a:spcPts val="0"/>
              </a:spcBef>
              <a:spcAft>
                <a:spcPts val="0"/>
              </a:spcAft>
              <a:buClrTx/>
              <a:buSzTx/>
              <a:buFontTx/>
              <a:buNone/>
              <a:tabLst/>
              <a:defRPr sz="3600" b="0" i="0" u="none" strike="noStrike" cap="none" spc="0" baseline="0">
                <a:solidFill>
                  <a:schemeClr val="tx1"/>
                </a:solidFill>
                <a:uFillTx/>
                <a:latin typeface="+mj-lt"/>
                <a:ea typeface="+mj-ea"/>
                <a:cs typeface="+mj-cs"/>
                <a:sym typeface="IBM Plex Sans Light"/>
              </a:defRPr>
            </a:lvl1pPr>
            <a:lvl2pPr marL="329184"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2pPr>
            <a:lvl3pPr marL="658368"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3pPr>
            <a:lvl4pPr marL="987552"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4pPr>
            <a:lvl5pPr marL="1143000" marR="0" indent="-457200" algn="l" defTabSz="2438400" rtl="0" eaLnBrk="1" latinLnBrk="0" hangingPunct="1">
              <a:lnSpc>
                <a:spcPct val="110000"/>
              </a:lnSpc>
              <a:spcBef>
                <a:spcPts val="2900"/>
              </a:spcBef>
              <a:spcAft>
                <a:spcPts val="0"/>
              </a:spcAft>
              <a:buClrTx/>
              <a:buSzPct val="100000"/>
              <a:buFont typeface="IBM Plex Sans" panose="020B0604020202020204" pitchFamily="34" charset="0"/>
              <a:buChar char="•"/>
              <a:tabLst/>
              <a:defRPr sz="3600" b="0" i="0" u="none" strike="noStrike" cap="none" spc="0" baseline="0">
                <a:solidFill>
                  <a:srgbClr val="000000"/>
                </a:solidFill>
                <a:uFillTx/>
                <a:latin typeface="+mj-lt"/>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pPr>
              <a:lnSpc>
                <a:spcPct val="100000"/>
              </a:lnSpc>
            </a:pPr>
            <a:r>
              <a:rPr lang="en-US" sz="2800" kern="0" dirty="0"/>
              <a:t>Commitment </a:t>
            </a:r>
            <a:br>
              <a:rPr lang="en-US" sz="2800" kern="0" dirty="0"/>
            </a:br>
            <a:r>
              <a:rPr lang="en-US" sz="2800" kern="0" dirty="0"/>
              <a:t>sideliners</a:t>
            </a:r>
          </a:p>
          <a:p>
            <a:pPr>
              <a:lnSpc>
                <a:spcPct val="100000"/>
              </a:lnSpc>
            </a:pPr>
            <a:endParaRPr lang="en-RO" sz="2800" kern="0"/>
          </a:p>
        </p:txBody>
      </p:sp>
      <p:grpSp>
        <p:nvGrpSpPr>
          <p:cNvPr id="17" name="Group 16" descr="Graphic showing outlined square with smaller square filled with blue 60 to indicate percentage of the whole">
            <a:extLst>
              <a:ext uri="{FF2B5EF4-FFF2-40B4-BE49-F238E27FC236}">
                <a16:creationId xmlns:a16="http://schemas.microsoft.com/office/drawing/2014/main" id="{459401B2-5174-B6A7-CA75-1EEA3B270258}"/>
              </a:ext>
            </a:extLst>
          </p:cNvPr>
          <p:cNvGrpSpPr/>
          <p:nvPr/>
        </p:nvGrpSpPr>
        <p:grpSpPr>
          <a:xfrm>
            <a:off x="12764132" y="7241390"/>
            <a:ext cx="4949823" cy="4953785"/>
            <a:chOff x="1905000" y="4000500"/>
            <a:chExt cx="5715000" cy="5719574"/>
          </a:xfrm>
        </p:grpSpPr>
        <p:sp>
          <p:nvSpPr>
            <p:cNvPr id="18" name="Rectangle 17">
              <a:extLst>
                <a:ext uri="{FF2B5EF4-FFF2-40B4-BE49-F238E27FC236}">
                  <a16:creationId xmlns:a16="http://schemas.microsoft.com/office/drawing/2014/main" id="{306CB39C-1D5F-09BE-C1F9-FC46E794BC19}"/>
                </a:ext>
              </a:extLst>
            </p:cNvPr>
            <p:cNvSpPr/>
            <p:nvPr/>
          </p:nvSpPr>
          <p:spPr bwMode="auto">
            <a:xfrm>
              <a:off x="1905000" y="4000500"/>
              <a:ext cx="5715000" cy="5715000"/>
            </a:xfrm>
            <a:prstGeom prst="rect">
              <a:avLst/>
            </a:prstGeom>
            <a:noFill/>
            <a:ln w="19050">
              <a:solidFill>
                <a:schemeClr val="tx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dirty="0">
                <a:ln>
                  <a:noFill/>
                </a:ln>
                <a:solidFill>
                  <a:schemeClr val="bg1"/>
                </a:solidFill>
                <a:effectLst/>
                <a:latin typeface="+mn-lt"/>
              </a:endParaRPr>
            </a:p>
          </p:txBody>
        </p:sp>
        <p:sp>
          <p:nvSpPr>
            <p:cNvPr id="22" name="Rectangle 21">
              <a:extLst>
                <a:ext uri="{FF2B5EF4-FFF2-40B4-BE49-F238E27FC236}">
                  <a16:creationId xmlns:a16="http://schemas.microsoft.com/office/drawing/2014/main" id="{CDB1FCAA-D406-469C-C5CD-00EE196CC4CF}"/>
                </a:ext>
              </a:extLst>
            </p:cNvPr>
            <p:cNvSpPr/>
            <p:nvPr/>
          </p:nvSpPr>
          <p:spPr bwMode="auto">
            <a:xfrm>
              <a:off x="1905000" y="6445661"/>
              <a:ext cx="3274413" cy="3274413"/>
            </a:xfrm>
            <a:prstGeom prst="rect">
              <a:avLst/>
            </a:prstGeom>
            <a:solidFill>
              <a:schemeClr val="accent1"/>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r>
                <a:rPr lang="en-US" dirty="0">
                  <a:solidFill>
                    <a:schemeClr val="bg1"/>
                  </a:solidFill>
                </a:rPr>
                <a:t>28</a:t>
              </a:r>
              <a:r>
                <a:rPr kumimoji="0" lang="en-US" b="0" i="0" u="none" strike="noStrike" cap="none" normalizeH="0" baseline="0" dirty="0">
                  <a:ln>
                    <a:noFill/>
                  </a:ln>
                  <a:solidFill>
                    <a:schemeClr val="bg1"/>
                  </a:solidFill>
                  <a:effectLst/>
                  <a:latin typeface="+mn-lt"/>
                </a:rPr>
                <a:t>%</a:t>
              </a:r>
            </a:p>
          </p:txBody>
        </p:sp>
      </p:grpSp>
      <p:sp>
        <p:nvSpPr>
          <p:cNvPr id="30" name="Text Placeholder 2">
            <a:extLst>
              <a:ext uri="{FF2B5EF4-FFF2-40B4-BE49-F238E27FC236}">
                <a16:creationId xmlns:a16="http://schemas.microsoft.com/office/drawing/2014/main" id="{C28F0DCF-6FE6-74CE-212D-7E35710E78B6}"/>
              </a:ext>
            </a:extLst>
          </p:cNvPr>
          <p:cNvSpPr txBox="1">
            <a:spLocks/>
          </p:cNvSpPr>
          <p:nvPr/>
        </p:nvSpPr>
        <p:spPr>
          <a:xfrm>
            <a:off x="18862853" y="5903240"/>
            <a:ext cx="4949825" cy="7620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lvl1pPr marL="0" marR="0" indent="0" algn="l" defTabSz="2438400" rtl="0" eaLnBrk="1" latinLnBrk="0" hangingPunct="1">
              <a:lnSpc>
                <a:spcPct val="110000"/>
              </a:lnSpc>
              <a:spcBef>
                <a:spcPts val="0"/>
              </a:spcBef>
              <a:spcAft>
                <a:spcPts val="0"/>
              </a:spcAft>
              <a:buClrTx/>
              <a:buSzTx/>
              <a:buFontTx/>
              <a:buNone/>
              <a:tabLst/>
              <a:defRPr sz="3600" b="0" i="0" u="none" strike="noStrike" cap="none" spc="0" baseline="0">
                <a:solidFill>
                  <a:schemeClr val="tx1"/>
                </a:solidFill>
                <a:uFillTx/>
                <a:latin typeface="+mj-lt"/>
                <a:ea typeface="+mj-ea"/>
                <a:cs typeface="+mj-cs"/>
                <a:sym typeface="IBM Plex Sans Light"/>
              </a:defRPr>
            </a:lvl1pPr>
            <a:lvl2pPr marL="329184"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2pPr>
            <a:lvl3pPr marL="658368"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3pPr>
            <a:lvl4pPr marL="987552"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4pPr>
            <a:lvl5pPr marL="1143000" marR="0" indent="-457200" algn="l" defTabSz="2438400" rtl="0" eaLnBrk="1" latinLnBrk="0" hangingPunct="1">
              <a:lnSpc>
                <a:spcPct val="110000"/>
              </a:lnSpc>
              <a:spcBef>
                <a:spcPts val="2900"/>
              </a:spcBef>
              <a:spcAft>
                <a:spcPts val="0"/>
              </a:spcAft>
              <a:buClrTx/>
              <a:buSzPct val="100000"/>
              <a:buFont typeface="IBM Plex Sans" panose="020B0604020202020204" pitchFamily="34" charset="0"/>
              <a:buChar char="•"/>
              <a:tabLst/>
              <a:defRPr sz="3600" b="0" i="0" u="none" strike="noStrike" cap="none" spc="0" baseline="0">
                <a:solidFill>
                  <a:srgbClr val="000000"/>
                </a:solidFill>
                <a:uFillTx/>
                <a:latin typeface="+mj-lt"/>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pPr>
              <a:lnSpc>
                <a:spcPct val="100000"/>
              </a:lnSpc>
            </a:pPr>
            <a:r>
              <a:rPr lang="en-US" sz="2800" kern="0" dirty="0"/>
              <a:t>Execution </a:t>
            </a:r>
            <a:br>
              <a:rPr lang="en-US" sz="2800" kern="0" dirty="0"/>
            </a:br>
            <a:r>
              <a:rPr lang="en-US" sz="2800" kern="0" dirty="0"/>
              <a:t>stragglers</a:t>
            </a:r>
          </a:p>
        </p:txBody>
      </p:sp>
      <p:grpSp>
        <p:nvGrpSpPr>
          <p:cNvPr id="26" name="Group 25" descr="Graphic showing outlined square with smaller square filled with blue 60 to indicate percentage of the whole">
            <a:extLst>
              <a:ext uri="{FF2B5EF4-FFF2-40B4-BE49-F238E27FC236}">
                <a16:creationId xmlns:a16="http://schemas.microsoft.com/office/drawing/2014/main" id="{4A303C5B-F375-4A54-9F34-2493F75525B3}"/>
              </a:ext>
            </a:extLst>
          </p:cNvPr>
          <p:cNvGrpSpPr/>
          <p:nvPr/>
        </p:nvGrpSpPr>
        <p:grpSpPr>
          <a:xfrm>
            <a:off x="18859678" y="7274228"/>
            <a:ext cx="4917013" cy="4920946"/>
            <a:chOff x="1905000" y="4000500"/>
            <a:chExt cx="5715000" cy="5719572"/>
          </a:xfrm>
        </p:grpSpPr>
        <p:sp>
          <p:nvSpPr>
            <p:cNvPr id="27" name="Rectangle 26">
              <a:extLst>
                <a:ext uri="{FF2B5EF4-FFF2-40B4-BE49-F238E27FC236}">
                  <a16:creationId xmlns:a16="http://schemas.microsoft.com/office/drawing/2014/main" id="{A63478FF-E340-5CB4-8E00-2BF1986149CD}"/>
                </a:ext>
              </a:extLst>
            </p:cNvPr>
            <p:cNvSpPr/>
            <p:nvPr/>
          </p:nvSpPr>
          <p:spPr bwMode="auto">
            <a:xfrm>
              <a:off x="1905000" y="4000500"/>
              <a:ext cx="5715000" cy="5715000"/>
            </a:xfrm>
            <a:prstGeom prst="rect">
              <a:avLst/>
            </a:prstGeom>
            <a:noFill/>
            <a:ln w="19050">
              <a:solidFill>
                <a:schemeClr val="tx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dirty="0">
                <a:ln>
                  <a:noFill/>
                </a:ln>
                <a:solidFill>
                  <a:schemeClr val="bg1"/>
                </a:solidFill>
                <a:effectLst/>
                <a:latin typeface="+mn-lt"/>
              </a:endParaRPr>
            </a:p>
          </p:txBody>
        </p:sp>
        <p:sp>
          <p:nvSpPr>
            <p:cNvPr id="28" name="Rectangle 27">
              <a:extLst>
                <a:ext uri="{FF2B5EF4-FFF2-40B4-BE49-F238E27FC236}">
                  <a16:creationId xmlns:a16="http://schemas.microsoft.com/office/drawing/2014/main" id="{1A0B262A-7524-2979-F9D7-5B1727A8C17F}"/>
                </a:ext>
              </a:extLst>
            </p:cNvPr>
            <p:cNvSpPr/>
            <p:nvPr/>
          </p:nvSpPr>
          <p:spPr bwMode="auto">
            <a:xfrm>
              <a:off x="1905000" y="6858000"/>
              <a:ext cx="2862072" cy="2862072"/>
            </a:xfrm>
            <a:prstGeom prst="rect">
              <a:avLst/>
            </a:prstGeom>
            <a:solidFill>
              <a:schemeClr val="accent1"/>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r>
                <a:rPr kumimoji="0" lang="en-US" b="0" i="0" u="none" strike="noStrike" cap="none" normalizeH="0" baseline="0" dirty="0">
                  <a:ln>
                    <a:noFill/>
                  </a:ln>
                  <a:solidFill>
                    <a:schemeClr val="bg1"/>
                  </a:solidFill>
                  <a:effectLst/>
                  <a:latin typeface="+mn-lt"/>
                </a:rPr>
                <a:t>26%</a:t>
              </a:r>
            </a:p>
          </p:txBody>
        </p:sp>
      </p:grpSp>
      <p:sp>
        <p:nvSpPr>
          <p:cNvPr id="25" name="Text Placeholder 32">
            <a:extLst>
              <a:ext uri="{FF2B5EF4-FFF2-40B4-BE49-F238E27FC236}">
                <a16:creationId xmlns:a16="http://schemas.microsoft.com/office/drawing/2014/main" id="{A68F8D91-2D46-876E-1CE9-C1ECF268F755}"/>
              </a:ext>
            </a:extLst>
          </p:cNvPr>
          <p:cNvSpPr>
            <a:spLocks noGrp="1"/>
          </p:cNvSpPr>
          <p:nvPr>
            <p:ph type="body" sz="quarter" idx="12"/>
          </p:nvPr>
        </p:nvSpPr>
        <p:spPr>
          <a:xfrm>
            <a:off x="6672523" y="12383249"/>
            <a:ext cx="8170004" cy="762001"/>
          </a:xfrm>
        </p:spPr>
        <p:txBody>
          <a:bodyPr anchor="b"/>
          <a:lstStyle/>
          <a:p>
            <a:r>
              <a:rPr lang="en-US" sz="1600" dirty="0">
                <a:latin typeface="IBM Plex Sans" panose="020B0503050203000203" pitchFamily="34" charset="0"/>
              </a:rPr>
              <a:t>Source: Q11. What environmental sustainability initiatives has your organization undertaken or will it undertake in its operations—Today and in 3 years? (n=1958)</a:t>
            </a:r>
          </a:p>
        </p:txBody>
      </p:sp>
      <p:sp>
        <p:nvSpPr>
          <p:cNvPr id="29" name="Footer Placeholder 3">
            <a:extLst>
              <a:ext uri="{FF2B5EF4-FFF2-40B4-BE49-F238E27FC236}">
                <a16:creationId xmlns:a16="http://schemas.microsoft.com/office/drawing/2014/main" id="{1597E677-6267-68F2-ECB1-2F3B192FB5A0}"/>
              </a:ext>
            </a:extLst>
          </p:cNvPr>
          <p:cNvSpPr>
            <a:spLocks noGrp="1"/>
          </p:cNvSpPr>
          <p:nvPr>
            <p:ph type="ftr" sz="quarter" idx="13"/>
          </p:nvPr>
        </p:nvSpPr>
        <p:spPr>
          <a:xfrm>
            <a:off x="568324" y="12804235"/>
            <a:ext cx="4956176" cy="381000"/>
          </a:xfrm>
          <a:prstGeom prst="rect">
            <a:avLst/>
          </a:prstGeom>
        </p:spPr>
        <p:txBody>
          <a:bodyPr vert="horz" lIns="0" tIns="0" rIns="0" bIns="0" rtlCol="0" anchor="b"/>
          <a:lstStyle>
            <a:defPPr>
              <a:defRPr lang="en-US"/>
            </a:defPPr>
            <a:lvl1pPr marL="0" algn="l" defTabSz="1829379" rtl="0" eaLnBrk="1" latinLnBrk="0" hangingPunct="1">
              <a:defRPr sz="1600" b="0" i="0" kern="1200">
                <a:solidFill>
                  <a:schemeClr val="tx1"/>
                </a:solidFill>
                <a:latin typeface="IBM Plex Sans" panose="020B0503050203000203" pitchFamily="34" charset="0"/>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r>
              <a:rPr lang="en-US" dirty="0"/>
              <a:t>Footer</a:t>
            </a:r>
          </a:p>
        </p:txBody>
      </p:sp>
      <p:sp>
        <p:nvSpPr>
          <p:cNvPr id="6" name="Slide Number Placeholder 5">
            <a:extLst>
              <a:ext uri="{FF2B5EF4-FFF2-40B4-BE49-F238E27FC236}">
                <a16:creationId xmlns:a16="http://schemas.microsoft.com/office/drawing/2014/main" id="{DCAE2FD6-0DB6-B11B-FC63-A783208FE663}"/>
              </a:ext>
            </a:extLst>
          </p:cNvPr>
          <p:cNvSpPr>
            <a:spLocks noGrp="1"/>
          </p:cNvSpPr>
          <p:nvPr>
            <p:ph type="sldNum" sz="quarter" idx="4"/>
          </p:nvPr>
        </p:nvSpPr>
        <p:spPr/>
        <p:txBody>
          <a:bodyPr/>
          <a:lstStyle/>
          <a:p>
            <a:fld id="{86CB4B4D-7CA3-9044-876B-883B54F8677D}" type="slidenum">
              <a:rPr lang="en-US" smtClean="0"/>
              <a:pPr/>
              <a:t>86</a:t>
            </a:fld>
            <a:endParaRPr lang="en-US" dirty="0"/>
          </a:p>
        </p:txBody>
      </p:sp>
    </p:spTree>
    <p:extLst>
      <p:ext uri="{BB962C8B-B14F-4D97-AF65-F5344CB8AC3E}">
        <p14:creationId xmlns:p14="http://schemas.microsoft.com/office/powerpoint/2010/main" val="447207341"/>
      </p:ext>
    </p:extLst>
  </p:cSld>
  <p:clrMapOvr>
    <a:masterClrMapping/>
  </p:clrMapOvr>
  <p:transition spd="med"/>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 Placeholder 36">
            <a:extLst>
              <a:ext uri="{FF2B5EF4-FFF2-40B4-BE49-F238E27FC236}">
                <a16:creationId xmlns:a16="http://schemas.microsoft.com/office/drawing/2014/main" id="{9742E3C5-449D-6237-D588-4649E6766742}"/>
              </a:ext>
            </a:extLst>
          </p:cNvPr>
          <p:cNvSpPr txBox="1">
            <a:spLocks/>
          </p:cNvSpPr>
          <p:nvPr/>
        </p:nvSpPr>
        <p:spPr>
          <a:xfrm>
            <a:off x="576072" y="576072"/>
            <a:ext cx="4956175" cy="114141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lvl1pPr marL="0" marR="0" indent="0" algn="l" defTabSz="2438400" rtl="0" eaLnBrk="1" latinLnBrk="0" hangingPunct="1">
              <a:lnSpc>
                <a:spcPct val="110000"/>
              </a:lnSpc>
              <a:spcBef>
                <a:spcPts val="0"/>
              </a:spcBef>
              <a:spcAft>
                <a:spcPts val="0"/>
              </a:spcAft>
              <a:buClrTx/>
              <a:buSzTx/>
              <a:buFontTx/>
              <a:buNone/>
              <a:tabLst/>
              <a:defRPr sz="2800" b="0" i="0" u="none" strike="noStrike" cap="none" spc="0" baseline="0">
                <a:solidFill>
                  <a:schemeClr val="tx2"/>
                </a:solidFill>
                <a:uFillTx/>
                <a:latin typeface="+mj-lt"/>
                <a:ea typeface="+mj-ea"/>
                <a:cs typeface="+mj-cs"/>
                <a:sym typeface="IBM Plex Sans Light"/>
              </a:defRPr>
            </a:lvl1pPr>
            <a:lvl2pPr marL="329184"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2pPr>
            <a:lvl3pPr marL="658368"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3pPr>
            <a:lvl4pPr marL="987552"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4pPr>
            <a:lvl5pPr marL="1143000" marR="0" indent="-457200" algn="l" defTabSz="2438400" rtl="0" eaLnBrk="1" latinLnBrk="0" hangingPunct="1">
              <a:lnSpc>
                <a:spcPct val="110000"/>
              </a:lnSpc>
              <a:spcBef>
                <a:spcPts val="2900"/>
              </a:spcBef>
              <a:spcAft>
                <a:spcPts val="0"/>
              </a:spcAft>
              <a:buClrTx/>
              <a:buSzPct val="100000"/>
              <a:buFont typeface="IBM Plex Sans" panose="020B0604020202020204" pitchFamily="34" charset="0"/>
              <a:buChar char="•"/>
              <a:tabLst/>
              <a:defRPr sz="3600" b="0" i="0" u="none" strike="noStrike" cap="none" spc="0" baseline="0">
                <a:solidFill>
                  <a:srgbClr val="000000"/>
                </a:solidFill>
                <a:uFillTx/>
                <a:latin typeface="+mj-lt"/>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r>
              <a:rPr lang="en-US" kern="0" dirty="0">
                <a:solidFill>
                  <a:srgbClr val="000000"/>
                </a:solidFill>
              </a:rPr>
              <a:t>Current stats</a:t>
            </a:r>
          </a:p>
        </p:txBody>
      </p:sp>
      <p:sp>
        <p:nvSpPr>
          <p:cNvPr id="22" name="Title 1">
            <a:extLst>
              <a:ext uri="{FF2B5EF4-FFF2-40B4-BE49-F238E27FC236}">
                <a16:creationId xmlns:a16="http://schemas.microsoft.com/office/drawing/2014/main" id="{D8C3666D-6F44-C473-4409-0D48B0B5D7C1}"/>
              </a:ext>
            </a:extLst>
          </p:cNvPr>
          <p:cNvSpPr>
            <a:spLocks noGrp="1"/>
          </p:cNvSpPr>
          <p:nvPr>
            <p:ph type="title"/>
          </p:nvPr>
        </p:nvSpPr>
        <p:spPr>
          <a:xfrm>
            <a:off x="574673" y="1520826"/>
            <a:ext cx="11044239" cy="3022346"/>
          </a:xfrm>
        </p:spPr>
        <p:txBody>
          <a:bodyPr/>
          <a:lstStyle/>
          <a:p>
            <a:r>
              <a:rPr lang="en-US" sz="4400" dirty="0">
                <a:solidFill>
                  <a:srgbClr val="000000"/>
                </a:solidFill>
                <a:effectLst/>
              </a:rPr>
              <a:t>Acknowledgement of the need </a:t>
            </a:r>
            <a:br>
              <a:rPr lang="en-US" sz="4400" dirty="0">
                <a:solidFill>
                  <a:srgbClr val="000000"/>
                </a:solidFill>
                <a:effectLst/>
              </a:rPr>
            </a:br>
            <a:r>
              <a:rPr lang="en-US" sz="4400" dirty="0">
                <a:solidFill>
                  <a:srgbClr val="000000"/>
                </a:solidFill>
                <a:effectLst/>
              </a:rPr>
              <a:t>for fundamental change to address sustainability has been less </a:t>
            </a:r>
            <a:br>
              <a:rPr lang="en-US" sz="4400" dirty="0">
                <a:solidFill>
                  <a:srgbClr val="000000"/>
                </a:solidFill>
                <a:effectLst/>
              </a:rPr>
            </a:br>
            <a:r>
              <a:rPr lang="en-US" sz="4400" dirty="0">
                <a:solidFill>
                  <a:srgbClr val="000000"/>
                </a:solidFill>
                <a:effectLst/>
              </a:rPr>
              <a:t>than forthcoming</a:t>
            </a:r>
          </a:p>
        </p:txBody>
      </p:sp>
      <p:sp>
        <p:nvSpPr>
          <p:cNvPr id="23" name="Text Placeholder 2">
            <a:extLst>
              <a:ext uri="{FF2B5EF4-FFF2-40B4-BE49-F238E27FC236}">
                <a16:creationId xmlns:a16="http://schemas.microsoft.com/office/drawing/2014/main" id="{549990B9-E03F-3C76-AF5A-D5084FF8445E}"/>
              </a:ext>
            </a:extLst>
          </p:cNvPr>
          <p:cNvSpPr>
            <a:spLocks noGrp="1"/>
          </p:cNvSpPr>
          <p:nvPr>
            <p:ph type="body" sz="quarter" idx="16"/>
          </p:nvPr>
        </p:nvSpPr>
        <p:spPr>
          <a:xfrm>
            <a:off x="12763500" y="576072"/>
            <a:ext cx="4953000" cy="5145087"/>
          </a:xfrm>
        </p:spPr>
        <p:txBody>
          <a:bodyPr/>
          <a:lstStyle/>
          <a:p>
            <a:r>
              <a:rPr lang="en-US" dirty="0">
                <a:solidFill>
                  <a:srgbClr val="000000"/>
                </a:solidFill>
                <a:effectLst/>
                <a:latin typeface="+mj-lt"/>
              </a:rPr>
              <a:t>Our organization is willing to change existing business practices at the expense of profit to improve sustainability</a:t>
            </a:r>
          </a:p>
        </p:txBody>
      </p:sp>
      <p:pic>
        <p:nvPicPr>
          <p:cNvPr id="17" name="Picture 16" descr="Graphic showing circular gauge with percentage of the whole indicated in blue 60">
            <a:extLst>
              <a:ext uri="{FF2B5EF4-FFF2-40B4-BE49-F238E27FC236}">
                <a16:creationId xmlns:a16="http://schemas.microsoft.com/office/drawing/2014/main" id="{65A7E003-9166-DDB2-DC15-DFD47080BB5F}"/>
              </a:ext>
            </a:extLst>
          </p:cNvPr>
          <p:cNvPicPr>
            <a:picLocks noChangeAspect="1"/>
          </p:cNvPicPr>
          <p:nvPr/>
        </p:nvPicPr>
        <p:blipFill>
          <a:blip r:embed="rId2"/>
          <a:stretch>
            <a:fillRect/>
          </a:stretch>
        </p:blipFill>
        <p:spPr>
          <a:xfrm>
            <a:off x="18880137" y="565150"/>
            <a:ext cx="4965700" cy="4965700"/>
          </a:xfrm>
          <a:prstGeom prst="rect">
            <a:avLst/>
          </a:prstGeom>
        </p:spPr>
      </p:pic>
      <p:cxnSp>
        <p:nvCxnSpPr>
          <p:cNvPr id="10" name="Straight Connector 9" descr="Horizontal row divider line">
            <a:extLst>
              <a:ext uri="{FF2B5EF4-FFF2-40B4-BE49-F238E27FC236}">
                <a16:creationId xmlns:a16="http://schemas.microsoft.com/office/drawing/2014/main" id="{0F94ABCB-98A1-F62A-244D-02BE4738FC16}"/>
              </a:ext>
            </a:extLst>
          </p:cNvPr>
          <p:cNvCxnSpPr/>
          <p:nvPr/>
        </p:nvCxnSpPr>
        <p:spPr bwMode="auto">
          <a:xfrm>
            <a:off x="12192000" y="6096000"/>
            <a:ext cx="11622024"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24" name="Text Placeholder 4">
            <a:extLst>
              <a:ext uri="{FF2B5EF4-FFF2-40B4-BE49-F238E27FC236}">
                <a16:creationId xmlns:a16="http://schemas.microsoft.com/office/drawing/2014/main" id="{3F28BB22-2E2B-779D-9C2D-4B0FE886D200}"/>
              </a:ext>
            </a:extLst>
          </p:cNvPr>
          <p:cNvSpPr txBox="1">
            <a:spLocks/>
          </p:cNvSpPr>
          <p:nvPr/>
        </p:nvSpPr>
        <p:spPr>
          <a:xfrm>
            <a:off x="12763500" y="6667500"/>
            <a:ext cx="4953000" cy="49530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lvl1pPr marL="0" marR="0" indent="0" algn="l" defTabSz="2438400" rtl="0" eaLnBrk="1" latinLnBrk="0" hangingPunct="1">
              <a:lnSpc>
                <a:spcPct val="110000"/>
              </a:lnSpc>
              <a:spcBef>
                <a:spcPts val="0"/>
              </a:spcBef>
              <a:spcAft>
                <a:spcPts val="0"/>
              </a:spcAft>
              <a:buClrTx/>
              <a:buSzTx/>
              <a:buFontTx/>
              <a:buNone/>
              <a:tabLst/>
              <a:defRPr sz="2800" b="0" i="0" u="none" strike="noStrike" cap="none" spc="0" baseline="0">
                <a:solidFill>
                  <a:schemeClr val="tx1"/>
                </a:solidFill>
                <a:uFillTx/>
                <a:latin typeface="IBM Plex Sans Light" panose="020B0403050203000203" pitchFamily="34" charset="0"/>
                <a:ea typeface="+mj-ea"/>
                <a:cs typeface="+mj-cs"/>
                <a:sym typeface="IBM Plex Sans Light"/>
              </a:defRPr>
            </a:lvl1pPr>
            <a:lvl2pPr marL="256032" marR="0" indent="-256032" algn="l" defTabSz="2438400" rtl="0" eaLnBrk="1" latinLnBrk="0" hangingPunct="1">
              <a:lnSpc>
                <a:spcPct val="110000"/>
              </a:lnSpc>
              <a:spcBef>
                <a:spcPts val="0"/>
              </a:spcBef>
              <a:spcAft>
                <a:spcPts val="0"/>
              </a:spcAft>
              <a:buClrTx/>
              <a:buSzPct val="100000"/>
              <a:buFontTx/>
              <a:buChar char="–"/>
              <a:tabLst/>
              <a:defRPr sz="2800" b="0" i="0" u="none" strike="noStrike" cap="none" spc="0" baseline="0">
                <a:solidFill>
                  <a:schemeClr val="tx1"/>
                </a:solidFill>
                <a:uFillTx/>
                <a:latin typeface="IBM Plex Sans Light" panose="020B0403050203000203" pitchFamily="34" charset="0"/>
                <a:ea typeface="+mj-ea"/>
                <a:cs typeface="+mj-cs"/>
                <a:sym typeface="IBM Plex Sans Light"/>
              </a:defRPr>
            </a:lvl2pPr>
            <a:lvl3pPr marL="512064" marR="0" indent="-256032" algn="l" defTabSz="2438400" rtl="0" eaLnBrk="1" latinLnBrk="0" hangingPunct="1">
              <a:lnSpc>
                <a:spcPct val="110000"/>
              </a:lnSpc>
              <a:spcBef>
                <a:spcPts val="0"/>
              </a:spcBef>
              <a:spcAft>
                <a:spcPts val="0"/>
              </a:spcAft>
              <a:buClrTx/>
              <a:buSzPct val="100000"/>
              <a:buFontTx/>
              <a:buChar char="•"/>
              <a:tabLst/>
              <a:defRPr sz="2800" b="0" i="0" u="none" strike="noStrike" cap="none" spc="0" baseline="0">
                <a:solidFill>
                  <a:schemeClr val="tx1"/>
                </a:solidFill>
                <a:uFillTx/>
                <a:latin typeface="IBM Plex Sans Light" panose="020B0403050203000203" pitchFamily="34" charset="0"/>
                <a:ea typeface="+mj-ea"/>
                <a:cs typeface="+mj-cs"/>
                <a:sym typeface="IBM Plex Sans Light"/>
              </a:defRPr>
            </a:lvl3pPr>
            <a:lvl4pPr marL="768096" marR="0" indent="-256032" algn="l" defTabSz="2438400" rtl="0" eaLnBrk="1" latinLnBrk="0" hangingPunct="1">
              <a:lnSpc>
                <a:spcPct val="110000"/>
              </a:lnSpc>
              <a:spcBef>
                <a:spcPts val="0"/>
              </a:spcBef>
              <a:spcAft>
                <a:spcPts val="0"/>
              </a:spcAft>
              <a:buClrTx/>
              <a:buSzPct val="100000"/>
              <a:buFontTx/>
              <a:buChar char="–"/>
              <a:tabLst/>
              <a:defRPr sz="2800" b="0" i="0" u="none" strike="noStrike" cap="none" spc="0" baseline="0">
                <a:solidFill>
                  <a:schemeClr val="tx1"/>
                </a:solidFill>
                <a:uFillTx/>
                <a:latin typeface="IBM Plex Sans Light" panose="020B0403050203000203" pitchFamily="34" charset="0"/>
                <a:ea typeface="+mj-ea"/>
                <a:cs typeface="+mj-cs"/>
                <a:sym typeface="IBM Plex Sans Light"/>
              </a:defRPr>
            </a:lvl4pPr>
            <a:lvl5pPr marL="1143000" marR="0" indent="-457200" algn="l" defTabSz="2438400" rtl="0" eaLnBrk="1" latinLnBrk="0" hangingPunct="1">
              <a:lnSpc>
                <a:spcPct val="110000"/>
              </a:lnSpc>
              <a:spcBef>
                <a:spcPts val="0"/>
              </a:spcBef>
              <a:spcAft>
                <a:spcPts val="0"/>
              </a:spcAft>
              <a:buClrTx/>
              <a:buSzPct val="100000"/>
              <a:buFont typeface="IBM Plex Sans" panose="020B0604020202020204" pitchFamily="34" charset="0"/>
              <a:buChar char="•"/>
              <a:tabLst/>
              <a:defRPr sz="2800" b="0" i="0" u="none" strike="noStrike" cap="none" spc="0" baseline="0">
                <a:solidFill>
                  <a:schemeClr val="tx1"/>
                </a:solidFill>
                <a:uFillTx/>
                <a:latin typeface="IBM Plex Sans Light" panose="020B0403050203000203" pitchFamily="34" charset="0"/>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r>
              <a:rPr lang="en-US" kern="0" dirty="0">
                <a:solidFill>
                  <a:srgbClr val="000000"/>
                </a:solidFill>
                <a:latin typeface="+mj-lt"/>
              </a:rPr>
              <a:t>Sustainability is a core </a:t>
            </a:r>
            <a:br>
              <a:rPr lang="en-US" kern="0" dirty="0">
                <a:solidFill>
                  <a:srgbClr val="000000"/>
                </a:solidFill>
                <a:latin typeface="+mj-lt"/>
              </a:rPr>
            </a:br>
            <a:r>
              <a:rPr lang="en-US" kern="0" dirty="0">
                <a:solidFill>
                  <a:srgbClr val="000000"/>
                </a:solidFill>
                <a:latin typeface="+mj-lt"/>
              </a:rPr>
              <a:t>element of our business</a:t>
            </a:r>
          </a:p>
        </p:txBody>
      </p:sp>
      <p:pic>
        <p:nvPicPr>
          <p:cNvPr id="19" name="Picture 18" descr="Graphic showing circular gauge with percentage of the whole indicated in blue 60">
            <a:extLst>
              <a:ext uri="{FF2B5EF4-FFF2-40B4-BE49-F238E27FC236}">
                <a16:creationId xmlns:a16="http://schemas.microsoft.com/office/drawing/2014/main" id="{1D42CF38-D975-BEAA-1DC1-F43467A9D996}"/>
              </a:ext>
            </a:extLst>
          </p:cNvPr>
          <p:cNvPicPr>
            <a:picLocks noChangeAspect="1"/>
          </p:cNvPicPr>
          <p:nvPr/>
        </p:nvPicPr>
        <p:blipFill>
          <a:blip r:embed="rId3"/>
          <a:stretch>
            <a:fillRect/>
          </a:stretch>
        </p:blipFill>
        <p:spPr>
          <a:xfrm>
            <a:off x="18880137" y="6692900"/>
            <a:ext cx="4953000" cy="4953000"/>
          </a:xfrm>
          <a:prstGeom prst="rect">
            <a:avLst/>
          </a:prstGeom>
        </p:spPr>
      </p:pic>
      <p:sp>
        <p:nvSpPr>
          <p:cNvPr id="9" name="Footer Placeholder 8">
            <a:extLst>
              <a:ext uri="{FF2B5EF4-FFF2-40B4-BE49-F238E27FC236}">
                <a16:creationId xmlns:a16="http://schemas.microsoft.com/office/drawing/2014/main" id="{1DD854A0-670B-1C98-A279-E1038F35AA51}"/>
              </a:ext>
            </a:extLst>
          </p:cNvPr>
          <p:cNvSpPr>
            <a:spLocks noGrp="1"/>
          </p:cNvSpPr>
          <p:nvPr>
            <p:ph type="ftr" sz="quarter" idx="20"/>
          </p:nvPr>
        </p:nvSpPr>
        <p:spPr>
          <a:xfrm>
            <a:off x="568324" y="12804235"/>
            <a:ext cx="4956176" cy="381000"/>
          </a:xfrm>
          <a:prstGeom prst="rect">
            <a:avLst/>
          </a:prstGeom>
        </p:spPr>
        <p:txBody>
          <a:bodyPr vert="horz" lIns="0" tIns="0" rIns="0" bIns="0" rtlCol="0" anchor="b"/>
          <a:lstStyle>
            <a:defPPr>
              <a:defRPr lang="en-US"/>
            </a:defPPr>
            <a:lvl1pPr marL="0" algn="l" defTabSz="1829379" rtl="0" eaLnBrk="1" latinLnBrk="0" hangingPunct="1">
              <a:defRPr sz="1600" b="0" i="0" kern="1200">
                <a:solidFill>
                  <a:schemeClr val="tx1"/>
                </a:solidFill>
                <a:latin typeface="IBM Plex Sans" panose="020B0503050203000203" pitchFamily="34" charset="0"/>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r>
              <a:rPr lang="en-US" dirty="0"/>
              <a:t>Footer</a:t>
            </a:r>
          </a:p>
        </p:txBody>
      </p:sp>
      <p:cxnSp>
        <p:nvCxnSpPr>
          <p:cNvPr id="12" name="Straight Connector 11" descr="Vertical column divider">
            <a:extLst>
              <a:ext uri="{FF2B5EF4-FFF2-40B4-BE49-F238E27FC236}">
                <a16:creationId xmlns:a16="http://schemas.microsoft.com/office/drawing/2014/main" id="{CF21617F-04B6-2340-46B3-23DC2C998EBF}"/>
              </a:ext>
            </a:extLst>
          </p:cNvPr>
          <p:cNvCxnSpPr>
            <a:cxnSpLocks/>
          </p:cNvCxnSpPr>
          <p:nvPr/>
        </p:nvCxnSpPr>
        <p:spPr bwMode="auto">
          <a:xfrm>
            <a:off x="12192127" y="570103"/>
            <a:ext cx="0" cy="1162507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3" name="Slide Number Placeholder 12">
            <a:extLst>
              <a:ext uri="{FF2B5EF4-FFF2-40B4-BE49-F238E27FC236}">
                <a16:creationId xmlns:a16="http://schemas.microsoft.com/office/drawing/2014/main" id="{236F3307-AAA4-E26E-8EC3-2999CCD8A315}"/>
              </a:ext>
            </a:extLst>
          </p:cNvPr>
          <p:cNvSpPr>
            <a:spLocks noGrp="1"/>
          </p:cNvSpPr>
          <p:nvPr>
            <p:ph type="sldNum" sz="quarter" idx="4"/>
          </p:nvPr>
        </p:nvSpPr>
        <p:spPr/>
        <p:txBody>
          <a:bodyPr/>
          <a:lstStyle/>
          <a:p>
            <a:fld id="{86CB4B4D-7CA3-9044-876B-883B54F8677D}" type="slidenum">
              <a:rPr lang="en-US" smtClean="0"/>
              <a:pPr/>
              <a:t>87</a:t>
            </a:fld>
            <a:endParaRPr lang="en-US" dirty="0"/>
          </a:p>
        </p:txBody>
      </p:sp>
    </p:spTree>
    <p:extLst>
      <p:ext uri="{BB962C8B-B14F-4D97-AF65-F5344CB8AC3E}">
        <p14:creationId xmlns:p14="http://schemas.microsoft.com/office/powerpoint/2010/main" val="3801477541"/>
      </p:ext>
    </p:extLst>
  </p:cSld>
  <p:clrMapOvr>
    <a:masterClrMapping/>
  </p:clrMapOvr>
  <p:transition spd="med"/>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ext Placeholder 12">
            <a:extLst>
              <a:ext uri="{FF2B5EF4-FFF2-40B4-BE49-F238E27FC236}">
                <a16:creationId xmlns:a16="http://schemas.microsoft.com/office/drawing/2014/main" id="{815891D6-F8DB-FC57-0769-49AFB0D33BBF}"/>
              </a:ext>
            </a:extLst>
          </p:cNvPr>
          <p:cNvSpPr txBox="1">
            <a:spLocks/>
          </p:cNvSpPr>
          <p:nvPr/>
        </p:nvSpPr>
        <p:spPr>
          <a:xfrm>
            <a:off x="576072" y="576072"/>
            <a:ext cx="7623175" cy="628808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lvl1pPr marL="0" marR="0" indent="0" algn="l" defTabSz="2438400" rtl="0" eaLnBrk="1" latinLnBrk="0" hangingPunct="1">
              <a:lnSpc>
                <a:spcPct val="100000"/>
              </a:lnSpc>
              <a:spcBef>
                <a:spcPts val="0"/>
              </a:spcBef>
              <a:spcAft>
                <a:spcPts val="0"/>
              </a:spcAft>
              <a:buClrTx/>
              <a:buSzTx/>
              <a:buFontTx/>
              <a:buNone/>
              <a:tabLst/>
              <a:defRPr sz="4400" b="0" i="0" u="none" strike="noStrike" cap="none" spc="0" baseline="0">
                <a:solidFill>
                  <a:schemeClr val="tx1"/>
                </a:solidFill>
                <a:uFillTx/>
                <a:latin typeface="+mj-lt"/>
                <a:ea typeface="+mj-ea"/>
                <a:cs typeface="+mj-cs"/>
                <a:sym typeface="IBM Plex Sans Light"/>
              </a:defRPr>
            </a:lvl1pPr>
            <a:lvl2pPr marL="402336" marR="0" indent="-402336" algn="l" defTabSz="2438400" rtl="0" eaLnBrk="1" latinLnBrk="0" hangingPunct="1">
              <a:lnSpc>
                <a:spcPct val="100000"/>
              </a:lnSpc>
              <a:spcBef>
                <a:spcPts val="0"/>
              </a:spcBef>
              <a:spcAft>
                <a:spcPts val="0"/>
              </a:spcAft>
              <a:buClrTx/>
              <a:buSzPct val="100000"/>
              <a:buFontTx/>
              <a:buChar char="–"/>
              <a:tabLst/>
              <a:defRPr sz="4400" b="0" i="0" u="none" strike="noStrike" cap="none" spc="0" baseline="0">
                <a:solidFill>
                  <a:schemeClr val="tx1"/>
                </a:solidFill>
                <a:uFillTx/>
                <a:latin typeface="+mj-lt"/>
                <a:ea typeface="+mj-ea"/>
                <a:cs typeface="+mj-cs"/>
                <a:sym typeface="IBM Plex Sans Light"/>
              </a:defRPr>
            </a:lvl2pPr>
            <a:lvl3pPr marL="804672" marR="0" indent="-402336" algn="l" defTabSz="2438400" rtl="0" eaLnBrk="1" latinLnBrk="0" hangingPunct="1">
              <a:lnSpc>
                <a:spcPct val="100000"/>
              </a:lnSpc>
              <a:spcBef>
                <a:spcPts val="0"/>
              </a:spcBef>
              <a:spcAft>
                <a:spcPts val="0"/>
              </a:spcAft>
              <a:buClrTx/>
              <a:buSzPct val="100000"/>
              <a:buFontTx/>
              <a:buChar char="•"/>
              <a:tabLst/>
              <a:defRPr sz="4400" b="0" i="0" u="none" strike="noStrike" cap="none" spc="0" baseline="0">
                <a:solidFill>
                  <a:schemeClr val="tx1"/>
                </a:solidFill>
                <a:uFillTx/>
                <a:latin typeface="+mj-lt"/>
                <a:ea typeface="+mj-ea"/>
                <a:cs typeface="+mj-cs"/>
                <a:sym typeface="IBM Plex Sans Light"/>
              </a:defRPr>
            </a:lvl3pPr>
            <a:lvl4pPr marL="1115568" marR="0" indent="-402336" algn="l" defTabSz="2438400" rtl="0" eaLnBrk="1" latinLnBrk="0" hangingPunct="1">
              <a:lnSpc>
                <a:spcPct val="100000"/>
              </a:lnSpc>
              <a:spcBef>
                <a:spcPts val="0"/>
              </a:spcBef>
              <a:spcAft>
                <a:spcPts val="0"/>
              </a:spcAft>
              <a:buClrTx/>
              <a:buSzPct val="100000"/>
              <a:buFontTx/>
              <a:buChar char="–"/>
              <a:tabLst/>
              <a:defRPr sz="4400" b="0" i="0" u="none" strike="noStrike" cap="none" spc="0" baseline="0">
                <a:solidFill>
                  <a:schemeClr val="tx1"/>
                </a:solidFill>
                <a:uFillTx/>
                <a:latin typeface="+mj-lt"/>
                <a:ea typeface="+mj-ea"/>
                <a:cs typeface="+mj-cs"/>
                <a:sym typeface="IBM Plex Sans Light"/>
              </a:defRPr>
            </a:lvl4pPr>
            <a:lvl5pPr marL="1143000" marR="0" indent="-457200" algn="l" defTabSz="2438400" rtl="0" eaLnBrk="1" latinLnBrk="0" hangingPunct="1">
              <a:lnSpc>
                <a:spcPct val="100000"/>
              </a:lnSpc>
              <a:spcBef>
                <a:spcPts val="0"/>
              </a:spcBef>
              <a:spcAft>
                <a:spcPts val="0"/>
              </a:spcAft>
              <a:buClrTx/>
              <a:buSzPct val="100000"/>
              <a:buFont typeface="IBM Plex Sans" panose="020B0604020202020204" pitchFamily="34" charset="0"/>
              <a:buChar char="•"/>
              <a:tabLst/>
              <a:defRPr sz="4400" b="0" i="0" u="none" strike="noStrike" cap="none" spc="0" baseline="0">
                <a:solidFill>
                  <a:schemeClr val="tx1"/>
                </a:solidFill>
                <a:uFillTx/>
                <a:latin typeface="+mj-lt"/>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r>
              <a:rPr lang="en-US" kern="0" dirty="0"/>
              <a:t>Partners are </a:t>
            </a:r>
            <a:br>
              <a:rPr lang="en-US" kern="0" dirty="0"/>
            </a:br>
            <a:r>
              <a:rPr lang="en-US" kern="0" dirty="0"/>
              <a:t>a company’s </a:t>
            </a:r>
            <a:br>
              <a:rPr lang="en-US" kern="0" dirty="0"/>
            </a:br>
            <a:r>
              <a:rPr lang="en-US" kern="0" dirty="0"/>
              <a:t>growth engine</a:t>
            </a:r>
          </a:p>
        </p:txBody>
      </p:sp>
      <p:sp>
        <p:nvSpPr>
          <p:cNvPr id="21" name="Text Placeholder 3">
            <a:extLst>
              <a:ext uri="{FF2B5EF4-FFF2-40B4-BE49-F238E27FC236}">
                <a16:creationId xmlns:a16="http://schemas.microsoft.com/office/drawing/2014/main" id="{D2098E33-611F-DAE6-FAD5-B9D19259DF4C}"/>
              </a:ext>
            </a:extLst>
          </p:cNvPr>
          <p:cNvSpPr>
            <a:spLocks noGrp="1"/>
          </p:cNvSpPr>
          <p:nvPr>
            <p:ph type="body" sz="quarter" idx="13"/>
          </p:nvPr>
        </p:nvSpPr>
        <p:spPr>
          <a:xfrm>
            <a:off x="384048" y="9493123"/>
            <a:ext cx="11050588" cy="3543300"/>
          </a:xfrm>
        </p:spPr>
        <p:txBody>
          <a:bodyPr/>
          <a:lstStyle/>
          <a:p>
            <a:r>
              <a:rPr lang="en-US" dirty="0"/>
              <a:t>75%</a:t>
            </a:r>
          </a:p>
        </p:txBody>
      </p:sp>
      <p:grpSp>
        <p:nvGrpSpPr>
          <p:cNvPr id="2" name="Group 1" descr="Graphic showing outlined square with smaller square filled with blue 60 to represent percentage of the whole">
            <a:extLst>
              <a:ext uri="{FF2B5EF4-FFF2-40B4-BE49-F238E27FC236}">
                <a16:creationId xmlns:a16="http://schemas.microsoft.com/office/drawing/2014/main" id="{56BA0FFA-965F-585F-43FC-B02D4B969C9D}"/>
              </a:ext>
            </a:extLst>
          </p:cNvPr>
          <p:cNvGrpSpPr/>
          <p:nvPr/>
        </p:nvGrpSpPr>
        <p:grpSpPr>
          <a:xfrm>
            <a:off x="9136774" y="2487168"/>
            <a:ext cx="9704514" cy="9704514"/>
            <a:chOff x="9136774" y="2431977"/>
            <a:chExt cx="9566030" cy="9566030"/>
          </a:xfrm>
        </p:grpSpPr>
        <p:sp>
          <p:nvSpPr>
            <p:cNvPr id="14" name="Rectangle 13">
              <a:extLst>
                <a:ext uri="{FF2B5EF4-FFF2-40B4-BE49-F238E27FC236}">
                  <a16:creationId xmlns:a16="http://schemas.microsoft.com/office/drawing/2014/main" id="{76B95F5D-1079-2BF0-60A1-722245BC4777}"/>
                </a:ext>
              </a:extLst>
            </p:cNvPr>
            <p:cNvSpPr/>
            <p:nvPr/>
          </p:nvSpPr>
          <p:spPr bwMode="auto">
            <a:xfrm>
              <a:off x="9136774" y="2431977"/>
              <a:ext cx="9566030" cy="9566030"/>
            </a:xfrm>
            <a:prstGeom prst="rect">
              <a:avLst/>
            </a:prstGeom>
            <a:noFill/>
            <a:ln w="28575">
              <a:solidFill>
                <a:schemeClr val="tx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dirty="0">
                <a:ln>
                  <a:noFill/>
                </a:ln>
                <a:solidFill>
                  <a:schemeClr val="bg1"/>
                </a:solidFill>
                <a:effectLst/>
                <a:latin typeface="+mn-lt"/>
              </a:endParaRPr>
            </a:p>
          </p:txBody>
        </p:sp>
        <p:sp>
          <p:nvSpPr>
            <p:cNvPr id="15" name="Rectangle 14">
              <a:extLst>
                <a:ext uri="{FF2B5EF4-FFF2-40B4-BE49-F238E27FC236}">
                  <a16:creationId xmlns:a16="http://schemas.microsoft.com/office/drawing/2014/main" id="{E276C945-16FD-ED19-141B-9D5EE7AF6F29}"/>
                </a:ext>
              </a:extLst>
            </p:cNvPr>
            <p:cNvSpPr/>
            <p:nvPr/>
          </p:nvSpPr>
          <p:spPr bwMode="auto">
            <a:xfrm>
              <a:off x="9136774" y="4823483"/>
              <a:ext cx="7174523" cy="7174523"/>
            </a:xfrm>
            <a:prstGeom prst="rect">
              <a:avLst/>
            </a:prstGeom>
            <a:solidFill>
              <a:srgbClr val="E5F6FF"/>
            </a:solidFill>
            <a:ln w="28575">
              <a:solidFill>
                <a:schemeClr val="accent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dirty="0">
                <a:ln>
                  <a:noFill/>
                </a:ln>
                <a:solidFill>
                  <a:schemeClr val="bg1"/>
                </a:solidFill>
                <a:effectLst/>
                <a:latin typeface="+mn-lt"/>
              </a:endParaRPr>
            </a:p>
          </p:txBody>
        </p:sp>
        <p:sp>
          <p:nvSpPr>
            <p:cNvPr id="16" name="Text Placeholder 3">
              <a:extLst>
                <a:ext uri="{FF2B5EF4-FFF2-40B4-BE49-F238E27FC236}">
                  <a16:creationId xmlns:a16="http://schemas.microsoft.com/office/drawing/2014/main" id="{45050788-AB03-77F7-F594-977DAD02BDA7}"/>
                </a:ext>
              </a:extLst>
            </p:cNvPr>
            <p:cNvSpPr txBox="1">
              <a:spLocks/>
            </p:cNvSpPr>
            <p:nvPr/>
          </p:nvSpPr>
          <p:spPr>
            <a:xfrm>
              <a:off x="9562406" y="5257938"/>
              <a:ext cx="5296430" cy="185545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lvl1pPr marL="0" marR="0" indent="0" algn="l" defTabSz="2438400" rtl="0" latinLnBrk="0">
                <a:lnSpc>
                  <a:spcPct val="110000"/>
                </a:lnSpc>
                <a:spcBef>
                  <a:spcPts val="0"/>
                </a:spcBef>
                <a:spcAft>
                  <a:spcPts val="0"/>
                </a:spcAft>
                <a:buClrTx/>
                <a:buSzTx/>
                <a:buFontTx/>
                <a:buNone/>
                <a:tabLst/>
                <a:defRPr sz="2800" b="0" i="0" u="none" strike="noStrike" cap="none" spc="0" baseline="0">
                  <a:solidFill>
                    <a:schemeClr val="tx1"/>
                  </a:solidFill>
                  <a:uFillTx/>
                  <a:latin typeface="+mj-lt"/>
                  <a:ea typeface="+mj-ea"/>
                  <a:cs typeface="+mj-cs"/>
                  <a:sym typeface="IBM Plex Sans Light"/>
                </a:defRPr>
              </a:lvl1pPr>
              <a:lvl2pPr marL="444465" marR="0" indent="-446749" algn="l" defTabSz="2438400" rtl="0" latinLnBrk="0">
                <a:lnSpc>
                  <a:spcPct val="110000"/>
                </a:lnSpc>
                <a:spcBef>
                  <a:spcPts val="0"/>
                </a:spcBef>
                <a:spcAft>
                  <a:spcPts val="0"/>
                </a:spcAft>
                <a:buClrTx/>
                <a:buSzPct val="100000"/>
                <a:buFontTx/>
                <a:buChar char="–"/>
                <a:tabLst/>
                <a:defRPr sz="2800" b="0" i="0" u="none" strike="noStrike" cap="none" spc="0" baseline="0">
                  <a:solidFill>
                    <a:schemeClr val="tx1"/>
                  </a:solidFill>
                  <a:uFillTx/>
                  <a:latin typeface="+mj-lt"/>
                  <a:ea typeface="+mj-ea"/>
                  <a:cs typeface="+mj-cs"/>
                  <a:sym typeface="IBM Plex Sans Light"/>
                </a:defRPr>
              </a:lvl2pPr>
              <a:lvl3pPr marL="615918" marR="0" indent="-446749" algn="l" defTabSz="2438400" rtl="0" latinLnBrk="0">
                <a:lnSpc>
                  <a:spcPct val="110000"/>
                </a:lnSpc>
                <a:spcBef>
                  <a:spcPts val="0"/>
                </a:spcBef>
                <a:spcAft>
                  <a:spcPts val="0"/>
                </a:spcAft>
                <a:buClrTx/>
                <a:buSzPct val="100000"/>
                <a:buFontTx/>
                <a:buChar char="•"/>
                <a:tabLst/>
                <a:defRPr sz="2800" b="0" i="0" u="none" strike="noStrike" cap="none" spc="0" baseline="0">
                  <a:solidFill>
                    <a:schemeClr val="tx1"/>
                  </a:solidFill>
                  <a:uFillTx/>
                  <a:latin typeface="+mj-lt"/>
                  <a:ea typeface="+mj-ea"/>
                  <a:cs typeface="+mj-cs"/>
                  <a:sym typeface="IBM Plex Sans Light"/>
                </a:defRPr>
              </a:lvl3pPr>
              <a:lvl4pPr marL="901671" marR="0" indent="-446749" algn="l" defTabSz="2438400" rtl="0" latinLnBrk="0">
                <a:lnSpc>
                  <a:spcPct val="110000"/>
                </a:lnSpc>
                <a:spcBef>
                  <a:spcPts val="0"/>
                </a:spcBef>
                <a:spcAft>
                  <a:spcPts val="0"/>
                </a:spcAft>
                <a:buClrTx/>
                <a:buSzPct val="100000"/>
                <a:buFontTx/>
                <a:buChar char="–"/>
                <a:tabLst/>
                <a:defRPr sz="2800" b="0" i="0" u="none" strike="noStrike" cap="none" spc="0" baseline="0">
                  <a:solidFill>
                    <a:schemeClr val="tx1"/>
                  </a:solidFill>
                  <a:uFillTx/>
                  <a:latin typeface="+mj-lt"/>
                  <a:ea typeface="+mj-ea"/>
                  <a:cs typeface="+mj-cs"/>
                  <a:sym typeface="IBM Plex Sans Light"/>
                </a:defRPr>
              </a:lvl4pPr>
              <a:lvl5pPr marL="1076298" marR="0" indent="-446749" algn="l" defTabSz="2438400" rtl="0" latinLnBrk="0">
                <a:lnSpc>
                  <a:spcPct val="110000"/>
                </a:lnSpc>
                <a:spcBef>
                  <a:spcPts val="0"/>
                </a:spcBef>
                <a:spcAft>
                  <a:spcPts val="0"/>
                </a:spcAft>
                <a:buClrTx/>
                <a:buSzPct val="100000"/>
                <a:buFontTx/>
                <a:buChar char="»"/>
                <a:tabLst/>
                <a:defRPr sz="2800" b="0" i="0" u="none" strike="noStrike" cap="none" spc="0" baseline="0">
                  <a:solidFill>
                    <a:schemeClr val="tx1"/>
                  </a:solidFill>
                  <a:uFillTx/>
                  <a:latin typeface="+mj-lt"/>
                  <a:ea typeface="+mj-ea"/>
                  <a:cs typeface="+mj-cs"/>
                  <a:sym typeface="IBM Plex Sans Light"/>
                </a:defRPr>
              </a:lvl5pPr>
              <a:lvl6pPr marL="1843060"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r>
                <a:rPr lang="en-US" kern="0" dirty="0">
                  <a:solidFill>
                    <a:schemeClr val="tx2"/>
                  </a:solidFill>
                </a:rPr>
                <a:t>The percentage of the world’s commerce that flows through indirect channels</a:t>
              </a:r>
            </a:p>
          </p:txBody>
        </p:sp>
      </p:grpSp>
      <p:sp>
        <p:nvSpPr>
          <p:cNvPr id="19" name="Footer Placeholder 1">
            <a:extLst>
              <a:ext uri="{FF2B5EF4-FFF2-40B4-BE49-F238E27FC236}">
                <a16:creationId xmlns:a16="http://schemas.microsoft.com/office/drawing/2014/main" id="{E98B0C95-6920-7E0D-AD52-0003F117C35D}"/>
              </a:ext>
            </a:extLst>
          </p:cNvPr>
          <p:cNvSpPr>
            <a:spLocks noGrp="1"/>
          </p:cNvSpPr>
          <p:nvPr>
            <p:ph type="ftr" sz="quarter" idx="18"/>
          </p:nvPr>
        </p:nvSpPr>
        <p:spPr>
          <a:xfrm>
            <a:off x="568324" y="12727858"/>
            <a:ext cx="5527676" cy="457377"/>
          </a:xfrm>
        </p:spPr>
        <p:txBody>
          <a:bodyPr/>
          <a:lstStyle/>
          <a:p>
            <a:r>
              <a:rPr lang="en-US" dirty="0"/>
              <a:t>Footer</a:t>
            </a:r>
          </a:p>
        </p:txBody>
      </p:sp>
      <p:sp>
        <p:nvSpPr>
          <p:cNvPr id="7" name="Slide Number Placeholder 6">
            <a:extLst>
              <a:ext uri="{FF2B5EF4-FFF2-40B4-BE49-F238E27FC236}">
                <a16:creationId xmlns:a16="http://schemas.microsoft.com/office/drawing/2014/main" id="{EEBB3D90-1E32-9204-5E92-C7A509D28565}"/>
              </a:ext>
            </a:extLst>
          </p:cNvPr>
          <p:cNvSpPr>
            <a:spLocks noGrp="1"/>
          </p:cNvSpPr>
          <p:nvPr>
            <p:ph type="sldNum" sz="quarter" idx="4"/>
          </p:nvPr>
        </p:nvSpPr>
        <p:spPr/>
        <p:txBody>
          <a:bodyPr/>
          <a:lstStyle/>
          <a:p>
            <a:fld id="{86CB4B4D-7CA3-9044-876B-883B54F8677D}" type="slidenum">
              <a:rPr lang="en-US" smtClean="0"/>
              <a:pPr/>
              <a:t>88</a:t>
            </a:fld>
            <a:endParaRPr lang="en-US" dirty="0"/>
          </a:p>
        </p:txBody>
      </p:sp>
    </p:spTree>
    <p:extLst>
      <p:ext uri="{BB962C8B-B14F-4D97-AF65-F5344CB8AC3E}">
        <p14:creationId xmlns:p14="http://schemas.microsoft.com/office/powerpoint/2010/main" val="3733533318"/>
      </p:ext>
    </p:extLst>
  </p:cSld>
  <p:clrMapOvr>
    <a:masterClrMapping/>
  </p:clrMapOvr>
  <p:transition spd="med"/>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dirty="0"/>
              <a:t>Current state</a:t>
            </a:r>
          </a:p>
        </p:txBody>
      </p:sp>
      <p:sp>
        <p:nvSpPr>
          <p:cNvPr id="5" name="Text Placeholder 4"/>
          <p:cNvSpPr>
            <a:spLocks noGrp="1"/>
          </p:cNvSpPr>
          <p:nvPr>
            <p:ph type="body" sz="quarter" idx="11"/>
          </p:nvPr>
        </p:nvSpPr>
        <p:spPr/>
        <p:txBody>
          <a:bodyPr/>
          <a:lstStyle/>
          <a:p>
            <a:r>
              <a:rPr lang="en-US" sz="4400" dirty="0"/>
              <a:t>Sustainability measurement is in place for over half of respondents and risk quantification is expected to grow significantly.</a:t>
            </a:r>
          </a:p>
          <a:p>
            <a:endParaRPr lang="en-US" sz="4400" dirty="0"/>
          </a:p>
          <a:p>
            <a:endParaRPr lang="en-US" sz="4400" dirty="0">
              <a:solidFill>
                <a:schemeClr val="accent1"/>
              </a:solidFill>
            </a:endParaRPr>
          </a:p>
        </p:txBody>
      </p:sp>
      <p:grpSp>
        <p:nvGrpSpPr>
          <p:cNvPr id="8" name="Group 7" descr="Graphic showing meter chart with blue 60 and purple 50 bars to represent percentages of the whole">
            <a:extLst>
              <a:ext uri="{FF2B5EF4-FFF2-40B4-BE49-F238E27FC236}">
                <a16:creationId xmlns:a16="http://schemas.microsoft.com/office/drawing/2014/main" id="{3DFF4030-E14E-1AFD-EFBD-1002849BA39C}"/>
              </a:ext>
            </a:extLst>
          </p:cNvPr>
          <p:cNvGrpSpPr/>
          <p:nvPr/>
        </p:nvGrpSpPr>
        <p:grpSpPr>
          <a:xfrm>
            <a:off x="12299950" y="2732115"/>
            <a:ext cx="12039600" cy="7987900"/>
            <a:chOff x="7269480" y="1874520"/>
            <a:chExt cx="7223760" cy="4792740"/>
          </a:xfrm>
        </p:grpSpPr>
        <p:graphicFrame>
          <p:nvGraphicFramePr>
            <p:cNvPr id="9" name="Chart 8">
              <a:extLst>
                <a:ext uri="{FF2B5EF4-FFF2-40B4-BE49-F238E27FC236}">
                  <a16:creationId xmlns:a16="http://schemas.microsoft.com/office/drawing/2014/main" id="{369FAB43-D0A5-5D59-214D-D27061ADA7C6}"/>
                </a:ext>
              </a:extLst>
            </p:cNvPr>
            <p:cNvGraphicFramePr/>
            <p:nvPr/>
          </p:nvGraphicFramePr>
          <p:xfrm>
            <a:off x="7269480" y="1874520"/>
            <a:ext cx="7223760" cy="4709160"/>
          </p:xfrm>
          <a:graphic>
            <a:graphicData uri="http://schemas.openxmlformats.org/drawingml/2006/chart">
              <c:chart xmlns:c="http://schemas.openxmlformats.org/drawingml/2006/chart" xmlns:r="http://schemas.openxmlformats.org/officeDocument/2006/relationships" r:id="rId3"/>
            </a:graphicData>
          </a:graphic>
        </p:graphicFrame>
        <p:sp>
          <p:nvSpPr>
            <p:cNvPr id="14" name="Rectangle 13">
              <a:extLst>
                <a:ext uri="{FF2B5EF4-FFF2-40B4-BE49-F238E27FC236}">
                  <a16:creationId xmlns:a16="http://schemas.microsoft.com/office/drawing/2014/main" id="{650EC44E-C1CB-ACB5-B28B-92023635BAA1}"/>
                </a:ext>
              </a:extLst>
            </p:cNvPr>
            <p:cNvSpPr/>
            <p:nvPr/>
          </p:nvSpPr>
          <p:spPr bwMode="auto">
            <a:xfrm>
              <a:off x="7543800" y="2844773"/>
              <a:ext cx="6400800" cy="274320"/>
            </a:xfrm>
            <a:prstGeom prst="rect">
              <a:avLst/>
            </a:prstGeom>
            <a:noFill/>
            <a:ln w="9525" cap="flat" cmpd="sng" algn="ctr">
              <a:noFill/>
              <a:prstDash val="solid"/>
              <a:round/>
              <a:headEnd type="none" w="med" len="med"/>
              <a:tailEnd type="none" w="med" len="med"/>
            </a:ln>
            <a:effectLst/>
          </p:spPr>
          <p:txBody>
            <a:bodyPr vert="horz" wrap="square" lIns="0" tIns="0" rIns="76200" bIns="0" numCol="1" rtlCol="0" anchor="t" anchorCtr="0" compatLnSpc="1">
              <a:prstTxWarp prst="textNoShape">
                <a:avLst/>
              </a:prstTxWarp>
            </a:bodyPr>
            <a:lstStyle/>
            <a:p>
              <a:pPr defTabSz="1524030" fontAlgn="base">
                <a:lnSpc>
                  <a:spcPct val="90000"/>
                </a:lnSpc>
                <a:spcBef>
                  <a:spcPct val="0"/>
                </a:spcBef>
                <a:spcAft>
                  <a:spcPct val="0"/>
                </a:spcAft>
              </a:pPr>
              <a:r>
                <a:rPr lang="en-US" sz="2800" dirty="0">
                  <a:ea typeface="IBM Plex Sans" charset="0"/>
                  <a:cs typeface="IBM Plex Sans" charset="0"/>
                </a:rPr>
                <a:t>Use recognized frameworks, standards, metrics, and data</a:t>
              </a:r>
            </a:p>
          </p:txBody>
        </p:sp>
        <p:sp>
          <p:nvSpPr>
            <p:cNvPr id="15" name="Rectangle 14">
              <a:extLst>
                <a:ext uri="{FF2B5EF4-FFF2-40B4-BE49-F238E27FC236}">
                  <a16:creationId xmlns:a16="http://schemas.microsoft.com/office/drawing/2014/main" id="{5A32F74C-F3D4-37AB-35E6-B55E7598F9ED}"/>
                </a:ext>
              </a:extLst>
            </p:cNvPr>
            <p:cNvSpPr/>
            <p:nvPr/>
          </p:nvSpPr>
          <p:spPr bwMode="auto">
            <a:xfrm>
              <a:off x="13136674" y="2030730"/>
              <a:ext cx="918376" cy="365520"/>
            </a:xfrm>
            <a:prstGeom prst="rect">
              <a:avLst/>
            </a:prstGeom>
            <a:noFill/>
            <a:ln w="9525" cap="flat" cmpd="sng" algn="ctr">
              <a:noFill/>
              <a:prstDash val="solid"/>
              <a:round/>
              <a:headEnd type="none" w="med" len="med"/>
              <a:tailEnd type="none" w="med" len="med"/>
            </a:ln>
            <a:effectLst/>
          </p:spPr>
          <p:txBody>
            <a:bodyPr vert="horz" wrap="square" lIns="0" tIns="0" rIns="76200" bIns="0" numCol="1" rtlCol="0" anchor="ctr" anchorCtr="0" compatLnSpc="1">
              <a:prstTxWarp prst="textNoShape">
                <a:avLst/>
              </a:prstTxWarp>
            </a:bodyPr>
            <a:lstStyle/>
            <a:p>
              <a:pPr algn="r" defTabSz="1524030" fontAlgn="base">
                <a:lnSpc>
                  <a:spcPct val="90000"/>
                </a:lnSpc>
                <a:spcBef>
                  <a:spcPct val="0"/>
                </a:spcBef>
                <a:spcAft>
                  <a:spcPct val="0"/>
                </a:spcAft>
              </a:pPr>
              <a:r>
                <a:rPr lang="en-US" sz="2400" dirty="0">
                  <a:ea typeface="IBM Plex Sans" charset="0"/>
                  <a:cs typeface="IBM Plex Sans" charset="0"/>
                </a:rPr>
                <a:t>54%</a:t>
              </a:r>
            </a:p>
          </p:txBody>
        </p:sp>
        <p:sp>
          <p:nvSpPr>
            <p:cNvPr id="16" name="Rectangle 15">
              <a:extLst>
                <a:ext uri="{FF2B5EF4-FFF2-40B4-BE49-F238E27FC236}">
                  <a16:creationId xmlns:a16="http://schemas.microsoft.com/office/drawing/2014/main" id="{C200A4F9-5D32-83FD-4AFA-A2576F769359}"/>
                </a:ext>
              </a:extLst>
            </p:cNvPr>
            <p:cNvSpPr/>
            <p:nvPr/>
          </p:nvSpPr>
          <p:spPr bwMode="auto">
            <a:xfrm>
              <a:off x="13136675" y="2390140"/>
              <a:ext cx="918376" cy="365520"/>
            </a:xfrm>
            <a:prstGeom prst="rect">
              <a:avLst/>
            </a:prstGeom>
            <a:noFill/>
            <a:ln w="9525" cap="flat" cmpd="sng" algn="ctr">
              <a:noFill/>
              <a:prstDash val="solid"/>
              <a:round/>
              <a:headEnd type="none" w="med" len="med"/>
              <a:tailEnd type="none" w="med" len="med"/>
            </a:ln>
            <a:effectLst/>
          </p:spPr>
          <p:txBody>
            <a:bodyPr vert="horz" wrap="square" lIns="0" tIns="0" rIns="76200" bIns="0" numCol="1" rtlCol="0" anchor="ctr" anchorCtr="0" compatLnSpc="1">
              <a:prstTxWarp prst="textNoShape">
                <a:avLst/>
              </a:prstTxWarp>
            </a:bodyPr>
            <a:lstStyle/>
            <a:p>
              <a:pPr algn="r" defTabSz="1524030" fontAlgn="base">
                <a:lnSpc>
                  <a:spcPct val="90000"/>
                </a:lnSpc>
                <a:spcBef>
                  <a:spcPct val="0"/>
                </a:spcBef>
                <a:spcAft>
                  <a:spcPct val="0"/>
                </a:spcAft>
              </a:pPr>
              <a:r>
                <a:rPr lang="en-US" sz="2400" dirty="0">
                  <a:ea typeface="IBM Plex Sans" charset="0"/>
                  <a:cs typeface="IBM Plex Sans" charset="0"/>
                </a:rPr>
                <a:t>66%</a:t>
              </a:r>
            </a:p>
          </p:txBody>
        </p:sp>
        <p:sp>
          <p:nvSpPr>
            <p:cNvPr id="17" name="Rectangle 16">
              <a:extLst>
                <a:ext uri="{FF2B5EF4-FFF2-40B4-BE49-F238E27FC236}">
                  <a16:creationId xmlns:a16="http://schemas.microsoft.com/office/drawing/2014/main" id="{DA3C48FF-A265-8B61-958A-48B7E2A965E8}"/>
                </a:ext>
              </a:extLst>
            </p:cNvPr>
            <p:cNvSpPr/>
            <p:nvPr/>
          </p:nvSpPr>
          <p:spPr bwMode="auto">
            <a:xfrm>
              <a:off x="13075920" y="3843655"/>
              <a:ext cx="918376" cy="274320"/>
            </a:xfrm>
            <a:prstGeom prst="rect">
              <a:avLst/>
            </a:prstGeom>
            <a:noFill/>
            <a:ln w="9525" cap="flat" cmpd="sng" algn="ctr">
              <a:noFill/>
              <a:prstDash val="solid"/>
              <a:round/>
              <a:headEnd type="none" w="med" len="med"/>
              <a:tailEnd type="none" w="med" len="med"/>
            </a:ln>
            <a:effectLst/>
          </p:spPr>
          <p:txBody>
            <a:bodyPr vert="horz" wrap="square" lIns="0" tIns="0" rIns="76200" bIns="0" numCol="1" rtlCol="0" anchor="ctr" anchorCtr="0" compatLnSpc="1">
              <a:prstTxWarp prst="textNoShape">
                <a:avLst/>
              </a:prstTxWarp>
            </a:bodyPr>
            <a:lstStyle/>
            <a:p>
              <a:pPr algn="r" defTabSz="1524030" fontAlgn="base">
                <a:lnSpc>
                  <a:spcPct val="90000"/>
                </a:lnSpc>
                <a:spcBef>
                  <a:spcPct val="0"/>
                </a:spcBef>
                <a:spcAft>
                  <a:spcPct val="0"/>
                </a:spcAft>
              </a:pPr>
              <a:r>
                <a:rPr lang="en-US" sz="2400" dirty="0">
                  <a:ea typeface="IBM Plex Sans" charset="0"/>
                  <a:cs typeface="IBM Plex Sans" charset="0"/>
                </a:rPr>
                <a:t>52%</a:t>
              </a:r>
            </a:p>
          </p:txBody>
        </p:sp>
        <p:sp>
          <p:nvSpPr>
            <p:cNvPr id="18" name="Rectangle 17">
              <a:extLst>
                <a:ext uri="{FF2B5EF4-FFF2-40B4-BE49-F238E27FC236}">
                  <a16:creationId xmlns:a16="http://schemas.microsoft.com/office/drawing/2014/main" id="{25308B87-2D66-C7E3-F33E-3D15464A4819}"/>
                </a:ext>
              </a:extLst>
            </p:cNvPr>
            <p:cNvSpPr/>
            <p:nvPr/>
          </p:nvSpPr>
          <p:spPr bwMode="auto">
            <a:xfrm>
              <a:off x="13075920" y="4190365"/>
              <a:ext cx="918376" cy="274320"/>
            </a:xfrm>
            <a:prstGeom prst="rect">
              <a:avLst/>
            </a:prstGeom>
            <a:noFill/>
            <a:ln w="9525" cap="flat" cmpd="sng" algn="ctr">
              <a:noFill/>
              <a:prstDash val="solid"/>
              <a:round/>
              <a:headEnd type="none" w="med" len="med"/>
              <a:tailEnd type="none" w="med" len="med"/>
            </a:ln>
            <a:effectLst/>
          </p:spPr>
          <p:txBody>
            <a:bodyPr vert="horz" wrap="square" lIns="0" tIns="0" rIns="76200" bIns="0" numCol="1" rtlCol="0" anchor="ctr" anchorCtr="0" compatLnSpc="1">
              <a:prstTxWarp prst="textNoShape">
                <a:avLst/>
              </a:prstTxWarp>
            </a:bodyPr>
            <a:lstStyle/>
            <a:p>
              <a:pPr algn="r" defTabSz="1524030" fontAlgn="base">
                <a:lnSpc>
                  <a:spcPct val="90000"/>
                </a:lnSpc>
                <a:spcBef>
                  <a:spcPct val="0"/>
                </a:spcBef>
                <a:spcAft>
                  <a:spcPct val="0"/>
                </a:spcAft>
              </a:pPr>
              <a:r>
                <a:rPr lang="en-US" sz="2400" dirty="0">
                  <a:ea typeface="IBM Plex Sans" charset="0"/>
                  <a:cs typeface="IBM Plex Sans" charset="0"/>
                </a:rPr>
                <a:t>67%</a:t>
              </a:r>
            </a:p>
          </p:txBody>
        </p:sp>
        <p:sp>
          <p:nvSpPr>
            <p:cNvPr id="19" name="Rectangle 18">
              <a:extLst>
                <a:ext uri="{FF2B5EF4-FFF2-40B4-BE49-F238E27FC236}">
                  <a16:creationId xmlns:a16="http://schemas.microsoft.com/office/drawing/2014/main" id="{C0A0F710-8B17-32FB-C188-DBF0C365AED7}"/>
                </a:ext>
              </a:extLst>
            </p:cNvPr>
            <p:cNvSpPr/>
            <p:nvPr/>
          </p:nvSpPr>
          <p:spPr bwMode="auto">
            <a:xfrm>
              <a:off x="13075920" y="5619355"/>
              <a:ext cx="918376" cy="274320"/>
            </a:xfrm>
            <a:prstGeom prst="rect">
              <a:avLst/>
            </a:prstGeom>
            <a:noFill/>
            <a:ln w="9525" cap="flat" cmpd="sng" algn="ctr">
              <a:noFill/>
              <a:prstDash val="solid"/>
              <a:round/>
              <a:headEnd type="none" w="med" len="med"/>
              <a:tailEnd type="none" w="med" len="med"/>
            </a:ln>
            <a:effectLst/>
          </p:spPr>
          <p:txBody>
            <a:bodyPr vert="horz" wrap="square" lIns="0" tIns="0" rIns="76200" bIns="0" numCol="1" rtlCol="0" anchor="ctr" anchorCtr="0" compatLnSpc="1">
              <a:prstTxWarp prst="textNoShape">
                <a:avLst/>
              </a:prstTxWarp>
            </a:bodyPr>
            <a:lstStyle/>
            <a:p>
              <a:pPr algn="r" defTabSz="1524030" fontAlgn="base">
                <a:lnSpc>
                  <a:spcPct val="90000"/>
                </a:lnSpc>
                <a:spcBef>
                  <a:spcPct val="0"/>
                </a:spcBef>
                <a:spcAft>
                  <a:spcPct val="0"/>
                </a:spcAft>
              </a:pPr>
              <a:r>
                <a:rPr lang="en-US" sz="2400" dirty="0">
                  <a:ea typeface="IBM Plex Sans" charset="0"/>
                  <a:cs typeface="IBM Plex Sans" charset="0"/>
                </a:rPr>
                <a:t>38%</a:t>
              </a:r>
            </a:p>
          </p:txBody>
        </p:sp>
        <p:sp>
          <p:nvSpPr>
            <p:cNvPr id="20" name="Rectangle 19">
              <a:extLst>
                <a:ext uri="{FF2B5EF4-FFF2-40B4-BE49-F238E27FC236}">
                  <a16:creationId xmlns:a16="http://schemas.microsoft.com/office/drawing/2014/main" id="{F0EBCED4-D5FC-C736-7633-DCFBA943D59E}"/>
                </a:ext>
              </a:extLst>
            </p:cNvPr>
            <p:cNvSpPr/>
            <p:nvPr/>
          </p:nvSpPr>
          <p:spPr bwMode="auto">
            <a:xfrm>
              <a:off x="13075920" y="5977255"/>
              <a:ext cx="918376" cy="274320"/>
            </a:xfrm>
            <a:prstGeom prst="rect">
              <a:avLst/>
            </a:prstGeom>
            <a:noFill/>
            <a:ln w="9525" cap="flat" cmpd="sng" algn="ctr">
              <a:noFill/>
              <a:prstDash val="solid"/>
              <a:round/>
              <a:headEnd type="none" w="med" len="med"/>
              <a:tailEnd type="none" w="med" len="med"/>
            </a:ln>
            <a:effectLst/>
          </p:spPr>
          <p:txBody>
            <a:bodyPr vert="horz" wrap="square" lIns="0" tIns="0" rIns="76200" bIns="0" numCol="1" rtlCol="0" anchor="ctr" anchorCtr="0" compatLnSpc="1">
              <a:prstTxWarp prst="textNoShape">
                <a:avLst/>
              </a:prstTxWarp>
            </a:bodyPr>
            <a:lstStyle/>
            <a:p>
              <a:pPr algn="r" defTabSz="1524030" fontAlgn="base">
                <a:lnSpc>
                  <a:spcPct val="90000"/>
                </a:lnSpc>
                <a:spcBef>
                  <a:spcPct val="0"/>
                </a:spcBef>
                <a:spcAft>
                  <a:spcPct val="0"/>
                </a:spcAft>
              </a:pPr>
              <a:r>
                <a:rPr lang="en-US" sz="2400" dirty="0">
                  <a:ea typeface="IBM Plex Sans" charset="0"/>
                  <a:cs typeface="IBM Plex Sans" charset="0"/>
                </a:rPr>
                <a:t>59%</a:t>
              </a:r>
            </a:p>
          </p:txBody>
        </p:sp>
        <p:sp>
          <p:nvSpPr>
            <p:cNvPr id="21" name="Rectangle 20">
              <a:extLst>
                <a:ext uri="{FF2B5EF4-FFF2-40B4-BE49-F238E27FC236}">
                  <a16:creationId xmlns:a16="http://schemas.microsoft.com/office/drawing/2014/main" id="{96922A7B-5510-14F6-35EC-B167DD9EA5B9}"/>
                </a:ext>
              </a:extLst>
            </p:cNvPr>
            <p:cNvSpPr/>
            <p:nvPr/>
          </p:nvSpPr>
          <p:spPr bwMode="auto">
            <a:xfrm>
              <a:off x="7543800" y="4631752"/>
              <a:ext cx="6400800" cy="274320"/>
            </a:xfrm>
            <a:prstGeom prst="rect">
              <a:avLst/>
            </a:prstGeom>
            <a:noFill/>
            <a:ln w="9525" cap="flat" cmpd="sng" algn="ctr">
              <a:noFill/>
              <a:prstDash val="solid"/>
              <a:round/>
              <a:headEnd type="none" w="med" len="med"/>
              <a:tailEnd type="none" w="med" len="med"/>
            </a:ln>
            <a:effectLst/>
          </p:spPr>
          <p:txBody>
            <a:bodyPr vert="horz" wrap="square" lIns="0" tIns="0" rIns="76200" bIns="0" numCol="1" rtlCol="0" anchor="t" anchorCtr="0" compatLnSpc="1">
              <a:prstTxWarp prst="textNoShape">
                <a:avLst/>
              </a:prstTxWarp>
            </a:bodyPr>
            <a:lstStyle/>
            <a:p>
              <a:pPr defTabSz="1524030" fontAlgn="base">
                <a:lnSpc>
                  <a:spcPct val="90000"/>
                </a:lnSpc>
                <a:spcBef>
                  <a:spcPct val="0"/>
                </a:spcBef>
                <a:spcAft>
                  <a:spcPct val="0"/>
                </a:spcAft>
              </a:pPr>
              <a:r>
                <a:rPr lang="en-US" sz="2800" dirty="0">
                  <a:ea typeface="IBM Plex Sans" charset="0"/>
                  <a:cs typeface="IBM Plex Sans" charset="0"/>
                </a:rPr>
                <a:t>Measure contributions and progress towards sustainability goals</a:t>
              </a:r>
            </a:p>
          </p:txBody>
        </p:sp>
        <p:sp>
          <p:nvSpPr>
            <p:cNvPr id="22" name="Rectangle 21">
              <a:extLst>
                <a:ext uri="{FF2B5EF4-FFF2-40B4-BE49-F238E27FC236}">
                  <a16:creationId xmlns:a16="http://schemas.microsoft.com/office/drawing/2014/main" id="{7736096C-7172-C512-0147-52632B39D175}"/>
                </a:ext>
              </a:extLst>
            </p:cNvPr>
            <p:cNvSpPr/>
            <p:nvPr/>
          </p:nvSpPr>
          <p:spPr bwMode="auto">
            <a:xfrm>
              <a:off x="7543800" y="6392940"/>
              <a:ext cx="6400800" cy="274320"/>
            </a:xfrm>
            <a:prstGeom prst="rect">
              <a:avLst/>
            </a:prstGeom>
            <a:noFill/>
            <a:ln w="9525" cap="flat" cmpd="sng" algn="ctr">
              <a:noFill/>
              <a:prstDash val="solid"/>
              <a:round/>
              <a:headEnd type="none" w="med" len="med"/>
              <a:tailEnd type="none" w="med" len="med"/>
            </a:ln>
            <a:effectLst/>
          </p:spPr>
          <p:txBody>
            <a:bodyPr vert="horz" wrap="square" lIns="0" tIns="0" rIns="76200" bIns="0" numCol="1" rtlCol="0" anchor="t" anchorCtr="0" compatLnSpc="1">
              <a:prstTxWarp prst="textNoShape">
                <a:avLst/>
              </a:prstTxWarp>
            </a:bodyPr>
            <a:lstStyle/>
            <a:p>
              <a:pPr defTabSz="1524030" fontAlgn="base">
                <a:lnSpc>
                  <a:spcPct val="90000"/>
                </a:lnSpc>
                <a:spcBef>
                  <a:spcPct val="0"/>
                </a:spcBef>
                <a:spcAft>
                  <a:spcPct val="0"/>
                </a:spcAft>
              </a:pPr>
              <a:r>
                <a:rPr lang="en-US" sz="2800" dirty="0">
                  <a:ea typeface="IBM Plex Sans" charset="0"/>
                  <a:cs typeface="IBM Plex Sans" charset="0"/>
                </a:rPr>
                <a:t>Quantify physical, operational financial, and environmental risks</a:t>
              </a:r>
            </a:p>
          </p:txBody>
        </p:sp>
      </p:grpSp>
      <p:grpSp>
        <p:nvGrpSpPr>
          <p:cNvPr id="13" name="Group 12" descr="Key showing a blue and purple square to represent today and in 3 years for the adjoining meter chart">
            <a:extLst>
              <a:ext uri="{FF2B5EF4-FFF2-40B4-BE49-F238E27FC236}">
                <a16:creationId xmlns:a16="http://schemas.microsoft.com/office/drawing/2014/main" id="{B874989D-ADAB-1CD4-15D6-6B0EFD4F5A97}"/>
              </a:ext>
            </a:extLst>
          </p:cNvPr>
          <p:cNvGrpSpPr/>
          <p:nvPr/>
        </p:nvGrpSpPr>
        <p:grpSpPr>
          <a:xfrm>
            <a:off x="12766675" y="12187273"/>
            <a:ext cx="2927177" cy="374501"/>
            <a:chOff x="12804775" y="11487956"/>
            <a:chExt cx="4696791" cy="383844"/>
          </a:xfrm>
        </p:grpSpPr>
        <p:sp>
          <p:nvSpPr>
            <p:cNvPr id="24" name="Rectangle 3">
              <a:extLst>
                <a:ext uri="{FF2B5EF4-FFF2-40B4-BE49-F238E27FC236}">
                  <a16:creationId xmlns:a16="http://schemas.microsoft.com/office/drawing/2014/main" id="{30C0C39D-CA9A-49FF-AF39-1753642F4AD5}"/>
                </a:ext>
              </a:extLst>
            </p:cNvPr>
            <p:cNvSpPr txBox="1">
              <a:spLocks noChangeArrowheads="1"/>
            </p:cNvSpPr>
            <p:nvPr/>
          </p:nvSpPr>
          <p:spPr>
            <a:xfrm>
              <a:off x="13415961" y="11487956"/>
              <a:ext cx="1275074" cy="383844"/>
            </a:xfrm>
            <a:prstGeom prst="rect">
              <a:avLst/>
            </a:prstGeom>
          </p:spPr>
          <p:txBody>
            <a:bodyPr lIns="0" tIns="0" rIns="152400" bIns="0"/>
            <a:lstStyle>
              <a:lvl1pPr marL="173038" indent="-173038" algn="l" rtl="0" fontAlgn="base">
                <a:spcBef>
                  <a:spcPts val="900"/>
                </a:spcBef>
                <a:spcAft>
                  <a:spcPct val="0"/>
                </a:spcAft>
                <a:buClr>
                  <a:srgbClr val="6D6E70"/>
                </a:buClr>
                <a:buSzPct val="90000"/>
                <a:buFont typeface="IBM Plex Sans" pitchFamily="2" charset="2"/>
                <a:buChar char="§"/>
                <a:defRPr sz="1400">
                  <a:solidFill>
                    <a:srgbClr val="6D6E70"/>
                  </a:solidFill>
                  <a:latin typeface="IBM Plex Sans" pitchFamily="34" charset="0"/>
                  <a:ea typeface="+mn-ea"/>
                  <a:cs typeface="IBM Plex Sans" pitchFamily="34" charset="0"/>
                </a:defRPr>
              </a:lvl1pPr>
              <a:lvl2pPr marL="457200" indent="-228600" algn="l" rtl="0" fontAlgn="base">
                <a:spcBef>
                  <a:spcPct val="0"/>
                </a:spcBef>
                <a:spcAft>
                  <a:spcPct val="0"/>
                </a:spcAft>
                <a:buClr>
                  <a:srgbClr val="6D6E70"/>
                </a:buClr>
                <a:buSzPct val="90000"/>
                <a:buFont typeface="IBM Plex Sans" charset="0"/>
                <a:buChar char="–"/>
                <a:defRPr sz="1400">
                  <a:solidFill>
                    <a:srgbClr val="6D6E70"/>
                  </a:solidFill>
                  <a:latin typeface="IBM Plex Sans" pitchFamily="34" charset="0"/>
                  <a:cs typeface="IBM Plex Sans" pitchFamily="34" charset="0"/>
                </a:defRPr>
              </a:lvl2pPr>
              <a:lvl3pPr marL="685800" indent="-228600" algn="l" rtl="0" fontAlgn="base">
                <a:spcBef>
                  <a:spcPct val="0"/>
                </a:spcBef>
                <a:spcAft>
                  <a:spcPct val="0"/>
                </a:spcAft>
                <a:buClr>
                  <a:srgbClr val="6D6E70"/>
                </a:buClr>
                <a:buSzPct val="90000"/>
                <a:buFont typeface="IBM Plex Sans" pitchFamily="2" charset="2"/>
                <a:buChar char="§"/>
                <a:defRPr sz="1400">
                  <a:solidFill>
                    <a:srgbClr val="6D6E70"/>
                  </a:solidFill>
                  <a:latin typeface="IBM Plex Sans" pitchFamily="34" charset="0"/>
                  <a:cs typeface="IBM Plex Sans" pitchFamily="34" charset="0"/>
                </a:defRPr>
              </a:lvl3pPr>
              <a:lvl4pPr marL="1203325" indent="-173038" algn="l" rtl="0" fontAlgn="base">
                <a:spcBef>
                  <a:spcPct val="20000"/>
                </a:spcBef>
                <a:spcAft>
                  <a:spcPct val="0"/>
                </a:spcAft>
                <a:buClr>
                  <a:schemeClr val="bg1"/>
                </a:buClr>
                <a:defRPr sz="1600">
                  <a:solidFill>
                    <a:schemeClr val="bg1"/>
                  </a:solidFill>
                  <a:latin typeface="IBM Plex Sans" charset="0"/>
                </a:defRPr>
              </a:lvl4pPr>
              <a:lvl5pPr marL="1539875" indent="-163513" algn="l" rtl="0" fontAlgn="base">
                <a:spcBef>
                  <a:spcPct val="20000"/>
                </a:spcBef>
                <a:spcAft>
                  <a:spcPct val="0"/>
                </a:spcAft>
                <a:buClr>
                  <a:schemeClr val="bg1"/>
                </a:buClr>
                <a:buChar char="»"/>
                <a:defRPr sz="1600">
                  <a:solidFill>
                    <a:schemeClr val="bg1"/>
                  </a:solidFill>
                  <a:latin typeface="IBM Plex Sans" charset="0"/>
                </a:defRPr>
              </a:lvl5pPr>
              <a:lvl6pPr marL="1997075" indent="-163513" algn="l" rtl="0" fontAlgn="base">
                <a:spcBef>
                  <a:spcPct val="20000"/>
                </a:spcBef>
                <a:spcAft>
                  <a:spcPct val="0"/>
                </a:spcAft>
                <a:buClr>
                  <a:schemeClr val="bg1"/>
                </a:buClr>
                <a:buChar char="»"/>
                <a:defRPr sz="1600">
                  <a:solidFill>
                    <a:schemeClr val="bg1"/>
                  </a:solidFill>
                  <a:latin typeface="IBM Plex Sans" charset="0"/>
                </a:defRPr>
              </a:lvl6pPr>
              <a:lvl7pPr marL="2454275" indent="-163513" algn="l" rtl="0" fontAlgn="base">
                <a:spcBef>
                  <a:spcPct val="20000"/>
                </a:spcBef>
                <a:spcAft>
                  <a:spcPct val="0"/>
                </a:spcAft>
                <a:buClr>
                  <a:schemeClr val="bg1"/>
                </a:buClr>
                <a:buChar char="»"/>
                <a:defRPr sz="1600">
                  <a:solidFill>
                    <a:schemeClr val="bg1"/>
                  </a:solidFill>
                  <a:latin typeface="IBM Plex Sans" charset="0"/>
                </a:defRPr>
              </a:lvl7pPr>
              <a:lvl8pPr marL="2911475" indent="-163513" algn="l" rtl="0" fontAlgn="base">
                <a:spcBef>
                  <a:spcPct val="20000"/>
                </a:spcBef>
                <a:spcAft>
                  <a:spcPct val="0"/>
                </a:spcAft>
                <a:buClr>
                  <a:schemeClr val="bg1"/>
                </a:buClr>
                <a:buChar char="»"/>
                <a:defRPr sz="1600">
                  <a:solidFill>
                    <a:schemeClr val="bg1"/>
                  </a:solidFill>
                  <a:latin typeface="IBM Plex Sans" charset="0"/>
                </a:defRPr>
              </a:lvl8pPr>
              <a:lvl9pPr marL="3368675" indent="-163513" algn="l" rtl="0" fontAlgn="base">
                <a:spcBef>
                  <a:spcPct val="20000"/>
                </a:spcBef>
                <a:spcAft>
                  <a:spcPct val="0"/>
                </a:spcAft>
                <a:buClr>
                  <a:schemeClr val="bg1"/>
                </a:buClr>
                <a:buChar char="»"/>
                <a:defRPr sz="1600">
                  <a:solidFill>
                    <a:schemeClr val="bg1"/>
                  </a:solidFill>
                  <a:latin typeface="IBM Plex Sans" charset="0"/>
                </a:defRPr>
              </a:lvl9pPr>
            </a:lstStyle>
            <a:p>
              <a:pPr marL="0" indent="0">
                <a:spcBef>
                  <a:spcPts val="1667"/>
                </a:spcBef>
                <a:buNone/>
              </a:pPr>
              <a:r>
                <a:rPr lang="en-US" altLang="en-GB" sz="1600" kern="0" dirty="0">
                  <a:solidFill>
                    <a:schemeClr val="tx1"/>
                  </a:solidFill>
                  <a:latin typeface="IBM Plex Sans" charset="0"/>
                  <a:ea typeface="IBM Plex Sans" charset="0"/>
                  <a:cs typeface="IBM Plex Sans" charset="0"/>
                </a:rPr>
                <a:t>Today</a:t>
              </a:r>
            </a:p>
          </p:txBody>
        </p:sp>
        <p:sp>
          <p:nvSpPr>
            <p:cNvPr id="10" name="Rectangle 9">
              <a:extLst>
                <a:ext uri="{FF2B5EF4-FFF2-40B4-BE49-F238E27FC236}">
                  <a16:creationId xmlns:a16="http://schemas.microsoft.com/office/drawing/2014/main" id="{8FED2752-1D4C-E7EF-55BC-E140516D78E8}"/>
                </a:ext>
              </a:extLst>
            </p:cNvPr>
            <p:cNvSpPr/>
            <p:nvPr/>
          </p:nvSpPr>
          <p:spPr bwMode="auto">
            <a:xfrm>
              <a:off x="12804775" y="11487956"/>
              <a:ext cx="457200" cy="290387"/>
            </a:xfrm>
            <a:prstGeom prst="rect">
              <a:avLst/>
            </a:prstGeom>
            <a:solidFill>
              <a:schemeClr val="accent1"/>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RO" sz="1400" b="0" i="0" u="none" strike="noStrike" cap="none" normalizeH="0" baseline="0">
                <a:ln>
                  <a:noFill/>
                </a:ln>
                <a:solidFill>
                  <a:schemeClr val="bg1"/>
                </a:solidFill>
                <a:effectLst/>
                <a:latin typeface="+mn-lt"/>
              </a:endParaRPr>
            </a:p>
          </p:txBody>
        </p:sp>
        <p:sp>
          <p:nvSpPr>
            <p:cNvPr id="11" name="Rectangle 10">
              <a:extLst>
                <a:ext uri="{FF2B5EF4-FFF2-40B4-BE49-F238E27FC236}">
                  <a16:creationId xmlns:a16="http://schemas.microsoft.com/office/drawing/2014/main" id="{21FF6DD5-B06F-FB06-E6B8-B7701D1F4BD3}"/>
                </a:ext>
              </a:extLst>
            </p:cNvPr>
            <p:cNvSpPr/>
            <p:nvPr/>
          </p:nvSpPr>
          <p:spPr bwMode="auto">
            <a:xfrm>
              <a:off x="14910337" y="11487956"/>
              <a:ext cx="457200" cy="290387"/>
            </a:xfrm>
            <a:prstGeom prst="rect">
              <a:avLst/>
            </a:prstGeom>
            <a:solidFill>
              <a:schemeClr val="accent2"/>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RO" sz="1400" b="0" i="0" u="none" strike="noStrike" cap="none" normalizeH="0" baseline="0">
                <a:ln>
                  <a:noFill/>
                </a:ln>
                <a:solidFill>
                  <a:schemeClr val="bg1"/>
                </a:solidFill>
                <a:effectLst/>
                <a:latin typeface="+mn-lt"/>
              </a:endParaRPr>
            </a:p>
          </p:txBody>
        </p:sp>
        <p:sp>
          <p:nvSpPr>
            <p:cNvPr id="12" name="Rectangle 3">
              <a:extLst>
                <a:ext uri="{FF2B5EF4-FFF2-40B4-BE49-F238E27FC236}">
                  <a16:creationId xmlns:a16="http://schemas.microsoft.com/office/drawing/2014/main" id="{AE7F416F-B93F-9E04-C9C4-95467BDA3B53}"/>
                </a:ext>
              </a:extLst>
            </p:cNvPr>
            <p:cNvSpPr txBox="1">
              <a:spLocks noChangeArrowheads="1"/>
            </p:cNvSpPr>
            <p:nvPr/>
          </p:nvSpPr>
          <p:spPr>
            <a:xfrm>
              <a:off x="15586837" y="11487956"/>
              <a:ext cx="1914729" cy="290387"/>
            </a:xfrm>
            <a:prstGeom prst="rect">
              <a:avLst/>
            </a:prstGeom>
          </p:spPr>
          <p:txBody>
            <a:bodyPr lIns="0" tIns="0" rIns="152400" bIns="0"/>
            <a:lstStyle>
              <a:lvl1pPr marL="173038" indent="-173038" algn="l" rtl="0" fontAlgn="base">
                <a:spcBef>
                  <a:spcPts val="900"/>
                </a:spcBef>
                <a:spcAft>
                  <a:spcPct val="0"/>
                </a:spcAft>
                <a:buClr>
                  <a:srgbClr val="6D6E70"/>
                </a:buClr>
                <a:buSzPct val="90000"/>
                <a:buFont typeface="IBM Plex Sans" pitchFamily="2" charset="2"/>
                <a:buChar char="§"/>
                <a:defRPr sz="1400">
                  <a:solidFill>
                    <a:srgbClr val="6D6E70"/>
                  </a:solidFill>
                  <a:latin typeface="IBM Plex Sans" pitchFamily="34" charset="0"/>
                  <a:ea typeface="+mn-ea"/>
                  <a:cs typeface="IBM Plex Sans" pitchFamily="34" charset="0"/>
                </a:defRPr>
              </a:lvl1pPr>
              <a:lvl2pPr marL="457200" indent="-228600" algn="l" rtl="0" fontAlgn="base">
                <a:spcBef>
                  <a:spcPct val="0"/>
                </a:spcBef>
                <a:spcAft>
                  <a:spcPct val="0"/>
                </a:spcAft>
                <a:buClr>
                  <a:srgbClr val="6D6E70"/>
                </a:buClr>
                <a:buSzPct val="90000"/>
                <a:buFont typeface="IBM Plex Sans" charset="0"/>
                <a:buChar char="–"/>
                <a:defRPr sz="1400">
                  <a:solidFill>
                    <a:srgbClr val="6D6E70"/>
                  </a:solidFill>
                  <a:latin typeface="IBM Plex Sans" pitchFamily="34" charset="0"/>
                  <a:cs typeface="IBM Plex Sans" pitchFamily="34" charset="0"/>
                </a:defRPr>
              </a:lvl2pPr>
              <a:lvl3pPr marL="685800" indent="-228600" algn="l" rtl="0" fontAlgn="base">
                <a:spcBef>
                  <a:spcPct val="0"/>
                </a:spcBef>
                <a:spcAft>
                  <a:spcPct val="0"/>
                </a:spcAft>
                <a:buClr>
                  <a:srgbClr val="6D6E70"/>
                </a:buClr>
                <a:buSzPct val="90000"/>
                <a:buFont typeface="IBM Plex Sans" pitchFamily="2" charset="2"/>
                <a:buChar char="§"/>
                <a:defRPr sz="1400">
                  <a:solidFill>
                    <a:srgbClr val="6D6E70"/>
                  </a:solidFill>
                  <a:latin typeface="IBM Plex Sans" pitchFamily="34" charset="0"/>
                  <a:cs typeface="IBM Plex Sans" pitchFamily="34" charset="0"/>
                </a:defRPr>
              </a:lvl3pPr>
              <a:lvl4pPr marL="1203325" indent="-173038" algn="l" rtl="0" fontAlgn="base">
                <a:spcBef>
                  <a:spcPct val="20000"/>
                </a:spcBef>
                <a:spcAft>
                  <a:spcPct val="0"/>
                </a:spcAft>
                <a:buClr>
                  <a:schemeClr val="bg1"/>
                </a:buClr>
                <a:defRPr sz="1600">
                  <a:solidFill>
                    <a:schemeClr val="bg1"/>
                  </a:solidFill>
                  <a:latin typeface="IBM Plex Sans" charset="0"/>
                </a:defRPr>
              </a:lvl4pPr>
              <a:lvl5pPr marL="1539875" indent="-163513" algn="l" rtl="0" fontAlgn="base">
                <a:spcBef>
                  <a:spcPct val="20000"/>
                </a:spcBef>
                <a:spcAft>
                  <a:spcPct val="0"/>
                </a:spcAft>
                <a:buClr>
                  <a:schemeClr val="bg1"/>
                </a:buClr>
                <a:buChar char="»"/>
                <a:defRPr sz="1600">
                  <a:solidFill>
                    <a:schemeClr val="bg1"/>
                  </a:solidFill>
                  <a:latin typeface="IBM Plex Sans" charset="0"/>
                </a:defRPr>
              </a:lvl5pPr>
              <a:lvl6pPr marL="1997075" indent="-163513" algn="l" rtl="0" fontAlgn="base">
                <a:spcBef>
                  <a:spcPct val="20000"/>
                </a:spcBef>
                <a:spcAft>
                  <a:spcPct val="0"/>
                </a:spcAft>
                <a:buClr>
                  <a:schemeClr val="bg1"/>
                </a:buClr>
                <a:buChar char="»"/>
                <a:defRPr sz="1600">
                  <a:solidFill>
                    <a:schemeClr val="bg1"/>
                  </a:solidFill>
                  <a:latin typeface="IBM Plex Sans" charset="0"/>
                </a:defRPr>
              </a:lvl6pPr>
              <a:lvl7pPr marL="2454275" indent="-163513" algn="l" rtl="0" fontAlgn="base">
                <a:spcBef>
                  <a:spcPct val="20000"/>
                </a:spcBef>
                <a:spcAft>
                  <a:spcPct val="0"/>
                </a:spcAft>
                <a:buClr>
                  <a:schemeClr val="bg1"/>
                </a:buClr>
                <a:buChar char="»"/>
                <a:defRPr sz="1600">
                  <a:solidFill>
                    <a:schemeClr val="bg1"/>
                  </a:solidFill>
                  <a:latin typeface="IBM Plex Sans" charset="0"/>
                </a:defRPr>
              </a:lvl7pPr>
              <a:lvl8pPr marL="2911475" indent="-163513" algn="l" rtl="0" fontAlgn="base">
                <a:spcBef>
                  <a:spcPct val="20000"/>
                </a:spcBef>
                <a:spcAft>
                  <a:spcPct val="0"/>
                </a:spcAft>
                <a:buClr>
                  <a:schemeClr val="bg1"/>
                </a:buClr>
                <a:buChar char="»"/>
                <a:defRPr sz="1600">
                  <a:solidFill>
                    <a:schemeClr val="bg1"/>
                  </a:solidFill>
                  <a:latin typeface="IBM Plex Sans" charset="0"/>
                </a:defRPr>
              </a:lvl8pPr>
              <a:lvl9pPr marL="3368675" indent="-163513" algn="l" rtl="0" fontAlgn="base">
                <a:spcBef>
                  <a:spcPct val="20000"/>
                </a:spcBef>
                <a:spcAft>
                  <a:spcPct val="0"/>
                </a:spcAft>
                <a:buClr>
                  <a:schemeClr val="bg1"/>
                </a:buClr>
                <a:buChar char="»"/>
                <a:defRPr sz="1600">
                  <a:solidFill>
                    <a:schemeClr val="bg1"/>
                  </a:solidFill>
                  <a:latin typeface="IBM Plex Sans" charset="0"/>
                </a:defRPr>
              </a:lvl9pPr>
            </a:lstStyle>
            <a:p>
              <a:pPr marL="0" indent="0">
                <a:spcBef>
                  <a:spcPts val="1667"/>
                </a:spcBef>
                <a:buNone/>
              </a:pPr>
              <a:r>
                <a:rPr lang="en-US" altLang="en-GB" sz="1600" kern="0" dirty="0">
                  <a:solidFill>
                    <a:schemeClr val="tx1"/>
                  </a:solidFill>
                  <a:latin typeface="IBM Plex Sans" charset="0"/>
                  <a:ea typeface="IBM Plex Sans" charset="0"/>
                  <a:cs typeface="IBM Plex Sans" charset="0"/>
                </a:rPr>
                <a:t>In 3 Years</a:t>
              </a:r>
            </a:p>
          </p:txBody>
        </p:sp>
      </p:grpSp>
      <p:sp>
        <p:nvSpPr>
          <p:cNvPr id="23" name="Text Placeholder 32">
            <a:extLst>
              <a:ext uri="{FF2B5EF4-FFF2-40B4-BE49-F238E27FC236}">
                <a16:creationId xmlns:a16="http://schemas.microsoft.com/office/drawing/2014/main" id="{95C31E97-7C82-1326-A4EC-6694B5829AB0}"/>
              </a:ext>
            </a:extLst>
          </p:cNvPr>
          <p:cNvSpPr txBox="1">
            <a:spLocks/>
          </p:cNvSpPr>
          <p:nvPr/>
        </p:nvSpPr>
        <p:spPr>
          <a:xfrm>
            <a:off x="12725400" y="12383249"/>
            <a:ext cx="6915978" cy="7620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b"/>
          <a:lstStyle>
            <a:lvl1pPr marL="0" marR="0" indent="0" algn="l" defTabSz="2438400" rtl="0" latinLnBrk="0">
              <a:lnSpc>
                <a:spcPct val="110000"/>
              </a:lnSpc>
              <a:spcBef>
                <a:spcPts val="0"/>
              </a:spcBef>
              <a:spcAft>
                <a:spcPts val="0"/>
              </a:spcAft>
              <a:buClrTx/>
              <a:buSzTx/>
              <a:buFontTx/>
              <a:buNone/>
              <a:tabLst/>
              <a:defRPr sz="3600" b="0" i="0" u="none" strike="noStrike" cap="none" spc="0" baseline="0">
                <a:solidFill>
                  <a:schemeClr val="tx1"/>
                </a:solidFill>
                <a:uFillTx/>
                <a:latin typeface="+mj-lt"/>
                <a:ea typeface="+mj-ea"/>
                <a:cs typeface="+mj-cs"/>
                <a:sym typeface="IBM Plex Sans Light"/>
              </a:defRPr>
            </a:lvl1pPr>
            <a:lvl2pPr marL="444465" marR="0" indent="-446749" algn="l" defTabSz="2438400" rtl="0" latinLnBrk="0">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2pPr>
            <a:lvl3pPr marL="615918" marR="0" indent="-446749" algn="l" defTabSz="2438400" rtl="0" latinLnBrk="0">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3pPr>
            <a:lvl4pPr marL="901671" marR="0" indent="-446749" algn="l" defTabSz="2438400" rtl="0" latinLnBrk="0">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4pPr>
            <a:lvl5pPr marL="1076298" marR="0" indent="-446749" algn="l" defTabSz="2438400" rtl="0" latinLnBrk="0">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5pPr>
            <a:lvl6pPr marL="1843060"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r>
              <a:rPr lang="en-US" sz="1600" kern="0" dirty="0">
                <a:latin typeface="IBM Plex Sans" panose="020B0503050203000203" pitchFamily="34" charset="0"/>
              </a:rPr>
              <a:t>Source: Q10. What </a:t>
            </a:r>
            <a:r>
              <a:rPr lang="en-US" sz="1600" dirty="0">
                <a:latin typeface="IBM Plex Sans" panose="020B0503050203000203" pitchFamily="34" charset="0"/>
              </a:rPr>
              <a:t>sustainability reporting initiatives has your organization undertaken or will it undertake—Today and in 3 years? (n=1958) </a:t>
            </a:r>
            <a:endParaRPr lang="en-US" sz="1600" kern="0" dirty="0">
              <a:latin typeface="IBM Plex Sans" panose="020B0503050203000203" pitchFamily="34" charset="0"/>
            </a:endParaRPr>
          </a:p>
        </p:txBody>
      </p:sp>
      <p:sp>
        <p:nvSpPr>
          <p:cNvPr id="4" name="Footer Placeholder 3">
            <a:extLst>
              <a:ext uri="{FF2B5EF4-FFF2-40B4-BE49-F238E27FC236}">
                <a16:creationId xmlns:a16="http://schemas.microsoft.com/office/drawing/2014/main" id="{A576C765-CC6F-DFCD-D704-6645383B27E3}"/>
              </a:ext>
            </a:extLst>
          </p:cNvPr>
          <p:cNvSpPr>
            <a:spLocks noGrp="1"/>
          </p:cNvSpPr>
          <p:nvPr>
            <p:ph type="ftr" sz="quarter" idx="13"/>
          </p:nvPr>
        </p:nvSpPr>
        <p:spPr>
          <a:xfrm>
            <a:off x="568324" y="12804235"/>
            <a:ext cx="4956176" cy="381000"/>
          </a:xfrm>
          <a:prstGeom prst="rect">
            <a:avLst/>
          </a:prstGeom>
        </p:spPr>
        <p:txBody>
          <a:bodyPr vert="horz" lIns="0" tIns="0" rIns="0" bIns="0" rtlCol="0" anchor="b"/>
          <a:lstStyle>
            <a:defPPr>
              <a:defRPr lang="en-US"/>
            </a:defPPr>
            <a:lvl1pPr marL="0" algn="l" defTabSz="1829379" rtl="0" eaLnBrk="1" latinLnBrk="0" hangingPunct="1">
              <a:defRPr sz="1600" b="0" i="0" kern="1200">
                <a:solidFill>
                  <a:schemeClr val="tx1"/>
                </a:solidFill>
                <a:latin typeface="IBM Plex Sans" panose="020B0503050203000203" pitchFamily="34" charset="0"/>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r>
              <a:rPr lang="en-US" dirty="0"/>
              <a:t>Footer</a:t>
            </a:r>
          </a:p>
        </p:txBody>
      </p:sp>
      <p:sp>
        <p:nvSpPr>
          <p:cNvPr id="26" name="Slide Number Placeholder 25">
            <a:extLst>
              <a:ext uri="{FF2B5EF4-FFF2-40B4-BE49-F238E27FC236}">
                <a16:creationId xmlns:a16="http://schemas.microsoft.com/office/drawing/2014/main" id="{F67B46BC-5AEF-B0C3-8A02-8056E209D3AF}"/>
              </a:ext>
            </a:extLst>
          </p:cNvPr>
          <p:cNvSpPr>
            <a:spLocks noGrp="1"/>
          </p:cNvSpPr>
          <p:nvPr>
            <p:ph type="sldNum" sz="quarter" idx="4"/>
          </p:nvPr>
        </p:nvSpPr>
        <p:spPr/>
        <p:txBody>
          <a:bodyPr/>
          <a:lstStyle/>
          <a:p>
            <a:fld id="{86CB4B4D-7CA3-9044-876B-883B54F8677D}" type="slidenum">
              <a:rPr lang="en-US" smtClean="0"/>
              <a:pPr/>
              <a:t>89</a:t>
            </a:fld>
            <a:endParaRPr lang="en-US" dirty="0"/>
          </a:p>
        </p:txBody>
      </p:sp>
    </p:spTree>
    <p:extLst>
      <p:ext uri="{BB962C8B-B14F-4D97-AF65-F5344CB8AC3E}">
        <p14:creationId xmlns:p14="http://schemas.microsoft.com/office/powerpoint/2010/main" val="2383482563"/>
      </p:ext>
    </p:extLst>
  </p:cSld>
  <p:clrMapOvr>
    <a:masterClrMapping/>
  </p:clrMapOvr>
  <p:transition spd="med"/>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584088-D00D-09A6-0602-629D37192F8B}"/>
              </a:ext>
            </a:extLst>
          </p:cNvPr>
          <p:cNvSpPr>
            <a:spLocks noGrp="1"/>
          </p:cNvSpPr>
          <p:nvPr>
            <p:ph type="title"/>
          </p:nvPr>
        </p:nvSpPr>
        <p:spPr/>
        <p:txBody>
          <a:bodyPr/>
          <a:lstStyle/>
          <a:p>
            <a:r>
              <a:rPr lang="en-US" dirty="0"/>
              <a:t>Client resource recommendations </a:t>
            </a:r>
            <a:br>
              <a:rPr lang="en-US" dirty="0"/>
            </a:br>
            <a:r>
              <a:rPr lang="en-US" dirty="0"/>
              <a:t>for transition</a:t>
            </a:r>
          </a:p>
        </p:txBody>
      </p:sp>
      <p:sp>
        <p:nvSpPr>
          <p:cNvPr id="19" name="TextBox 18">
            <a:extLst>
              <a:ext uri="{FF2B5EF4-FFF2-40B4-BE49-F238E27FC236}">
                <a16:creationId xmlns:a16="http://schemas.microsoft.com/office/drawing/2014/main" id="{52AC5135-5E90-B7BA-18C7-F94FBD409926}"/>
              </a:ext>
            </a:extLst>
          </p:cNvPr>
          <p:cNvSpPr txBox="1"/>
          <p:nvPr/>
        </p:nvSpPr>
        <p:spPr>
          <a:xfrm>
            <a:off x="576072" y="2671699"/>
            <a:ext cx="2863850" cy="381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algn="l" defTabSz="2438400">
              <a:spcBef>
                <a:spcPts val="2900"/>
              </a:spcBef>
              <a:buSzPct val="100000"/>
            </a:pPr>
            <a:r>
              <a:rPr lang="en-US" sz="2000" b="1" kern="0" dirty="0">
                <a:solidFill>
                  <a:srgbClr val="000000"/>
                </a:solidFill>
                <a:latin typeface="IBM Plex Sans SmBld" panose="020B0503050203000203" pitchFamily="34" charset="0"/>
                <a:ea typeface="+mj-ea"/>
                <a:cs typeface="+mj-cs"/>
                <a:sym typeface="IBM Plex Sans Light"/>
              </a:rPr>
              <a:t>Pre-transition readiness</a:t>
            </a:r>
          </a:p>
        </p:txBody>
      </p:sp>
      <p:sp>
        <p:nvSpPr>
          <p:cNvPr id="33" name="TextBox 32">
            <a:extLst>
              <a:ext uri="{FF2B5EF4-FFF2-40B4-BE49-F238E27FC236}">
                <a16:creationId xmlns:a16="http://schemas.microsoft.com/office/drawing/2014/main" id="{EAF629B9-1108-4055-9688-5B12349A5F39}"/>
              </a:ext>
            </a:extLst>
          </p:cNvPr>
          <p:cNvSpPr txBox="1"/>
          <p:nvPr/>
        </p:nvSpPr>
        <p:spPr>
          <a:xfrm>
            <a:off x="576072" y="3503040"/>
            <a:ext cx="4384675" cy="117408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lvl="0"/>
            <a:r>
              <a:rPr lang="en-US" sz="2000" b="1" dirty="0">
                <a:solidFill>
                  <a:srgbClr val="000000"/>
                </a:solidFill>
                <a:latin typeface="IBM Plex Sans SmBld" panose="020B0503050203000203" pitchFamily="34" charset="0"/>
              </a:rPr>
              <a:t>Initiate</a:t>
            </a:r>
          </a:p>
          <a:p>
            <a:pPr lvl="0"/>
            <a:r>
              <a:rPr lang="en-US" sz="2000" dirty="0">
                <a:solidFill>
                  <a:srgbClr val="000000"/>
                </a:solidFill>
                <a:latin typeface="IBM Plex Sans" panose="020B0503050203000203" pitchFamily="34" charset="0"/>
              </a:rPr>
              <a:t>SOW finalized </a:t>
            </a:r>
          </a:p>
          <a:p>
            <a:pPr lvl="0"/>
            <a:r>
              <a:rPr lang="en-US" sz="2000" dirty="0">
                <a:solidFill>
                  <a:srgbClr val="000000"/>
                </a:solidFill>
                <a:latin typeface="IBM Plex Sans" panose="020B0503050203000203" pitchFamily="34" charset="0"/>
              </a:rPr>
              <a:t>Verify readiness</a:t>
            </a:r>
          </a:p>
          <a:p>
            <a:pPr lvl="0"/>
            <a:r>
              <a:rPr lang="en-US" sz="2000" dirty="0">
                <a:solidFill>
                  <a:srgbClr val="000000"/>
                </a:solidFill>
                <a:latin typeface="IBM Plex Sans" panose="020B0503050203000203" pitchFamily="34" charset="0"/>
              </a:rPr>
              <a:t>Build foundation</a:t>
            </a:r>
          </a:p>
          <a:p>
            <a:pPr lvl="0"/>
            <a:endParaRPr lang="en-US" sz="2000" dirty="0">
              <a:solidFill>
                <a:srgbClr val="000000"/>
              </a:solidFill>
              <a:latin typeface="IBM Plex Sans" panose="020B0503050203000203" pitchFamily="34" charset="0"/>
            </a:endParaRPr>
          </a:p>
        </p:txBody>
      </p:sp>
      <p:sp>
        <p:nvSpPr>
          <p:cNvPr id="34" name="TextBox 33">
            <a:extLst>
              <a:ext uri="{FF2B5EF4-FFF2-40B4-BE49-F238E27FC236}">
                <a16:creationId xmlns:a16="http://schemas.microsoft.com/office/drawing/2014/main" id="{97AFD7A2-F45B-5588-F079-806D9F516B3A}"/>
              </a:ext>
            </a:extLst>
          </p:cNvPr>
          <p:cNvSpPr txBox="1"/>
          <p:nvPr/>
        </p:nvSpPr>
        <p:spPr>
          <a:xfrm>
            <a:off x="576072" y="5032375"/>
            <a:ext cx="4975192" cy="18454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lvl="0"/>
            <a:r>
              <a:rPr lang="en-US" sz="2000" b="1" dirty="0">
                <a:solidFill>
                  <a:srgbClr val="000000"/>
                </a:solidFill>
                <a:latin typeface="IBM Plex Sans SmBld" panose="020B0503050203000203" pitchFamily="34" charset="0"/>
              </a:rPr>
              <a:t>Plan</a:t>
            </a:r>
          </a:p>
          <a:p>
            <a:pPr lvl="0"/>
            <a:r>
              <a:rPr lang="en-US" sz="2000" dirty="0">
                <a:solidFill>
                  <a:srgbClr val="000000"/>
                </a:solidFill>
                <a:latin typeface="IBM Plex Sans" panose="020B0503050203000203" pitchFamily="34" charset="0"/>
              </a:rPr>
              <a:t>Finalize project plan</a:t>
            </a:r>
          </a:p>
          <a:p>
            <a:pPr lvl="0"/>
            <a:r>
              <a:rPr lang="en-US" sz="2000" dirty="0">
                <a:solidFill>
                  <a:srgbClr val="000000"/>
                </a:solidFill>
                <a:latin typeface="IBM Plex Sans" panose="020B0503050203000203" pitchFamily="34" charset="0"/>
              </a:rPr>
              <a:t>Conduct kickoff meeting</a:t>
            </a:r>
          </a:p>
          <a:p>
            <a:pPr lvl="0"/>
            <a:r>
              <a:rPr lang="en-US" sz="2000" dirty="0">
                <a:solidFill>
                  <a:srgbClr val="000000"/>
                </a:solidFill>
                <a:latin typeface="IBM Plex Sans" panose="020B0503050203000203" pitchFamily="34" charset="0"/>
              </a:rPr>
              <a:t>Assess change management readiness</a:t>
            </a:r>
          </a:p>
          <a:p>
            <a:pPr lvl="0"/>
            <a:r>
              <a:rPr lang="en-US" sz="2000" dirty="0">
                <a:solidFill>
                  <a:srgbClr val="000000"/>
                </a:solidFill>
                <a:latin typeface="IBM Plex Sans" panose="020B0503050203000203" pitchFamily="34" charset="0"/>
              </a:rPr>
              <a:t>Administer process surveys</a:t>
            </a:r>
          </a:p>
          <a:p>
            <a:pPr lvl="0"/>
            <a:r>
              <a:rPr lang="en-US" sz="2000" dirty="0">
                <a:solidFill>
                  <a:srgbClr val="000000"/>
                </a:solidFill>
                <a:latin typeface="IBM Plex Sans" panose="020B0503050203000203" pitchFamily="34" charset="0"/>
              </a:rPr>
              <a:t>Conduct design meeting</a:t>
            </a:r>
          </a:p>
        </p:txBody>
      </p:sp>
      <p:sp>
        <p:nvSpPr>
          <p:cNvPr id="5" name="TextBox 4">
            <a:extLst>
              <a:ext uri="{FF2B5EF4-FFF2-40B4-BE49-F238E27FC236}">
                <a16:creationId xmlns:a16="http://schemas.microsoft.com/office/drawing/2014/main" id="{D0DD74F8-704A-C3EF-A656-3BC2486EA899}"/>
              </a:ext>
            </a:extLst>
          </p:cNvPr>
          <p:cNvSpPr txBox="1"/>
          <p:nvPr/>
        </p:nvSpPr>
        <p:spPr>
          <a:xfrm>
            <a:off x="574675" y="7230081"/>
            <a:ext cx="4975191" cy="20955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lvl="0"/>
            <a:r>
              <a:rPr lang="en-US" sz="2000" b="1" dirty="0">
                <a:solidFill>
                  <a:srgbClr val="000000"/>
                </a:solidFill>
                <a:latin typeface="IBM Plex Sans SmBld" panose="020B0503050203000203" pitchFamily="34" charset="0"/>
              </a:rPr>
              <a:t>Execute</a:t>
            </a:r>
          </a:p>
          <a:p>
            <a:pPr lvl="0"/>
            <a:r>
              <a:rPr lang="en-US" sz="2000" dirty="0">
                <a:solidFill>
                  <a:srgbClr val="000000"/>
                </a:solidFill>
                <a:latin typeface="IBM Plex Sans" panose="020B0503050203000203" pitchFamily="34" charset="0"/>
              </a:rPr>
              <a:t>Design and document future-state SOPs</a:t>
            </a:r>
          </a:p>
          <a:p>
            <a:pPr lvl="0"/>
            <a:r>
              <a:rPr lang="en-US" sz="2000" dirty="0">
                <a:solidFill>
                  <a:srgbClr val="000000"/>
                </a:solidFill>
                <a:latin typeface="IBM Plex Sans" panose="020B0503050203000203" pitchFamily="34" charset="0"/>
              </a:rPr>
              <a:t>Execute change management strategy </a:t>
            </a:r>
            <a:br>
              <a:rPr lang="en-US" sz="2000" dirty="0">
                <a:solidFill>
                  <a:srgbClr val="000000"/>
                </a:solidFill>
                <a:latin typeface="IBM Plex Sans" panose="020B0503050203000203" pitchFamily="34" charset="0"/>
              </a:rPr>
            </a:br>
            <a:r>
              <a:rPr lang="en-US" sz="2000" dirty="0">
                <a:solidFill>
                  <a:srgbClr val="000000"/>
                </a:solidFill>
                <a:latin typeface="IBM Plex Sans" panose="020B0503050203000203" pitchFamily="34" charset="0"/>
              </a:rPr>
              <a:t>and training</a:t>
            </a:r>
          </a:p>
          <a:p>
            <a:pPr lvl="0"/>
            <a:r>
              <a:rPr lang="en-US" sz="2000" dirty="0">
                <a:solidFill>
                  <a:srgbClr val="000000"/>
                </a:solidFill>
                <a:latin typeface="IBM Plex Sans" panose="020B0503050203000203" pitchFamily="34" charset="0"/>
              </a:rPr>
              <a:t>Establish continuous improvement (CI) program</a:t>
            </a:r>
          </a:p>
          <a:p>
            <a:pPr lvl="0"/>
            <a:r>
              <a:rPr lang="en-US" sz="2000" dirty="0">
                <a:solidFill>
                  <a:srgbClr val="000000"/>
                </a:solidFill>
                <a:latin typeface="IBM Plex Sans" panose="020B0503050203000203" pitchFamily="34" charset="0"/>
              </a:rPr>
              <a:t>Transition requisitions to IBM</a:t>
            </a:r>
          </a:p>
        </p:txBody>
      </p:sp>
      <p:sp>
        <p:nvSpPr>
          <p:cNvPr id="37" name="TextBox 36">
            <a:extLst>
              <a:ext uri="{FF2B5EF4-FFF2-40B4-BE49-F238E27FC236}">
                <a16:creationId xmlns:a16="http://schemas.microsoft.com/office/drawing/2014/main" id="{500EC7A1-BF07-523A-5AF3-732378DEFBCB}"/>
              </a:ext>
            </a:extLst>
          </p:cNvPr>
          <p:cNvSpPr txBox="1"/>
          <p:nvPr/>
        </p:nvSpPr>
        <p:spPr>
          <a:xfrm>
            <a:off x="576072" y="9673947"/>
            <a:ext cx="4956175" cy="93676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lvl="0"/>
            <a:r>
              <a:rPr lang="en-US" sz="2000" b="1" dirty="0">
                <a:solidFill>
                  <a:srgbClr val="000000"/>
                </a:solidFill>
                <a:latin typeface="IBM Plex Sans SmBld" panose="020B0503050203000203" pitchFamily="34" charset="0"/>
              </a:rPr>
              <a:t>Control</a:t>
            </a:r>
          </a:p>
          <a:p>
            <a:pPr lvl="0"/>
            <a:r>
              <a:rPr lang="en-US" sz="2000" dirty="0">
                <a:solidFill>
                  <a:srgbClr val="000000"/>
                </a:solidFill>
                <a:latin typeface="IBM Plex Sans" panose="020B0503050203000203" pitchFamily="34" charset="0"/>
              </a:rPr>
              <a:t>Complete audit prep with operations</a:t>
            </a:r>
          </a:p>
          <a:p>
            <a:pPr lvl="0"/>
            <a:r>
              <a:rPr lang="en-US" sz="2000" dirty="0">
                <a:solidFill>
                  <a:srgbClr val="000000"/>
                </a:solidFill>
                <a:latin typeface="IBM Plex Sans" panose="020B0503050203000203" pitchFamily="34" charset="0"/>
              </a:rPr>
              <a:t>Complete control evaluation</a:t>
            </a:r>
          </a:p>
          <a:p>
            <a:pPr lvl="0"/>
            <a:endParaRPr lang="en-US" sz="2000" dirty="0">
              <a:solidFill>
                <a:srgbClr val="000000"/>
              </a:solidFill>
              <a:latin typeface="IBM Plex Sans" panose="020B0503050203000203" pitchFamily="34" charset="0"/>
            </a:endParaRPr>
          </a:p>
        </p:txBody>
      </p:sp>
      <p:sp>
        <p:nvSpPr>
          <p:cNvPr id="38" name="TextBox 37">
            <a:extLst>
              <a:ext uri="{FF2B5EF4-FFF2-40B4-BE49-F238E27FC236}">
                <a16:creationId xmlns:a16="http://schemas.microsoft.com/office/drawing/2014/main" id="{6B9CB79A-2B07-B93C-6FFF-6924CCFD035D}"/>
              </a:ext>
            </a:extLst>
          </p:cNvPr>
          <p:cNvSpPr txBox="1"/>
          <p:nvPr/>
        </p:nvSpPr>
        <p:spPr>
          <a:xfrm>
            <a:off x="576072" y="10959074"/>
            <a:ext cx="4956175" cy="117924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lvl="0"/>
            <a:r>
              <a:rPr lang="en-US" sz="2000" b="1" dirty="0">
                <a:solidFill>
                  <a:srgbClr val="000000"/>
                </a:solidFill>
                <a:latin typeface="IBM Plex Sans SmBld" panose="020B0503050203000203" pitchFamily="34" charset="0"/>
              </a:rPr>
              <a:t>Close</a:t>
            </a:r>
          </a:p>
          <a:p>
            <a:pPr lvl="0"/>
            <a:r>
              <a:rPr lang="en-US" sz="2000" dirty="0">
                <a:solidFill>
                  <a:srgbClr val="000000"/>
                </a:solidFill>
                <a:latin typeface="IBM Plex Sans" panose="020B0503050203000203" pitchFamily="34" charset="0"/>
              </a:rPr>
              <a:t>Schedule and conduct post launch meeting</a:t>
            </a:r>
          </a:p>
          <a:p>
            <a:pPr lvl="0"/>
            <a:r>
              <a:rPr lang="en-US" sz="2000" dirty="0">
                <a:solidFill>
                  <a:srgbClr val="000000"/>
                </a:solidFill>
                <a:latin typeface="IBM Plex Sans" panose="020B0503050203000203" pitchFamily="34" charset="0"/>
              </a:rPr>
              <a:t>Review remaining open items</a:t>
            </a:r>
          </a:p>
          <a:p>
            <a:pPr lvl="0"/>
            <a:r>
              <a:rPr lang="en-US" sz="2000" dirty="0">
                <a:solidFill>
                  <a:srgbClr val="000000"/>
                </a:solidFill>
                <a:latin typeface="IBM Plex Sans" panose="020B0503050203000203" pitchFamily="34" charset="0"/>
              </a:rPr>
              <a:t>Obtain operations signoff</a:t>
            </a:r>
          </a:p>
          <a:p>
            <a:pPr lvl="0"/>
            <a:endParaRPr lang="en-US" sz="2000" dirty="0">
              <a:solidFill>
                <a:srgbClr val="000000"/>
              </a:solidFill>
              <a:latin typeface="IBM Plex Sans" panose="020B0503050203000203" pitchFamily="34" charset="0"/>
            </a:endParaRPr>
          </a:p>
        </p:txBody>
      </p:sp>
      <p:grpSp>
        <p:nvGrpSpPr>
          <p:cNvPr id="3" name="Group 2" descr="Graphic showing timeline with horizontal blue bars for labeled project segments and vertical lines representing time in weeks">
            <a:extLst>
              <a:ext uri="{FF2B5EF4-FFF2-40B4-BE49-F238E27FC236}">
                <a16:creationId xmlns:a16="http://schemas.microsoft.com/office/drawing/2014/main" id="{3F51615D-5FA8-2F41-2659-342872D6AEEC}"/>
              </a:ext>
            </a:extLst>
          </p:cNvPr>
          <p:cNvGrpSpPr/>
          <p:nvPr/>
        </p:nvGrpSpPr>
        <p:grpSpPr>
          <a:xfrm>
            <a:off x="6096000" y="2671699"/>
            <a:ext cx="17722849" cy="9523476"/>
            <a:chOff x="6096000" y="2476500"/>
            <a:chExt cx="17722849" cy="9523476"/>
          </a:xfrm>
        </p:grpSpPr>
        <p:cxnSp>
          <p:nvCxnSpPr>
            <p:cNvPr id="6" name="Straight Connector 5">
              <a:extLst>
                <a:ext uri="{FF2B5EF4-FFF2-40B4-BE49-F238E27FC236}">
                  <a16:creationId xmlns:a16="http://schemas.microsoft.com/office/drawing/2014/main" id="{BADE7F1A-8365-A941-4F38-5594AD197460}"/>
                </a:ext>
              </a:extLst>
            </p:cNvPr>
            <p:cNvCxnSpPr/>
            <p:nvPr/>
          </p:nvCxnSpPr>
          <p:spPr bwMode="auto">
            <a:xfrm>
              <a:off x="6096000" y="3048000"/>
              <a:ext cx="0" cy="8951976"/>
            </a:xfrm>
            <a:prstGeom prst="line">
              <a:avLst/>
            </a:prstGeom>
            <a:ln w="12700">
              <a:solidFill>
                <a:srgbClr val="8D8D8D"/>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7" name="Straight Connector 6">
              <a:extLst>
                <a:ext uri="{FF2B5EF4-FFF2-40B4-BE49-F238E27FC236}">
                  <a16:creationId xmlns:a16="http://schemas.microsoft.com/office/drawing/2014/main" id="{0D8B1835-BBC7-3E5F-B74E-1A06E450EBDF}"/>
                </a:ext>
              </a:extLst>
            </p:cNvPr>
            <p:cNvCxnSpPr/>
            <p:nvPr/>
          </p:nvCxnSpPr>
          <p:spPr bwMode="auto">
            <a:xfrm>
              <a:off x="7572219" y="3048000"/>
              <a:ext cx="0" cy="8951976"/>
            </a:xfrm>
            <a:prstGeom prst="line">
              <a:avLst/>
            </a:prstGeom>
            <a:ln w="12700">
              <a:solidFill>
                <a:srgbClr val="8D8D8D"/>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8" name="Straight Connector 7">
              <a:extLst>
                <a:ext uri="{FF2B5EF4-FFF2-40B4-BE49-F238E27FC236}">
                  <a16:creationId xmlns:a16="http://schemas.microsoft.com/office/drawing/2014/main" id="{E9F81972-7649-9174-6B7D-5DDC5E2B1512}"/>
                </a:ext>
              </a:extLst>
            </p:cNvPr>
            <p:cNvCxnSpPr/>
            <p:nvPr/>
          </p:nvCxnSpPr>
          <p:spPr bwMode="auto">
            <a:xfrm>
              <a:off x="9048438" y="3048000"/>
              <a:ext cx="0" cy="8951976"/>
            </a:xfrm>
            <a:prstGeom prst="line">
              <a:avLst/>
            </a:prstGeom>
            <a:ln w="12700">
              <a:solidFill>
                <a:srgbClr val="8D8D8D"/>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9" name="Straight Connector 8">
              <a:extLst>
                <a:ext uri="{FF2B5EF4-FFF2-40B4-BE49-F238E27FC236}">
                  <a16:creationId xmlns:a16="http://schemas.microsoft.com/office/drawing/2014/main" id="{466AEE6D-0F78-A1B3-BE14-73ABEE4DE2DD}"/>
                </a:ext>
              </a:extLst>
            </p:cNvPr>
            <p:cNvCxnSpPr/>
            <p:nvPr/>
          </p:nvCxnSpPr>
          <p:spPr bwMode="auto">
            <a:xfrm>
              <a:off x="10524657" y="3048000"/>
              <a:ext cx="0" cy="8951976"/>
            </a:xfrm>
            <a:prstGeom prst="line">
              <a:avLst/>
            </a:prstGeom>
            <a:ln w="12700">
              <a:solidFill>
                <a:srgbClr val="8D8D8D"/>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0" name="Straight Connector 9">
              <a:extLst>
                <a:ext uri="{FF2B5EF4-FFF2-40B4-BE49-F238E27FC236}">
                  <a16:creationId xmlns:a16="http://schemas.microsoft.com/office/drawing/2014/main" id="{A6E13744-C165-F20D-B366-950BA8003F9A}"/>
                </a:ext>
              </a:extLst>
            </p:cNvPr>
            <p:cNvCxnSpPr/>
            <p:nvPr/>
          </p:nvCxnSpPr>
          <p:spPr bwMode="auto">
            <a:xfrm>
              <a:off x="12000876" y="3048000"/>
              <a:ext cx="0" cy="8951976"/>
            </a:xfrm>
            <a:prstGeom prst="line">
              <a:avLst/>
            </a:prstGeom>
            <a:ln w="12700">
              <a:solidFill>
                <a:srgbClr val="8D8D8D"/>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53510515-3B82-A9AF-25D2-A142CAAA81CA}"/>
                </a:ext>
              </a:extLst>
            </p:cNvPr>
            <p:cNvCxnSpPr/>
            <p:nvPr/>
          </p:nvCxnSpPr>
          <p:spPr bwMode="auto">
            <a:xfrm>
              <a:off x="13477095" y="3048000"/>
              <a:ext cx="0" cy="8951976"/>
            </a:xfrm>
            <a:prstGeom prst="line">
              <a:avLst/>
            </a:prstGeom>
            <a:ln w="12700">
              <a:solidFill>
                <a:srgbClr val="8D8D8D"/>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2" name="Straight Connector 11">
              <a:extLst>
                <a:ext uri="{FF2B5EF4-FFF2-40B4-BE49-F238E27FC236}">
                  <a16:creationId xmlns:a16="http://schemas.microsoft.com/office/drawing/2014/main" id="{8AD78403-5ED0-52C4-9BA4-8AD77A029AA3}"/>
                </a:ext>
              </a:extLst>
            </p:cNvPr>
            <p:cNvCxnSpPr/>
            <p:nvPr/>
          </p:nvCxnSpPr>
          <p:spPr bwMode="auto">
            <a:xfrm>
              <a:off x="14953314" y="3048000"/>
              <a:ext cx="0" cy="8951976"/>
            </a:xfrm>
            <a:prstGeom prst="line">
              <a:avLst/>
            </a:prstGeom>
            <a:ln w="12700">
              <a:solidFill>
                <a:srgbClr val="8D8D8D"/>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3" name="Straight Connector 12">
              <a:extLst>
                <a:ext uri="{FF2B5EF4-FFF2-40B4-BE49-F238E27FC236}">
                  <a16:creationId xmlns:a16="http://schemas.microsoft.com/office/drawing/2014/main" id="{0E184A86-1BD4-AEF1-1F49-A99FE23C2EAB}"/>
                </a:ext>
              </a:extLst>
            </p:cNvPr>
            <p:cNvCxnSpPr/>
            <p:nvPr/>
          </p:nvCxnSpPr>
          <p:spPr bwMode="auto">
            <a:xfrm>
              <a:off x="16429533" y="3048000"/>
              <a:ext cx="0" cy="8951976"/>
            </a:xfrm>
            <a:prstGeom prst="line">
              <a:avLst/>
            </a:prstGeom>
            <a:ln w="12700">
              <a:solidFill>
                <a:srgbClr val="8D8D8D"/>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4" name="Straight Connector 13">
              <a:extLst>
                <a:ext uri="{FF2B5EF4-FFF2-40B4-BE49-F238E27FC236}">
                  <a16:creationId xmlns:a16="http://schemas.microsoft.com/office/drawing/2014/main" id="{8A46A6D8-ED20-4A5A-D2B1-211157CE4862}"/>
                </a:ext>
              </a:extLst>
            </p:cNvPr>
            <p:cNvCxnSpPr/>
            <p:nvPr/>
          </p:nvCxnSpPr>
          <p:spPr bwMode="auto">
            <a:xfrm>
              <a:off x="17905752" y="3048000"/>
              <a:ext cx="0" cy="8951976"/>
            </a:xfrm>
            <a:prstGeom prst="line">
              <a:avLst/>
            </a:prstGeom>
            <a:ln w="12700">
              <a:solidFill>
                <a:srgbClr val="8D8D8D"/>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5" name="Straight Connector 14">
              <a:extLst>
                <a:ext uri="{FF2B5EF4-FFF2-40B4-BE49-F238E27FC236}">
                  <a16:creationId xmlns:a16="http://schemas.microsoft.com/office/drawing/2014/main" id="{F62C3EBA-AAF8-24E0-8441-847838D6B246}"/>
                </a:ext>
              </a:extLst>
            </p:cNvPr>
            <p:cNvCxnSpPr/>
            <p:nvPr/>
          </p:nvCxnSpPr>
          <p:spPr bwMode="auto">
            <a:xfrm>
              <a:off x="19381971" y="3048000"/>
              <a:ext cx="0" cy="8951976"/>
            </a:xfrm>
            <a:prstGeom prst="line">
              <a:avLst/>
            </a:prstGeom>
            <a:ln w="12700">
              <a:solidFill>
                <a:srgbClr val="8D8D8D"/>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6" name="Straight Connector 15">
              <a:extLst>
                <a:ext uri="{FF2B5EF4-FFF2-40B4-BE49-F238E27FC236}">
                  <a16:creationId xmlns:a16="http://schemas.microsoft.com/office/drawing/2014/main" id="{6F26C322-5DB4-7146-9280-7017AB4C9677}"/>
                </a:ext>
              </a:extLst>
            </p:cNvPr>
            <p:cNvCxnSpPr/>
            <p:nvPr/>
          </p:nvCxnSpPr>
          <p:spPr bwMode="auto">
            <a:xfrm>
              <a:off x="20858190" y="3048000"/>
              <a:ext cx="0" cy="8951976"/>
            </a:xfrm>
            <a:prstGeom prst="line">
              <a:avLst/>
            </a:prstGeom>
            <a:ln w="12700">
              <a:solidFill>
                <a:srgbClr val="8D8D8D"/>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7" name="Straight Connector 16">
              <a:extLst>
                <a:ext uri="{FF2B5EF4-FFF2-40B4-BE49-F238E27FC236}">
                  <a16:creationId xmlns:a16="http://schemas.microsoft.com/office/drawing/2014/main" id="{60DD4307-A8CA-1F8E-5D3E-23AD0781F32D}"/>
                </a:ext>
              </a:extLst>
            </p:cNvPr>
            <p:cNvCxnSpPr/>
            <p:nvPr/>
          </p:nvCxnSpPr>
          <p:spPr bwMode="auto">
            <a:xfrm>
              <a:off x="22334409" y="3048000"/>
              <a:ext cx="0" cy="8951976"/>
            </a:xfrm>
            <a:prstGeom prst="line">
              <a:avLst/>
            </a:prstGeom>
            <a:ln w="12700">
              <a:solidFill>
                <a:srgbClr val="8D8D8D"/>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8" name="Straight Connector 17">
              <a:extLst>
                <a:ext uri="{FF2B5EF4-FFF2-40B4-BE49-F238E27FC236}">
                  <a16:creationId xmlns:a16="http://schemas.microsoft.com/office/drawing/2014/main" id="{42FEF152-E37D-4007-4C64-E6FEB706318B}"/>
                </a:ext>
              </a:extLst>
            </p:cNvPr>
            <p:cNvCxnSpPr/>
            <p:nvPr/>
          </p:nvCxnSpPr>
          <p:spPr bwMode="auto">
            <a:xfrm>
              <a:off x="23810623" y="3048000"/>
              <a:ext cx="0" cy="8951976"/>
            </a:xfrm>
            <a:prstGeom prst="line">
              <a:avLst/>
            </a:prstGeom>
            <a:ln w="12700">
              <a:solidFill>
                <a:srgbClr val="8D8D8D"/>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20" name="TextBox 19">
              <a:extLst>
                <a:ext uri="{FF2B5EF4-FFF2-40B4-BE49-F238E27FC236}">
                  <a16:creationId xmlns:a16="http://schemas.microsoft.com/office/drawing/2014/main" id="{9E766A57-F445-3E2A-7FA0-3817127E6606}"/>
                </a:ext>
              </a:extLst>
            </p:cNvPr>
            <p:cNvSpPr txBox="1"/>
            <p:nvPr/>
          </p:nvSpPr>
          <p:spPr>
            <a:xfrm>
              <a:off x="6102212" y="2476500"/>
              <a:ext cx="1141413" cy="381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algn="l" defTabSz="2438400">
                <a:spcBef>
                  <a:spcPts val="2900"/>
                </a:spcBef>
                <a:buSzPct val="100000"/>
              </a:pPr>
              <a:r>
                <a:rPr lang="en-US" sz="2000" b="1" kern="0" dirty="0">
                  <a:solidFill>
                    <a:srgbClr val="000000"/>
                  </a:solidFill>
                  <a:latin typeface="IBM Plex Sans SmBld" panose="020B0503050203000203" pitchFamily="34" charset="0"/>
                  <a:ea typeface="+mj-ea"/>
                  <a:cs typeface="+mj-cs"/>
                  <a:sym typeface="IBM Plex Sans Light"/>
                </a:rPr>
                <a:t>Week 1</a:t>
              </a:r>
            </a:p>
          </p:txBody>
        </p:sp>
        <p:sp>
          <p:nvSpPr>
            <p:cNvPr id="21" name="TextBox 20">
              <a:extLst>
                <a:ext uri="{FF2B5EF4-FFF2-40B4-BE49-F238E27FC236}">
                  <a16:creationId xmlns:a16="http://schemas.microsoft.com/office/drawing/2014/main" id="{57844F27-540D-D1E3-4BC0-4D97E6B647A4}"/>
                </a:ext>
              </a:extLst>
            </p:cNvPr>
            <p:cNvSpPr txBox="1"/>
            <p:nvPr/>
          </p:nvSpPr>
          <p:spPr>
            <a:xfrm>
              <a:off x="7577866" y="2476500"/>
              <a:ext cx="1141413" cy="381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defTabSz="2438400">
                <a:spcBef>
                  <a:spcPts val="2900"/>
                </a:spcBef>
                <a:buSzPct val="100000"/>
              </a:pPr>
              <a:r>
                <a:rPr lang="en-US" sz="2000" b="1" kern="0" dirty="0">
                  <a:solidFill>
                    <a:srgbClr val="000000"/>
                  </a:solidFill>
                  <a:latin typeface="IBM Plex Sans SmBld" panose="020B0503050203000203" pitchFamily="34" charset="0"/>
                  <a:sym typeface="IBM Plex Sans Light"/>
                </a:rPr>
                <a:t>Week 2</a:t>
              </a:r>
            </a:p>
          </p:txBody>
        </p:sp>
        <p:sp>
          <p:nvSpPr>
            <p:cNvPr id="22" name="TextBox 21">
              <a:extLst>
                <a:ext uri="{FF2B5EF4-FFF2-40B4-BE49-F238E27FC236}">
                  <a16:creationId xmlns:a16="http://schemas.microsoft.com/office/drawing/2014/main" id="{1FB64E4C-F835-2AFA-768A-EBDB93A57561}"/>
                </a:ext>
              </a:extLst>
            </p:cNvPr>
            <p:cNvSpPr txBox="1"/>
            <p:nvPr/>
          </p:nvSpPr>
          <p:spPr>
            <a:xfrm>
              <a:off x="9053520" y="2476500"/>
              <a:ext cx="1141413" cy="381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defTabSz="2438400">
                <a:spcBef>
                  <a:spcPts val="2900"/>
                </a:spcBef>
                <a:buSzPct val="100000"/>
              </a:pPr>
              <a:r>
                <a:rPr lang="en-US" sz="2000" b="1" kern="0" dirty="0">
                  <a:solidFill>
                    <a:srgbClr val="000000"/>
                  </a:solidFill>
                  <a:latin typeface="IBM Plex Sans SmBld" panose="020B0503050203000203" pitchFamily="34" charset="0"/>
                  <a:sym typeface="IBM Plex Sans Light"/>
                </a:rPr>
                <a:t>Week 3</a:t>
              </a:r>
            </a:p>
          </p:txBody>
        </p:sp>
        <p:sp>
          <p:nvSpPr>
            <p:cNvPr id="23" name="TextBox 22">
              <a:extLst>
                <a:ext uri="{FF2B5EF4-FFF2-40B4-BE49-F238E27FC236}">
                  <a16:creationId xmlns:a16="http://schemas.microsoft.com/office/drawing/2014/main" id="{D16E5F07-5E57-AB04-79F7-8892806A9493}"/>
                </a:ext>
              </a:extLst>
            </p:cNvPr>
            <p:cNvSpPr txBox="1"/>
            <p:nvPr/>
          </p:nvSpPr>
          <p:spPr>
            <a:xfrm>
              <a:off x="10529174" y="2476500"/>
              <a:ext cx="1141413" cy="381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defTabSz="2438400">
                <a:spcBef>
                  <a:spcPts val="2900"/>
                </a:spcBef>
                <a:buSzPct val="100000"/>
              </a:pPr>
              <a:r>
                <a:rPr lang="en-US" sz="2000" b="1" kern="0" dirty="0">
                  <a:solidFill>
                    <a:srgbClr val="000000"/>
                  </a:solidFill>
                  <a:latin typeface="IBM Plex Sans SmBld" panose="020B0503050203000203" pitchFamily="34" charset="0"/>
                  <a:sym typeface="IBM Plex Sans Light"/>
                </a:rPr>
                <a:t>Week 4</a:t>
              </a:r>
            </a:p>
          </p:txBody>
        </p:sp>
        <p:sp>
          <p:nvSpPr>
            <p:cNvPr id="24" name="TextBox 23">
              <a:extLst>
                <a:ext uri="{FF2B5EF4-FFF2-40B4-BE49-F238E27FC236}">
                  <a16:creationId xmlns:a16="http://schemas.microsoft.com/office/drawing/2014/main" id="{1ACA560D-77EB-DBF5-5A51-4A8C525AAA9B}"/>
                </a:ext>
              </a:extLst>
            </p:cNvPr>
            <p:cNvSpPr txBox="1"/>
            <p:nvPr/>
          </p:nvSpPr>
          <p:spPr>
            <a:xfrm>
              <a:off x="12004828" y="2476500"/>
              <a:ext cx="1141413" cy="381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defTabSz="2438400">
                <a:spcBef>
                  <a:spcPts val="2900"/>
                </a:spcBef>
                <a:buSzPct val="100000"/>
              </a:pPr>
              <a:r>
                <a:rPr lang="en-US" sz="2000" b="1" kern="0" dirty="0">
                  <a:solidFill>
                    <a:srgbClr val="000000"/>
                  </a:solidFill>
                  <a:latin typeface="IBM Plex Sans SmBld" panose="020B0503050203000203" pitchFamily="34" charset="0"/>
                  <a:sym typeface="IBM Plex Sans Light"/>
                </a:rPr>
                <a:t>Week 5</a:t>
              </a:r>
            </a:p>
          </p:txBody>
        </p:sp>
        <p:sp>
          <p:nvSpPr>
            <p:cNvPr id="25" name="TextBox 24">
              <a:extLst>
                <a:ext uri="{FF2B5EF4-FFF2-40B4-BE49-F238E27FC236}">
                  <a16:creationId xmlns:a16="http://schemas.microsoft.com/office/drawing/2014/main" id="{17FCAD72-AAB2-A019-6B79-C99188CF047B}"/>
                </a:ext>
              </a:extLst>
            </p:cNvPr>
            <p:cNvSpPr txBox="1"/>
            <p:nvPr/>
          </p:nvSpPr>
          <p:spPr>
            <a:xfrm>
              <a:off x="13480482" y="2476500"/>
              <a:ext cx="1141413" cy="381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defTabSz="2438400">
                <a:spcBef>
                  <a:spcPts val="2900"/>
                </a:spcBef>
                <a:buSzPct val="100000"/>
              </a:pPr>
              <a:r>
                <a:rPr lang="en-US" sz="2000" b="1" kern="0" dirty="0">
                  <a:solidFill>
                    <a:srgbClr val="000000"/>
                  </a:solidFill>
                  <a:latin typeface="IBM Plex Sans SmBld" panose="020B0503050203000203" pitchFamily="34" charset="0"/>
                  <a:sym typeface="IBM Plex Sans Light"/>
                </a:rPr>
                <a:t>Week 6</a:t>
              </a:r>
            </a:p>
          </p:txBody>
        </p:sp>
        <p:sp>
          <p:nvSpPr>
            <p:cNvPr id="26" name="TextBox 25">
              <a:extLst>
                <a:ext uri="{FF2B5EF4-FFF2-40B4-BE49-F238E27FC236}">
                  <a16:creationId xmlns:a16="http://schemas.microsoft.com/office/drawing/2014/main" id="{EFADE937-7E7F-E557-6A5B-738C98CBC448}"/>
                </a:ext>
              </a:extLst>
            </p:cNvPr>
            <p:cNvSpPr txBox="1"/>
            <p:nvPr/>
          </p:nvSpPr>
          <p:spPr>
            <a:xfrm>
              <a:off x="14956136" y="2476500"/>
              <a:ext cx="1141413" cy="381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defTabSz="2438400">
                <a:spcBef>
                  <a:spcPts val="2900"/>
                </a:spcBef>
                <a:buSzPct val="100000"/>
              </a:pPr>
              <a:r>
                <a:rPr lang="en-US" sz="2000" b="1" kern="0" dirty="0">
                  <a:solidFill>
                    <a:srgbClr val="000000"/>
                  </a:solidFill>
                  <a:latin typeface="IBM Plex Sans SmBld" panose="020B0503050203000203" pitchFamily="34" charset="0"/>
                  <a:sym typeface="IBM Plex Sans Light"/>
                </a:rPr>
                <a:t>Week 7</a:t>
              </a:r>
            </a:p>
          </p:txBody>
        </p:sp>
        <p:sp>
          <p:nvSpPr>
            <p:cNvPr id="27" name="TextBox 26">
              <a:extLst>
                <a:ext uri="{FF2B5EF4-FFF2-40B4-BE49-F238E27FC236}">
                  <a16:creationId xmlns:a16="http://schemas.microsoft.com/office/drawing/2014/main" id="{AB603C25-02C7-2987-721C-643035181042}"/>
                </a:ext>
              </a:extLst>
            </p:cNvPr>
            <p:cNvSpPr txBox="1"/>
            <p:nvPr/>
          </p:nvSpPr>
          <p:spPr>
            <a:xfrm>
              <a:off x="16431790" y="2476500"/>
              <a:ext cx="1141413" cy="381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defTabSz="2438400">
                <a:spcBef>
                  <a:spcPts val="2900"/>
                </a:spcBef>
                <a:buSzPct val="100000"/>
              </a:pPr>
              <a:r>
                <a:rPr lang="en-US" sz="2000" b="1" kern="0" dirty="0">
                  <a:solidFill>
                    <a:srgbClr val="000000"/>
                  </a:solidFill>
                  <a:latin typeface="IBM Plex Sans SmBld" panose="020B0503050203000203" pitchFamily="34" charset="0"/>
                  <a:sym typeface="IBM Plex Sans Light"/>
                </a:rPr>
                <a:t>Week 8</a:t>
              </a:r>
            </a:p>
          </p:txBody>
        </p:sp>
        <p:sp>
          <p:nvSpPr>
            <p:cNvPr id="28" name="TextBox 27">
              <a:extLst>
                <a:ext uri="{FF2B5EF4-FFF2-40B4-BE49-F238E27FC236}">
                  <a16:creationId xmlns:a16="http://schemas.microsoft.com/office/drawing/2014/main" id="{5AC404B8-8E20-C3E1-B01F-A1413FE2026F}"/>
                </a:ext>
              </a:extLst>
            </p:cNvPr>
            <p:cNvSpPr txBox="1"/>
            <p:nvPr/>
          </p:nvSpPr>
          <p:spPr>
            <a:xfrm>
              <a:off x="17907444" y="2476500"/>
              <a:ext cx="1141413" cy="381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defTabSz="2438400">
                <a:spcBef>
                  <a:spcPts val="2900"/>
                </a:spcBef>
                <a:buSzPct val="100000"/>
              </a:pPr>
              <a:r>
                <a:rPr lang="en-US" sz="2000" b="1" kern="0" dirty="0">
                  <a:solidFill>
                    <a:srgbClr val="000000"/>
                  </a:solidFill>
                  <a:latin typeface="IBM Plex Sans SmBld" panose="020B0503050203000203" pitchFamily="34" charset="0"/>
                  <a:sym typeface="IBM Plex Sans Light"/>
                </a:rPr>
                <a:t>Week 9</a:t>
              </a:r>
            </a:p>
          </p:txBody>
        </p:sp>
        <p:sp>
          <p:nvSpPr>
            <p:cNvPr id="29" name="TextBox 28">
              <a:extLst>
                <a:ext uri="{FF2B5EF4-FFF2-40B4-BE49-F238E27FC236}">
                  <a16:creationId xmlns:a16="http://schemas.microsoft.com/office/drawing/2014/main" id="{CBB5FF3B-7037-C51B-5706-4BBBBC926076}"/>
                </a:ext>
              </a:extLst>
            </p:cNvPr>
            <p:cNvSpPr txBox="1"/>
            <p:nvPr/>
          </p:nvSpPr>
          <p:spPr>
            <a:xfrm>
              <a:off x="19383098" y="2476500"/>
              <a:ext cx="1141413" cy="381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defTabSz="2438400">
                <a:spcBef>
                  <a:spcPts val="2900"/>
                </a:spcBef>
                <a:buSzPct val="100000"/>
              </a:pPr>
              <a:r>
                <a:rPr lang="en-US" sz="2000" b="1" kern="0" dirty="0">
                  <a:solidFill>
                    <a:srgbClr val="000000"/>
                  </a:solidFill>
                  <a:latin typeface="IBM Plex Sans SmBld" panose="020B0503050203000203" pitchFamily="34" charset="0"/>
                  <a:sym typeface="IBM Plex Sans Light"/>
                </a:rPr>
                <a:t>Week 10</a:t>
              </a:r>
            </a:p>
          </p:txBody>
        </p:sp>
        <p:sp>
          <p:nvSpPr>
            <p:cNvPr id="30" name="TextBox 29">
              <a:extLst>
                <a:ext uri="{FF2B5EF4-FFF2-40B4-BE49-F238E27FC236}">
                  <a16:creationId xmlns:a16="http://schemas.microsoft.com/office/drawing/2014/main" id="{4668E243-01B5-1A09-3475-2ED632E9B0C3}"/>
                </a:ext>
              </a:extLst>
            </p:cNvPr>
            <p:cNvSpPr txBox="1"/>
            <p:nvPr/>
          </p:nvSpPr>
          <p:spPr>
            <a:xfrm>
              <a:off x="20858752" y="2476500"/>
              <a:ext cx="1141413" cy="381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defTabSz="2438400">
                <a:spcBef>
                  <a:spcPts val="2900"/>
                </a:spcBef>
                <a:buSzPct val="100000"/>
              </a:pPr>
              <a:r>
                <a:rPr lang="en-US" sz="2000" b="1" kern="0" dirty="0">
                  <a:solidFill>
                    <a:srgbClr val="000000"/>
                  </a:solidFill>
                  <a:latin typeface="IBM Plex Sans SmBld" panose="020B0503050203000203" pitchFamily="34" charset="0"/>
                  <a:sym typeface="IBM Plex Sans Light"/>
                </a:rPr>
                <a:t>Week 11</a:t>
              </a:r>
            </a:p>
          </p:txBody>
        </p:sp>
        <p:sp>
          <p:nvSpPr>
            <p:cNvPr id="31" name="TextBox 30">
              <a:extLst>
                <a:ext uri="{FF2B5EF4-FFF2-40B4-BE49-F238E27FC236}">
                  <a16:creationId xmlns:a16="http://schemas.microsoft.com/office/drawing/2014/main" id="{779D6024-E52C-5D85-3098-C11BD8B8392D}"/>
                </a:ext>
              </a:extLst>
            </p:cNvPr>
            <p:cNvSpPr txBox="1"/>
            <p:nvPr/>
          </p:nvSpPr>
          <p:spPr>
            <a:xfrm>
              <a:off x="22334409" y="2476500"/>
              <a:ext cx="1141413" cy="381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defTabSz="2438400">
                <a:spcBef>
                  <a:spcPts val="2900"/>
                </a:spcBef>
                <a:buSzPct val="100000"/>
              </a:pPr>
              <a:r>
                <a:rPr lang="en-US" sz="2000" b="1" kern="0" dirty="0">
                  <a:solidFill>
                    <a:srgbClr val="000000"/>
                  </a:solidFill>
                  <a:latin typeface="IBM Plex Sans SmBld" panose="020B0503050203000203" pitchFamily="34" charset="0"/>
                  <a:sym typeface="IBM Plex Sans Light"/>
                </a:rPr>
                <a:t>Week 12</a:t>
              </a:r>
            </a:p>
          </p:txBody>
        </p:sp>
        <p:sp>
          <p:nvSpPr>
            <p:cNvPr id="91" name="Rectangle 90">
              <a:extLst>
                <a:ext uri="{FF2B5EF4-FFF2-40B4-BE49-F238E27FC236}">
                  <a16:creationId xmlns:a16="http://schemas.microsoft.com/office/drawing/2014/main" id="{472C45E5-D7AF-D469-832B-2BD99CF4F85F}"/>
                </a:ext>
              </a:extLst>
            </p:cNvPr>
            <p:cNvSpPr/>
            <p:nvPr/>
          </p:nvSpPr>
          <p:spPr bwMode="auto">
            <a:xfrm>
              <a:off x="6103693" y="3326780"/>
              <a:ext cx="1468522" cy="192024"/>
            </a:xfrm>
            <a:prstGeom prst="rect">
              <a:avLst/>
            </a:prstGeom>
            <a:solidFill>
              <a:schemeClr val="accent1"/>
            </a:solidFill>
            <a:ln w="19050">
              <a:solidFill>
                <a:schemeClr val="accent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dirty="0">
                <a:ln>
                  <a:noFill/>
                </a:ln>
                <a:solidFill>
                  <a:schemeClr val="bg1"/>
                </a:solidFill>
                <a:effectLst/>
                <a:latin typeface="+mn-lt"/>
              </a:endParaRPr>
            </a:p>
          </p:txBody>
        </p:sp>
        <p:sp>
          <p:nvSpPr>
            <p:cNvPr id="93" name="Rectangle 92">
              <a:extLst>
                <a:ext uri="{FF2B5EF4-FFF2-40B4-BE49-F238E27FC236}">
                  <a16:creationId xmlns:a16="http://schemas.microsoft.com/office/drawing/2014/main" id="{E51CEC86-164B-38BE-8C5A-9E6AB481A794}"/>
                </a:ext>
              </a:extLst>
            </p:cNvPr>
            <p:cNvSpPr/>
            <p:nvPr/>
          </p:nvSpPr>
          <p:spPr bwMode="auto">
            <a:xfrm>
              <a:off x="7572215" y="4835204"/>
              <a:ext cx="4428662" cy="192024"/>
            </a:xfrm>
            <a:prstGeom prst="rect">
              <a:avLst/>
            </a:prstGeom>
            <a:solidFill>
              <a:schemeClr val="accent1"/>
            </a:solidFill>
            <a:ln w="19050">
              <a:solidFill>
                <a:schemeClr val="accent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dirty="0">
                <a:ln>
                  <a:noFill/>
                </a:ln>
                <a:solidFill>
                  <a:schemeClr val="bg1"/>
                </a:solidFill>
                <a:effectLst/>
                <a:latin typeface="+mn-lt"/>
              </a:endParaRPr>
            </a:p>
          </p:txBody>
        </p:sp>
        <p:sp>
          <p:nvSpPr>
            <p:cNvPr id="94" name="Rectangle 93">
              <a:extLst>
                <a:ext uri="{FF2B5EF4-FFF2-40B4-BE49-F238E27FC236}">
                  <a16:creationId xmlns:a16="http://schemas.microsoft.com/office/drawing/2014/main" id="{9ED0139C-B053-4DAA-4B4C-35BCCFEC3768}"/>
                </a:ext>
              </a:extLst>
            </p:cNvPr>
            <p:cNvSpPr/>
            <p:nvPr/>
          </p:nvSpPr>
          <p:spPr bwMode="auto">
            <a:xfrm>
              <a:off x="12000871" y="7034882"/>
              <a:ext cx="5904876" cy="192024"/>
            </a:xfrm>
            <a:prstGeom prst="rect">
              <a:avLst/>
            </a:prstGeom>
            <a:solidFill>
              <a:schemeClr val="accent1"/>
            </a:solidFill>
            <a:ln w="19050">
              <a:solidFill>
                <a:schemeClr val="accent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dirty="0">
                <a:ln>
                  <a:noFill/>
                </a:ln>
                <a:solidFill>
                  <a:schemeClr val="bg1"/>
                </a:solidFill>
                <a:effectLst/>
                <a:latin typeface="+mn-lt"/>
              </a:endParaRPr>
            </a:p>
          </p:txBody>
        </p:sp>
        <p:sp>
          <p:nvSpPr>
            <p:cNvPr id="96" name="Rectangle 95">
              <a:extLst>
                <a:ext uri="{FF2B5EF4-FFF2-40B4-BE49-F238E27FC236}">
                  <a16:creationId xmlns:a16="http://schemas.microsoft.com/office/drawing/2014/main" id="{3DF955ED-45AB-154E-8872-F627BFE323CD}"/>
                </a:ext>
              </a:extLst>
            </p:cNvPr>
            <p:cNvSpPr/>
            <p:nvPr/>
          </p:nvSpPr>
          <p:spPr bwMode="auto">
            <a:xfrm>
              <a:off x="17905746" y="9478748"/>
              <a:ext cx="4428657" cy="192024"/>
            </a:xfrm>
            <a:prstGeom prst="rect">
              <a:avLst/>
            </a:prstGeom>
            <a:solidFill>
              <a:schemeClr val="accent1"/>
            </a:solidFill>
            <a:ln w="19050">
              <a:solidFill>
                <a:schemeClr val="accent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dirty="0">
                <a:ln>
                  <a:noFill/>
                </a:ln>
                <a:solidFill>
                  <a:schemeClr val="bg1"/>
                </a:solidFill>
                <a:effectLst/>
                <a:latin typeface="+mn-lt"/>
              </a:endParaRPr>
            </a:p>
          </p:txBody>
        </p:sp>
        <p:sp>
          <p:nvSpPr>
            <p:cNvPr id="98" name="Diamond 97">
              <a:extLst>
                <a:ext uri="{FF2B5EF4-FFF2-40B4-BE49-F238E27FC236}">
                  <a16:creationId xmlns:a16="http://schemas.microsoft.com/office/drawing/2014/main" id="{69CB1E4E-EDD6-7160-33CA-C5B98BAAE726}"/>
                </a:ext>
              </a:extLst>
            </p:cNvPr>
            <p:cNvSpPr/>
            <p:nvPr/>
          </p:nvSpPr>
          <p:spPr bwMode="auto">
            <a:xfrm>
              <a:off x="18194025" y="7034882"/>
              <a:ext cx="192024" cy="192024"/>
            </a:xfrm>
            <a:prstGeom prst="diamond">
              <a:avLst/>
            </a:prstGeom>
            <a:solidFill>
              <a:srgbClr val="FA4D56"/>
            </a:solidFill>
            <a:ln w="19050">
              <a:solidFill>
                <a:srgbClr val="FA4D56"/>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dirty="0">
                <a:ln>
                  <a:noFill/>
                </a:ln>
                <a:solidFill>
                  <a:schemeClr val="bg1"/>
                </a:solidFill>
                <a:effectLst/>
                <a:latin typeface="+mn-lt"/>
              </a:endParaRPr>
            </a:p>
          </p:txBody>
        </p:sp>
        <p:sp>
          <p:nvSpPr>
            <p:cNvPr id="36" name="TextBox 35">
              <a:extLst>
                <a:ext uri="{FF2B5EF4-FFF2-40B4-BE49-F238E27FC236}">
                  <a16:creationId xmlns:a16="http://schemas.microsoft.com/office/drawing/2014/main" id="{577C68B0-E503-D4DD-9BDF-85E2C040EC75}"/>
                </a:ext>
              </a:extLst>
            </p:cNvPr>
            <p:cNvSpPr txBox="1"/>
            <p:nvPr/>
          </p:nvSpPr>
          <p:spPr>
            <a:xfrm>
              <a:off x="18653192" y="6976362"/>
              <a:ext cx="4771419" cy="25054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lvl="0"/>
              <a:r>
                <a:rPr lang="en-US" sz="2000" b="1" dirty="0">
                  <a:solidFill>
                    <a:srgbClr val="000000"/>
                  </a:solidFill>
                  <a:latin typeface="IBM Plex Sans SmBld" panose="020B0503050203000203" pitchFamily="34" charset="0"/>
                </a:rPr>
                <a:t>Program go live</a:t>
              </a:r>
            </a:p>
          </p:txBody>
        </p:sp>
        <p:sp>
          <p:nvSpPr>
            <p:cNvPr id="39" name="Rectangle 38">
              <a:extLst>
                <a:ext uri="{FF2B5EF4-FFF2-40B4-BE49-F238E27FC236}">
                  <a16:creationId xmlns:a16="http://schemas.microsoft.com/office/drawing/2014/main" id="{7B5E6EC7-B5CA-9135-E0D9-0EB1F0C521AC}"/>
                </a:ext>
              </a:extLst>
            </p:cNvPr>
            <p:cNvSpPr/>
            <p:nvPr/>
          </p:nvSpPr>
          <p:spPr bwMode="auto">
            <a:xfrm>
              <a:off x="22334409" y="10667863"/>
              <a:ext cx="1484440" cy="192024"/>
            </a:xfrm>
            <a:prstGeom prst="rect">
              <a:avLst/>
            </a:prstGeom>
            <a:solidFill>
              <a:schemeClr val="accent1"/>
            </a:solidFill>
            <a:ln w="19050">
              <a:solidFill>
                <a:schemeClr val="accent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dirty="0">
                <a:ln>
                  <a:noFill/>
                </a:ln>
                <a:solidFill>
                  <a:schemeClr val="bg1"/>
                </a:solidFill>
                <a:effectLst/>
                <a:latin typeface="+mn-lt"/>
              </a:endParaRPr>
            </a:p>
          </p:txBody>
        </p:sp>
      </p:grpSp>
      <p:sp>
        <p:nvSpPr>
          <p:cNvPr id="43" name="Footer Placeholder 3">
            <a:extLst>
              <a:ext uri="{FF2B5EF4-FFF2-40B4-BE49-F238E27FC236}">
                <a16:creationId xmlns:a16="http://schemas.microsoft.com/office/drawing/2014/main" id="{8BFBBA30-9914-4764-BF9D-DD4FAAF78EC6}"/>
              </a:ext>
            </a:extLst>
          </p:cNvPr>
          <p:cNvSpPr txBox="1">
            <a:spLocks/>
          </p:cNvSpPr>
          <p:nvPr/>
        </p:nvSpPr>
        <p:spPr>
          <a:xfrm>
            <a:off x="6097587" y="12763500"/>
            <a:ext cx="5527676" cy="381000"/>
          </a:xfrm>
          <a:prstGeom prst="rect">
            <a:avLst/>
          </a:prstGeom>
        </p:spPr>
        <p:txBody>
          <a:bodyPr vert="horz" lIns="0" tIns="0" rIns="0" bIns="0" rtlCol="0" anchor="b"/>
          <a:lstStyle>
            <a:defPPr>
              <a:defRPr lang="en-US"/>
            </a:defPPr>
            <a:lvl1pPr marL="0" algn="l" defTabSz="1829379" rtl="0" eaLnBrk="1" latinLnBrk="0" hangingPunct="1">
              <a:defRPr sz="1600" b="0" i="0" kern="1200">
                <a:solidFill>
                  <a:schemeClr val="tx1"/>
                </a:solidFill>
                <a:latin typeface="IBM Plex Sans" panose="020B0503050203000203" pitchFamily="34" charset="0"/>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r>
              <a:rPr lang="en-US" dirty="0"/>
              <a:t>Source: If applicable, describe source origin</a:t>
            </a:r>
          </a:p>
        </p:txBody>
      </p:sp>
      <p:sp>
        <p:nvSpPr>
          <p:cNvPr id="4" name="Footer Placeholder 3">
            <a:extLst>
              <a:ext uri="{FF2B5EF4-FFF2-40B4-BE49-F238E27FC236}">
                <a16:creationId xmlns:a16="http://schemas.microsoft.com/office/drawing/2014/main" id="{ECF2E2C1-5F68-BDC1-D5BA-BA43B828554B}"/>
              </a:ext>
            </a:extLst>
          </p:cNvPr>
          <p:cNvSpPr>
            <a:spLocks noGrp="1"/>
          </p:cNvSpPr>
          <p:nvPr>
            <p:ph type="ftr" sz="quarter" idx="12"/>
          </p:nvPr>
        </p:nvSpPr>
        <p:spPr/>
        <p:txBody>
          <a:bodyPr/>
          <a:lstStyle/>
          <a:p>
            <a:endParaRPr lang="en-US" dirty="0"/>
          </a:p>
        </p:txBody>
      </p:sp>
      <p:sp>
        <p:nvSpPr>
          <p:cNvPr id="42" name="Slide Number Placeholder 41">
            <a:extLst>
              <a:ext uri="{FF2B5EF4-FFF2-40B4-BE49-F238E27FC236}">
                <a16:creationId xmlns:a16="http://schemas.microsoft.com/office/drawing/2014/main" id="{5579ABD9-4828-8ACC-8BB4-2EB24FE1B923}"/>
              </a:ext>
            </a:extLst>
          </p:cNvPr>
          <p:cNvSpPr>
            <a:spLocks noGrp="1"/>
          </p:cNvSpPr>
          <p:nvPr>
            <p:ph type="sldNum" sz="quarter" idx="4"/>
          </p:nvPr>
        </p:nvSpPr>
        <p:spPr/>
        <p:txBody>
          <a:bodyPr/>
          <a:lstStyle/>
          <a:p>
            <a:fld id="{86CB4B4D-7CA3-9044-876B-883B54F8677D}" type="slidenum">
              <a:rPr lang="en-US" smtClean="0"/>
              <a:pPr/>
              <a:t>90</a:t>
            </a:fld>
            <a:endParaRPr lang="en-US" dirty="0"/>
          </a:p>
        </p:txBody>
      </p:sp>
    </p:spTree>
    <p:extLst>
      <p:ext uri="{BB962C8B-B14F-4D97-AF65-F5344CB8AC3E}">
        <p14:creationId xmlns:p14="http://schemas.microsoft.com/office/powerpoint/2010/main" val="3365108399"/>
      </p:ext>
    </p:extLst>
  </p:cSld>
  <p:clrMapOvr>
    <a:masterClrMapping/>
  </p:clrMapOvr>
  <p:transition spd="med"/>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Table 10" descr="Graphic showing roadmap and timelines represented by horizontal lines in various colors">
            <a:extLst>
              <a:ext uri="{FF2B5EF4-FFF2-40B4-BE49-F238E27FC236}">
                <a16:creationId xmlns:a16="http://schemas.microsoft.com/office/drawing/2014/main" id="{2E7B6971-27BE-2CAE-8C1B-32DEDCA22E0A}"/>
              </a:ext>
            </a:extLst>
          </p:cNvPr>
          <p:cNvGraphicFramePr>
            <a:graphicFrameLocks noGrp="1"/>
          </p:cNvGraphicFramePr>
          <p:nvPr/>
        </p:nvGraphicFramePr>
        <p:xfrm>
          <a:off x="574674" y="565151"/>
          <a:ext cx="23244176" cy="11059388"/>
        </p:xfrm>
        <a:graphic>
          <a:graphicData uri="http://schemas.openxmlformats.org/drawingml/2006/table">
            <a:tbl>
              <a:tblPr firstRow="1" bandRow="1">
                <a:tableStyleId>{5C22544A-7EE6-4342-B048-85BDC9FD1C3A}</a:tableStyleId>
              </a:tblPr>
              <a:tblGrid>
                <a:gridCol w="6090384">
                  <a:extLst>
                    <a:ext uri="{9D8B030D-6E8A-4147-A177-3AD203B41FA5}">
                      <a16:colId xmlns:a16="http://schemas.microsoft.com/office/drawing/2014/main" val="3030579339"/>
                    </a:ext>
                  </a:extLst>
                </a:gridCol>
                <a:gridCol w="6096000">
                  <a:extLst>
                    <a:ext uri="{9D8B030D-6E8A-4147-A177-3AD203B41FA5}">
                      <a16:colId xmlns:a16="http://schemas.microsoft.com/office/drawing/2014/main" val="1840984390"/>
                    </a:ext>
                  </a:extLst>
                </a:gridCol>
                <a:gridCol w="6096000">
                  <a:extLst>
                    <a:ext uri="{9D8B030D-6E8A-4147-A177-3AD203B41FA5}">
                      <a16:colId xmlns:a16="http://schemas.microsoft.com/office/drawing/2014/main" val="2200160148"/>
                    </a:ext>
                  </a:extLst>
                </a:gridCol>
                <a:gridCol w="4961792">
                  <a:extLst>
                    <a:ext uri="{9D8B030D-6E8A-4147-A177-3AD203B41FA5}">
                      <a16:colId xmlns:a16="http://schemas.microsoft.com/office/drawing/2014/main" val="923403126"/>
                    </a:ext>
                  </a:extLst>
                </a:gridCol>
              </a:tblGrid>
              <a:tr h="1775713">
                <a:tc>
                  <a:txBody>
                    <a:bodyPr/>
                    <a:lstStyle/>
                    <a:p>
                      <a:pPr algn="l"/>
                      <a:r>
                        <a:rPr lang="en-RO" sz="3600" b="0" i="0" u="none" strike="noStrike" kern="0" cap="none" spc="0" baseline="0" dirty="0">
                          <a:solidFill>
                            <a:schemeClr val="lt1"/>
                          </a:solidFill>
                          <a:uFillTx/>
                          <a:latin typeface="+mj-lt"/>
                          <a:ea typeface="+mn-ea"/>
                          <a:cs typeface="+mn-cs"/>
                          <a:sym typeface="IBM Plex Sans"/>
                        </a:rPr>
                        <a:t>Roadmap</a:t>
                      </a:r>
                    </a:p>
                  </a:txBody>
                  <a:tcPr marR="288000" marT="0" marB="28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1829287" rtl="0" eaLnBrk="1" fontAlgn="auto" latinLnBrk="0" hangingPunct="1">
                        <a:lnSpc>
                          <a:spcPct val="100000"/>
                        </a:lnSpc>
                        <a:spcBef>
                          <a:spcPts val="0"/>
                        </a:spcBef>
                        <a:spcAft>
                          <a:spcPts val="0"/>
                        </a:spcAft>
                        <a:buClrTx/>
                        <a:buSzTx/>
                        <a:buFontTx/>
                        <a:buNone/>
                        <a:tabLst/>
                        <a:defRPr/>
                      </a:pPr>
                      <a:r>
                        <a:rPr lang="en-US" sz="3600" b="0" i="0" u="none" strike="noStrike" kern="0" cap="none" spc="0" baseline="0" dirty="0">
                          <a:solidFill>
                            <a:schemeClr val="lt1"/>
                          </a:solidFill>
                          <a:uFillTx/>
                          <a:latin typeface="+mj-lt"/>
                          <a:ea typeface="+mn-ea"/>
                          <a:cs typeface="+mn-cs"/>
                          <a:sym typeface="IBM Plex Sans"/>
                        </a:rPr>
                        <a:t>In production</a:t>
                      </a:r>
                    </a:p>
                  </a:txBody>
                  <a:tcPr marR="288000" marT="0" marB="28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571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GB" sz="3600" b="0" i="0" u="none" strike="noStrike" kern="0" cap="none" spc="0" baseline="0" dirty="0">
                          <a:solidFill>
                            <a:schemeClr val="lt1"/>
                          </a:solidFill>
                          <a:uFillTx/>
                          <a:latin typeface="+mj-lt"/>
                          <a:ea typeface="+mn-ea"/>
                          <a:cs typeface="+mn-cs"/>
                          <a:sym typeface="IBM Plex Sans"/>
                        </a:rPr>
                        <a:t>1H 2027</a:t>
                      </a:r>
                    </a:p>
                  </a:txBody>
                  <a:tcPr marR="288000" marT="0" marB="28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571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GB" sz="3600" b="0" i="0" u="none" strike="noStrike" kern="0" cap="none" spc="0" baseline="0" dirty="0">
                          <a:solidFill>
                            <a:schemeClr val="lt1"/>
                          </a:solidFill>
                          <a:uFillTx/>
                          <a:latin typeface="+mj-lt"/>
                          <a:ea typeface="+mn-ea"/>
                          <a:cs typeface="+mn-cs"/>
                          <a:sym typeface="IBM Plex Sans"/>
                        </a:rPr>
                        <a:t>2H 2027</a:t>
                      </a:r>
                    </a:p>
                  </a:txBody>
                  <a:tcPr marR="288000" marT="0" marB="28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571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50071069"/>
                  </a:ext>
                </a:extLst>
              </a:tr>
              <a:tr h="808713">
                <a:tc>
                  <a:txBody>
                    <a:bodyPr/>
                    <a:lstStyle/>
                    <a:p>
                      <a:pPr algn="l"/>
                      <a:r>
                        <a:rPr lang="en-GB" sz="2400" b="0" i="0" u="none" strike="noStrike" kern="0" cap="none" spc="0" baseline="0" dirty="0">
                          <a:solidFill>
                            <a:schemeClr val="accent1"/>
                          </a:solidFill>
                          <a:uFillTx/>
                          <a:latin typeface="+mn-lt"/>
                          <a:ea typeface="+mn-ea"/>
                          <a:cs typeface="+mn-cs"/>
                          <a:sym typeface="IBM Plex Sans"/>
                        </a:rPr>
                        <a:t>Analytics and cognitive</a:t>
                      </a:r>
                    </a:p>
                  </a:txBody>
                  <a:tcPr marR="288000" marT="251999" marB="28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US" sz="2400" b="0" i="0" u="none" strike="noStrike" kern="0" cap="none" spc="0" baseline="0" dirty="0">
                          <a:solidFill>
                            <a:schemeClr val="lt1"/>
                          </a:solidFill>
                          <a:uFillTx/>
                          <a:latin typeface="+mn-lt"/>
                          <a:ea typeface="+mn-ea"/>
                          <a:cs typeface="+mn-cs"/>
                          <a:sym typeface="IBM Plex Sans"/>
                        </a:rPr>
                        <a:t>Alerts from real-time dashboard</a:t>
                      </a:r>
                    </a:p>
                    <a:p>
                      <a:pPr algn="l"/>
                      <a:r>
                        <a:rPr lang="en-US" sz="2400" b="0" i="0" u="none" strike="noStrike" kern="0" cap="none" spc="0" baseline="0" dirty="0">
                          <a:solidFill>
                            <a:schemeClr val="lt1"/>
                          </a:solidFill>
                          <a:uFillTx/>
                          <a:latin typeface="+mn-lt"/>
                          <a:ea typeface="+mn-ea"/>
                          <a:cs typeface="+mn-cs"/>
                          <a:sym typeface="IBM Plex Sans"/>
                        </a:rPr>
                        <a:t>alerts from IPC Reports—MTTR, ticket volume</a:t>
                      </a:r>
                      <a:endParaRPr lang="en-RO" sz="2400" b="0" i="0" u="none" strike="noStrike" kern="0" cap="none" spc="0" baseline="0" dirty="0">
                        <a:solidFill>
                          <a:schemeClr val="lt1"/>
                        </a:solidFill>
                        <a:uFillTx/>
                        <a:latin typeface="+mn-lt"/>
                        <a:ea typeface="+mn-ea"/>
                        <a:cs typeface="+mn-cs"/>
                        <a:sym typeface="IBM Plex Sans"/>
                      </a:endParaRPr>
                    </a:p>
                  </a:txBody>
                  <a:tcPr marR="288000" marT="251999" marB="28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57150" cap="flat" cmpd="sng" algn="ctr">
                      <a:solidFill>
                        <a:schemeClr val="accent1"/>
                      </a:solidFill>
                      <a:prstDash val="solid"/>
                      <a:round/>
                      <a:headEnd type="none" w="med" len="med"/>
                      <a:tailEnd type="none" w="med" len="med"/>
                    </a:lnT>
                    <a:lnB w="571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GB" sz="2400" b="0" i="0" u="none" strike="noStrike" kern="0" cap="none" spc="0" baseline="0" dirty="0">
                          <a:solidFill>
                            <a:schemeClr val="lt1"/>
                          </a:solidFill>
                          <a:uFillTx/>
                          <a:latin typeface="+mn-lt"/>
                          <a:ea typeface="+mn-ea"/>
                          <a:cs typeface="+mn-cs"/>
                          <a:sym typeface="IBM Plex Sans"/>
                        </a:rPr>
                        <a:t>Time Machine—Past snapshots</a:t>
                      </a:r>
                    </a:p>
                    <a:p>
                      <a:pPr algn="l"/>
                      <a:r>
                        <a:rPr lang="en-GB" sz="2400" b="0" i="0" u="none" strike="noStrike" kern="0" cap="none" spc="0" baseline="0" dirty="0">
                          <a:solidFill>
                            <a:schemeClr val="lt1"/>
                          </a:solidFill>
                          <a:uFillTx/>
                          <a:latin typeface="+mn-lt"/>
                          <a:ea typeface="+mn-ea"/>
                          <a:cs typeface="+mn-cs"/>
                          <a:sym typeface="IBM Plex Sans"/>
                        </a:rPr>
                        <a:t>Cognitive Assist—Search</a:t>
                      </a:r>
                    </a:p>
                    <a:p>
                      <a:pPr algn="l"/>
                      <a:r>
                        <a:rPr lang="en-GB" sz="2400" b="0" i="0" u="none" strike="noStrike" kern="0" cap="none" spc="0" baseline="0" dirty="0">
                          <a:solidFill>
                            <a:schemeClr val="lt1"/>
                          </a:solidFill>
                          <a:uFillTx/>
                          <a:latin typeface="+mn-lt"/>
                          <a:ea typeface="+mn-ea"/>
                          <a:cs typeface="+mn-cs"/>
                          <a:sym typeface="IBM Plex Sans"/>
                        </a:rPr>
                        <a:t>Alerts—Expected Volume Forecast at Service Line Level/Account/severity </a:t>
                      </a:r>
                      <a:br>
                        <a:rPr lang="en-GB" sz="2400" b="0" i="0" u="none" strike="noStrike" kern="0" cap="none" spc="0" baseline="0" dirty="0">
                          <a:solidFill>
                            <a:schemeClr val="lt1"/>
                          </a:solidFill>
                          <a:uFillTx/>
                          <a:latin typeface="+mn-lt"/>
                          <a:ea typeface="+mn-ea"/>
                          <a:cs typeface="+mn-cs"/>
                          <a:sym typeface="IBM Plex Sans"/>
                        </a:rPr>
                      </a:br>
                      <a:r>
                        <a:rPr lang="en-GB" sz="2400" b="0" i="0" u="none" strike="noStrike" kern="0" cap="none" spc="0" baseline="0" dirty="0">
                          <a:solidFill>
                            <a:schemeClr val="lt1"/>
                          </a:solidFill>
                          <a:uFillTx/>
                          <a:latin typeface="+mn-lt"/>
                          <a:ea typeface="+mn-ea"/>
                          <a:cs typeface="+mn-cs"/>
                          <a:sym typeface="IBM Plex Sans"/>
                        </a:rPr>
                        <a:t>level—Next Day &amp; Week Alerts only</a:t>
                      </a:r>
                    </a:p>
                  </a:txBody>
                  <a:tcPr marR="288000" marT="251999" marB="28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57150" cap="flat" cmpd="sng" algn="ctr">
                      <a:solidFill>
                        <a:schemeClr val="accent1"/>
                      </a:solidFill>
                      <a:prstDash val="solid"/>
                      <a:round/>
                      <a:headEnd type="none" w="med" len="med"/>
                      <a:tailEnd type="none" w="med" len="med"/>
                    </a:lnT>
                    <a:lnB w="571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GB" sz="2400" b="0" i="0" u="none" strike="noStrike" kern="0" cap="none" spc="0" baseline="0" dirty="0">
                          <a:solidFill>
                            <a:schemeClr val="lt1"/>
                          </a:solidFill>
                          <a:uFillTx/>
                          <a:latin typeface="+mn-lt"/>
                          <a:ea typeface="+mn-ea"/>
                          <a:cs typeface="+mn-cs"/>
                          <a:sym typeface="IBM Plex Sans"/>
                        </a:rPr>
                        <a:t>Cognitive Assist—Actionable Insights</a:t>
                      </a:r>
                    </a:p>
                    <a:p>
                      <a:pPr algn="l"/>
                      <a:r>
                        <a:rPr lang="en-GB" sz="2400" b="0" i="0" u="none" strike="noStrike" kern="0" cap="none" spc="0" baseline="0" dirty="0">
                          <a:solidFill>
                            <a:schemeClr val="lt1"/>
                          </a:solidFill>
                          <a:uFillTx/>
                          <a:latin typeface="+mn-lt"/>
                          <a:ea typeface="+mn-ea"/>
                          <a:cs typeface="+mn-cs"/>
                          <a:sym typeface="IBM Plex Sans"/>
                        </a:rPr>
                        <a:t>Predictive insights (correlated with real time)</a:t>
                      </a:r>
                    </a:p>
                    <a:p>
                      <a:pPr algn="l"/>
                      <a:r>
                        <a:rPr lang="en-GB" sz="2400" b="0" i="0" u="none" strike="noStrike" kern="0" cap="none" spc="0" baseline="0" dirty="0">
                          <a:solidFill>
                            <a:schemeClr val="lt1"/>
                          </a:solidFill>
                          <a:uFillTx/>
                          <a:latin typeface="+mn-lt"/>
                          <a:ea typeface="+mn-ea"/>
                          <a:cs typeface="+mn-cs"/>
                          <a:sym typeface="IBM Plex Sans"/>
                        </a:rPr>
                        <a:t>Log analytics</a:t>
                      </a:r>
                    </a:p>
                  </a:txBody>
                  <a:tcPr marR="288000" marT="251999" marB="28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57150" cap="flat" cmpd="sng" algn="ctr">
                      <a:solidFill>
                        <a:schemeClr val="accent1"/>
                      </a:solidFill>
                      <a:prstDash val="solid"/>
                      <a:round/>
                      <a:headEnd type="none" w="med" len="med"/>
                      <a:tailEnd type="none" w="med" len="med"/>
                    </a:lnT>
                    <a:lnB w="571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98041238"/>
                  </a:ext>
                </a:extLst>
              </a:tr>
              <a:tr h="0">
                <a:tc>
                  <a:txBody>
                    <a:bodyPr/>
                    <a:lstStyle/>
                    <a:p>
                      <a:pPr algn="l"/>
                      <a:r>
                        <a:rPr lang="en-RO" sz="2400" b="0" i="0" u="none" strike="noStrike" kern="0" cap="none" spc="0" baseline="0">
                          <a:solidFill>
                            <a:schemeClr val="accent1"/>
                          </a:solidFill>
                          <a:uFillTx/>
                          <a:latin typeface="+mn-lt"/>
                          <a:ea typeface="+mn-ea"/>
                          <a:cs typeface="+mn-cs"/>
                          <a:sym typeface="IBM Plex Sans"/>
                        </a:rPr>
                        <a:t>Real time</a:t>
                      </a:r>
                    </a:p>
                  </a:txBody>
                  <a:tcPr marR="288000" marT="251999" marB="28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GB" sz="2400" b="0" i="0" u="none" strike="noStrike" kern="0" cap="none" spc="0" baseline="0" dirty="0">
                          <a:solidFill>
                            <a:schemeClr val="lt1"/>
                          </a:solidFill>
                          <a:uFillTx/>
                          <a:latin typeface="+mn-lt"/>
                          <a:ea typeface="+mn-ea"/>
                          <a:cs typeface="+mn-cs"/>
                          <a:sym typeface="IBM Plex Sans"/>
                        </a:rPr>
                        <a:t>Server correlated application health</a:t>
                      </a:r>
                    </a:p>
                  </a:txBody>
                  <a:tcPr marR="288000" marT="251999" marB="28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57150" cap="flat" cmpd="sng" algn="ctr">
                      <a:solidFill>
                        <a:schemeClr val="accent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GB" sz="2400" b="0" i="0" u="none" strike="noStrike" kern="0" cap="none" spc="0" baseline="0" dirty="0">
                          <a:solidFill>
                            <a:schemeClr val="lt1"/>
                          </a:solidFill>
                          <a:uFillTx/>
                          <a:latin typeface="+mn-lt"/>
                          <a:ea typeface="+mn-ea"/>
                          <a:cs typeface="+mn-cs"/>
                          <a:sym typeface="IBM Plex Sans"/>
                        </a:rPr>
                        <a:t>Integrated real time system monitoring (application, infra) and alerting (Integrate with AppDynamics/Dynatrace)</a:t>
                      </a:r>
                    </a:p>
                  </a:txBody>
                  <a:tcPr marR="288000" marT="251999" marB="28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57150" cap="flat" cmpd="sng" algn="ctr">
                      <a:solidFill>
                        <a:schemeClr val="accent6"/>
                      </a:solidFill>
                      <a:prstDash val="solid"/>
                      <a:round/>
                      <a:headEnd type="none" w="med" len="med"/>
                      <a:tailEnd type="none" w="med" len="med"/>
                    </a:lnT>
                    <a:lnB w="571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GB" sz="2400" b="0" i="0" u="none" strike="noStrike" kern="0" cap="none" spc="0" baseline="0" dirty="0">
                          <a:solidFill>
                            <a:schemeClr val="lt1"/>
                          </a:solidFill>
                          <a:uFillTx/>
                          <a:latin typeface="+mn-lt"/>
                          <a:ea typeface="+mn-ea"/>
                          <a:cs typeface="+mn-cs"/>
                          <a:sym typeface="IBM Plex Sans"/>
                        </a:rPr>
                        <a:t>E2E view of the environment (including vendors other than IBM)</a:t>
                      </a:r>
                    </a:p>
                  </a:txBody>
                  <a:tcPr marR="288000" marT="251999" marB="28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57150" cap="flat" cmpd="sng" algn="ctr">
                      <a:solidFill>
                        <a:schemeClr val="accent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84158466"/>
                  </a:ext>
                </a:extLst>
              </a:tr>
              <a:tr h="0">
                <a:tc>
                  <a:txBody>
                    <a:bodyPr/>
                    <a:lstStyle/>
                    <a:p>
                      <a:pPr algn="l"/>
                      <a:r>
                        <a:rPr lang="en-RO" sz="2400" b="0" i="0" u="none" strike="noStrike" kern="0" cap="none" spc="0" baseline="0">
                          <a:solidFill>
                            <a:schemeClr val="accent1"/>
                          </a:solidFill>
                          <a:uFillTx/>
                          <a:latin typeface="+mn-lt"/>
                          <a:ea typeface="+mn-ea"/>
                          <a:cs typeface="+mn-cs"/>
                          <a:sym typeface="IBM Plex Sans"/>
                        </a:rPr>
                        <a:t>Self-service</a:t>
                      </a:r>
                    </a:p>
                  </a:txBody>
                  <a:tcPr marR="288000" marT="251999" marB="28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endParaRPr lang="en-RO" sz="2400" b="0" i="0" u="none" strike="noStrike" kern="0" cap="none" spc="0" baseline="0">
                        <a:solidFill>
                          <a:schemeClr val="lt1"/>
                        </a:solidFill>
                        <a:uFillTx/>
                        <a:latin typeface="+mn-lt"/>
                        <a:ea typeface="+mn-ea"/>
                        <a:cs typeface="+mn-cs"/>
                        <a:sym typeface="IBM Plex Sans"/>
                      </a:endParaRPr>
                    </a:p>
                  </a:txBody>
                  <a:tcPr marR="288000" marT="251999" marB="28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571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GB" sz="2400" b="0" i="0" u="none" strike="noStrike" kern="0" cap="none" spc="0" baseline="0" dirty="0">
                          <a:solidFill>
                            <a:schemeClr val="lt1"/>
                          </a:solidFill>
                          <a:uFillTx/>
                          <a:latin typeface="+mn-lt"/>
                          <a:ea typeface="+mn-ea"/>
                          <a:cs typeface="+mn-cs"/>
                          <a:sym typeface="IBM Plex Sans"/>
                        </a:rPr>
                        <a:t>Authoring of self-service reports</a:t>
                      </a:r>
                    </a:p>
                    <a:p>
                      <a:pPr algn="l"/>
                      <a:r>
                        <a:rPr lang="en-GB" sz="2400" b="0" i="0" u="none" strike="noStrike" kern="0" cap="none" spc="0" baseline="0" dirty="0">
                          <a:solidFill>
                            <a:schemeClr val="lt1"/>
                          </a:solidFill>
                          <a:uFillTx/>
                          <a:latin typeface="+mn-lt"/>
                          <a:ea typeface="+mn-ea"/>
                          <a:cs typeface="+mn-cs"/>
                          <a:sym typeface="IBM Plex Sans"/>
                        </a:rPr>
                        <a:t>Self-upload of xls/ppt—Upload, Share </a:t>
                      </a:r>
                    </a:p>
                    <a:p>
                      <a:pPr algn="l"/>
                      <a:r>
                        <a:rPr lang="en-GB" sz="2400" b="0" i="0" u="none" strike="noStrike" kern="0" cap="none" spc="0" baseline="0" dirty="0">
                          <a:solidFill>
                            <a:schemeClr val="lt1"/>
                          </a:solidFill>
                          <a:uFillTx/>
                          <a:latin typeface="+mn-lt"/>
                          <a:ea typeface="+mn-ea"/>
                          <a:cs typeface="+mn-cs"/>
                          <a:sym typeface="IBM Plex Sans"/>
                        </a:rPr>
                        <a:t>and Download</a:t>
                      </a:r>
                    </a:p>
                  </a:txBody>
                  <a:tcPr marR="288000" marT="251999" marB="28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57150" cap="flat" cmpd="sng" algn="ctr">
                      <a:solidFill>
                        <a:schemeClr val="accent1"/>
                      </a:solidFill>
                      <a:prstDash val="solid"/>
                      <a:round/>
                      <a:headEnd type="none" w="med" len="med"/>
                      <a:tailEnd type="none" w="med" len="med"/>
                    </a:lnT>
                    <a:lnB w="571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endParaRPr lang="en-RO" sz="2400" b="0" i="0" u="none" strike="noStrike" kern="0" cap="none" spc="0" baseline="0">
                        <a:solidFill>
                          <a:schemeClr val="lt1"/>
                        </a:solidFill>
                        <a:uFillTx/>
                        <a:latin typeface="+mn-lt"/>
                        <a:ea typeface="+mn-ea"/>
                        <a:cs typeface="+mn-cs"/>
                        <a:sym typeface="IBM Plex Sans"/>
                      </a:endParaRPr>
                    </a:p>
                  </a:txBody>
                  <a:tcPr marR="288000" marT="251999" marB="28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571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11199403"/>
                  </a:ext>
                </a:extLst>
              </a:tr>
              <a:tr h="0">
                <a:tc>
                  <a:txBody>
                    <a:bodyPr/>
                    <a:lstStyle/>
                    <a:p>
                      <a:pPr algn="l"/>
                      <a:r>
                        <a:rPr lang="en-GB" sz="2400" b="0" i="0" u="none" strike="noStrike" kern="0" cap="none" spc="0" baseline="0" dirty="0">
                          <a:solidFill>
                            <a:schemeClr val="accent1"/>
                          </a:solidFill>
                          <a:uFillTx/>
                          <a:latin typeface="+mn-lt"/>
                          <a:ea typeface="+mn-ea"/>
                          <a:cs typeface="+mn-cs"/>
                          <a:sym typeface="IBM Plex Sans"/>
                        </a:rPr>
                        <a:t>Nonfunctional requirements</a:t>
                      </a:r>
                    </a:p>
                  </a:txBody>
                  <a:tcPr marR="288000" marT="251999" marB="28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GB" sz="2400" b="0" i="0" u="none" strike="noStrike" kern="0" cap="none" spc="0" baseline="0" dirty="0">
                          <a:solidFill>
                            <a:schemeClr val="lt1"/>
                          </a:solidFill>
                          <a:uFillTx/>
                          <a:latin typeface="+mn-lt"/>
                          <a:ea typeface="+mn-ea"/>
                          <a:cs typeface="+mn-cs"/>
                          <a:sym typeface="IBM Plex Sans"/>
                        </a:rPr>
                        <a:t>Data lake (BDACS)</a:t>
                      </a:r>
                    </a:p>
                  </a:txBody>
                  <a:tcPr marR="288000" marT="251999" marB="28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57150" cap="flat" cmpd="sng" algn="ctr">
                      <a:solidFill>
                        <a:schemeClr val="accent1"/>
                      </a:solidFill>
                      <a:prstDash val="solid"/>
                      <a:round/>
                      <a:headEnd type="none" w="med" len="med"/>
                      <a:tailEnd type="none" w="med" len="med"/>
                    </a:lnT>
                    <a:lnB w="571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GB" sz="2400" b="0" i="0" u="none" strike="noStrike" kern="0" cap="none" spc="0" baseline="0" dirty="0">
                          <a:solidFill>
                            <a:schemeClr val="lt1"/>
                          </a:solidFill>
                          <a:uFillTx/>
                          <a:latin typeface="+mn-lt"/>
                          <a:ea typeface="+mn-ea"/>
                          <a:cs typeface="+mn-cs"/>
                          <a:sym typeface="IBM Plex Sans"/>
                        </a:rPr>
                        <a:t>Role-Based Access for Client Personas and IBM Personas</a:t>
                      </a:r>
                    </a:p>
                  </a:txBody>
                  <a:tcPr marR="288000" marT="251999" marB="28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57150" cap="flat" cmpd="sng" algn="ctr">
                      <a:solidFill>
                        <a:schemeClr val="accent1"/>
                      </a:solidFill>
                      <a:prstDash val="solid"/>
                      <a:round/>
                      <a:headEnd type="none" w="med" len="med"/>
                      <a:tailEnd type="none" w="med" len="med"/>
                    </a:lnT>
                    <a:lnB w="571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GB" sz="2400" b="0" i="0" u="none" strike="noStrike" kern="0" cap="none" spc="0" baseline="0" dirty="0">
                          <a:solidFill>
                            <a:schemeClr val="lt1"/>
                          </a:solidFill>
                          <a:uFillTx/>
                          <a:latin typeface="+mn-lt"/>
                          <a:ea typeface="+mn-ea"/>
                          <a:cs typeface="+mn-cs"/>
                          <a:sym typeface="IBM Plex Sans"/>
                        </a:rPr>
                        <a:t>Mobile access</a:t>
                      </a:r>
                    </a:p>
                    <a:p>
                      <a:pPr algn="l"/>
                      <a:r>
                        <a:rPr lang="en-GB" sz="2400" b="0" i="0" u="none" strike="noStrike" kern="0" cap="none" spc="0" baseline="0" dirty="0">
                          <a:solidFill>
                            <a:schemeClr val="lt1"/>
                          </a:solidFill>
                          <a:uFillTx/>
                          <a:latin typeface="+mn-lt"/>
                          <a:ea typeface="+mn-ea"/>
                          <a:cs typeface="+mn-cs"/>
                          <a:sym typeface="IBM Plex Sans"/>
                        </a:rPr>
                        <a:t>Feedback/client scores</a:t>
                      </a:r>
                    </a:p>
                    <a:p>
                      <a:pPr algn="l"/>
                      <a:r>
                        <a:rPr lang="en-GB" sz="2400" b="0" i="0" u="none" strike="noStrike" kern="0" cap="none" spc="0" baseline="0" dirty="0">
                          <a:solidFill>
                            <a:schemeClr val="lt1"/>
                          </a:solidFill>
                          <a:uFillTx/>
                          <a:latin typeface="+mn-lt"/>
                          <a:ea typeface="+mn-ea"/>
                          <a:cs typeface="+mn-cs"/>
                          <a:sym typeface="IBM Plex Sans"/>
                        </a:rPr>
                        <a:t>Personalization</a:t>
                      </a:r>
                    </a:p>
                  </a:txBody>
                  <a:tcPr marR="288000" marT="251999" marB="28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57150" cap="flat" cmpd="sng" algn="ctr">
                      <a:solidFill>
                        <a:schemeClr val="accent1"/>
                      </a:solidFill>
                      <a:prstDash val="solid"/>
                      <a:round/>
                      <a:headEnd type="none" w="med" len="med"/>
                      <a:tailEnd type="none" w="med" len="med"/>
                    </a:lnT>
                    <a:lnB w="571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02548911"/>
                  </a:ext>
                </a:extLst>
              </a:tr>
              <a:tr h="0">
                <a:tc>
                  <a:txBody>
                    <a:bodyPr/>
                    <a:lstStyle/>
                    <a:p>
                      <a:pPr algn="l"/>
                      <a:r>
                        <a:rPr lang="en-GB" sz="2400" b="0" i="0" u="none" strike="noStrike" kern="0" cap="none" spc="0" baseline="0" dirty="0">
                          <a:solidFill>
                            <a:schemeClr val="accent1"/>
                          </a:solidFill>
                          <a:uFillTx/>
                          <a:latin typeface="+mn-lt"/>
                          <a:ea typeface="+mn-ea"/>
                          <a:cs typeface="+mn-cs"/>
                          <a:sym typeface="IBM Plex Sans"/>
                        </a:rPr>
                        <a:t>Data source</a:t>
                      </a:r>
                    </a:p>
                    <a:p>
                      <a:pPr algn="l"/>
                      <a:endParaRPr lang="en-GB" sz="2400" b="0" i="0" u="none" strike="noStrike" kern="0" cap="none" spc="0" baseline="0" dirty="0">
                        <a:solidFill>
                          <a:schemeClr val="accent1"/>
                        </a:solidFill>
                        <a:uFillTx/>
                        <a:latin typeface="+mn-lt"/>
                        <a:ea typeface="+mn-ea"/>
                        <a:cs typeface="+mn-cs"/>
                        <a:sym typeface="IBM Plex Sans"/>
                      </a:endParaRPr>
                    </a:p>
                  </a:txBody>
                  <a:tcPr marR="288000" marT="251999" marB="28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GB" sz="2400" b="0" i="0" u="none" strike="noStrike" kern="0" cap="none" spc="0" baseline="0" dirty="0">
                          <a:solidFill>
                            <a:schemeClr val="lt1"/>
                          </a:solidFill>
                          <a:uFillTx/>
                          <a:latin typeface="+mn-lt"/>
                          <a:ea typeface="+mn-ea"/>
                          <a:cs typeface="+mn-cs"/>
                          <a:sym typeface="IBM Plex Sans"/>
                        </a:rPr>
                        <a:t>ITSM Tool—Remedy, ServiceNow, ICCD</a:t>
                      </a:r>
                    </a:p>
                    <a:p>
                      <a:pPr algn="l"/>
                      <a:r>
                        <a:rPr lang="en-GB" sz="2400" b="0" i="0" u="none" strike="noStrike" kern="0" cap="none" spc="0" baseline="0" dirty="0">
                          <a:solidFill>
                            <a:schemeClr val="lt1"/>
                          </a:solidFill>
                          <a:uFillTx/>
                          <a:latin typeface="+mn-lt"/>
                          <a:ea typeface="+mn-ea"/>
                          <a:cs typeface="+mn-cs"/>
                          <a:sym typeface="IBM Plex Sans"/>
                        </a:rPr>
                        <a:t>Event Management—Netcool</a:t>
                      </a:r>
                    </a:p>
                  </a:txBody>
                  <a:tcPr marR="288000" marT="251999" marB="28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57150" cap="flat" cmpd="sng" algn="ctr">
                      <a:solidFill>
                        <a:schemeClr val="accent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GB" sz="2400" b="0" i="0" u="none" strike="noStrike" kern="0" cap="none" spc="0" baseline="0" dirty="0">
                          <a:solidFill>
                            <a:schemeClr val="lt1"/>
                          </a:solidFill>
                          <a:uFillTx/>
                          <a:latin typeface="+mn-lt"/>
                          <a:ea typeface="+mn-ea"/>
                          <a:cs typeface="+mn-cs"/>
                          <a:sym typeface="IBM Plex Sans"/>
                        </a:rPr>
                        <a:t>App Monitoring—AppDynamics / Dynatrace</a:t>
                      </a:r>
                    </a:p>
                    <a:p>
                      <a:pPr algn="l"/>
                      <a:r>
                        <a:rPr lang="en-GB" sz="2400" b="0" i="0" u="none" strike="noStrike" kern="0" cap="none" spc="0" baseline="0" dirty="0">
                          <a:solidFill>
                            <a:schemeClr val="lt1"/>
                          </a:solidFill>
                          <a:uFillTx/>
                          <a:latin typeface="+mn-lt"/>
                          <a:ea typeface="+mn-ea"/>
                          <a:cs typeface="+mn-cs"/>
                          <a:sym typeface="IBM Plex Sans"/>
                        </a:rPr>
                        <a:t>CMDB (GACDW, sysdir); SRM; BigFix</a:t>
                      </a:r>
                    </a:p>
                    <a:p>
                      <a:pPr algn="l"/>
                      <a:r>
                        <a:rPr lang="en-GB" sz="2400" b="0" i="0" u="none" strike="noStrike" kern="0" cap="none" spc="0" baseline="0" dirty="0">
                          <a:solidFill>
                            <a:schemeClr val="lt1"/>
                          </a:solidFill>
                          <a:uFillTx/>
                          <a:latin typeface="+mn-lt"/>
                          <a:ea typeface="+mn-ea"/>
                          <a:cs typeface="+mn-cs"/>
                          <a:sym typeface="IBM Plex Sans"/>
                        </a:rPr>
                        <a:t>Direct access to client daata</a:t>
                      </a:r>
                    </a:p>
                  </a:txBody>
                  <a:tcPr marR="288000" marT="251999" marB="28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57150" cap="flat" cmpd="sng" algn="ctr">
                      <a:solidFill>
                        <a:schemeClr val="accent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GB" sz="2400" b="0" i="0" u="none" strike="noStrike" kern="0" cap="none" spc="0" baseline="0" dirty="0">
                          <a:solidFill>
                            <a:schemeClr val="lt1"/>
                          </a:solidFill>
                          <a:uFillTx/>
                          <a:latin typeface="+mn-lt"/>
                          <a:ea typeface="+mn-ea"/>
                          <a:cs typeface="+mn-cs"/>
                          <a:sym typeface="IBM Plex Sans"/>
                        </a:rPr>
                        <a:t>BigFix</a:t>
                      </a:r>
                    </a:p>
                    <a:p>
                      <a:pPr algn="l"/>
                      <a:r>
                        <a:rPr lang="en-GB" sz="2400" b="0" i="0" u="none" strike="noStrike" kern="0" cap="none" spc="0" baseline="0" dirty="0">
                          <a:solidFill>
                            <a:schemeClr val="lt1"/>
                          </a:solidFill>
                          <a:uFillTx/>
                          <a:latin typeface="+mn-lt"/>
                          <a:ea typeface="+mn-ea"/>
                          <a:cs typeface="+mn-cs"/>
                          <a:sym typeface="IBM Plex Sans"/>
                        </a:rPr>
                        <a:t>IBM financial systems</a:t>
                      </a:r>
                    </a:p>
                  </a:txBody>
                  <a:tcPr marR="288000" marT="251999" marB="28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57150" cap="flat" cmpd="sng" algn="ctr">
                      <a:solidFill>
                        <a:schemeClr val="accent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53202662"/>
                  </a:ext>
                </a:extLst>
              </a:tr>
            </a:tbl>
          </a:graphicData>
        </a:graphic>
      </p:graphicFrame>
      <p:sp>
        <p:nvSpPr>
          <p:cNvPr id="8" name="Footer Placeholder 7">
            <a:extLst>
              <a:ext uri="{FF2B5EF4-FFF2-40B4-BE49-F238E27FC236}">
                <a16:creationId xmlns:a16="http://schemas.microsoft.com/office/drawing/2014/main" id="{B7A5CC2E-2F28-04E5-5610-D9C17BCB540A}"/>
              </a:ext>
            </a:extLst>
          </p:cNvPr>
          <p:cNvSpPr>
            <a:spLocks noGrp="1"/>
          </p:cNvSpPr>
          <p:nvPr>
            <p:ph type="ftr" sz="quarter" idx="18"/>
          </p:nvPr>
        </p:nvSpPr>
        <p:spPr/>
        <p:txBody>
          <a:bodyPr/>
          <a:lstStyle/>
          <a:p>
            <a:endParaRPr lang="en-US" dirty="0"/>
          </a:p>
        </p:txBody>
      </p:sp>
      <p:sp>
        <p:nvSpPr>
          <p:cNvPr id="6" name="Slide Number Placeholder 5">
            <a:extLst>
              <a:ext uri="{FF2B5EF4-FFF2-40B4-BE49-F238E27FC236}">
                <a16:creationId xmlns:a16="http://schemas.microsoft.com/office/drawing/2014/main" id="{E8D3290E-EE4A-D2EE-2CEB-CD13842D40AC}"/>
              </a:ext>
            </a:extLst>
          </p:cNvPr>
          <p:cNvSpPr>
            <a:spLocks noGrp="1"/>
          </p:cNvSpPr>
          <p:nvPr>
            <p:ph type="sldNum" sz="quarter" idx="4"/>
          </p:nvPr>
        </p:nvSpPr>
        <p:spPr/>
        <p:txBody>
          <a:bodyPr/>
          <a:lstStyle/>
          <a:p>
            <a:fld id="{86CB4B4D-7CA3-9044-876B-883B54F8677D}" type="slidenum">
              <a:rPr lang="en-US" smtClean="0"/>
              <a:pPr/>
              <a:t>91</a:t>
            </a:fld>
            <a:endParaRPr lang="en-US" dirty="0"/>
          </a:p>
        </p:txBody>
      </p:sp>
    </p:spTree>
    <p:extLst>
      <p:ext uri="{BB962C8B-B14F-4D97-AF65-F5344CB8AC3E}">
        <p14:creationId xmlns:p14="http://schemas.microsoft.com/office/powerpoint/2010/main" val="602383930"/>
      </p:ext>
    </p:extLst>
  </p:cSld>
  <p:clrMapOvr>
    <a:masterClrMapping/>
  </p:clrMapOvr>
  <p:transition spd="med"/>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Table 10" descr="Graphic showing roadmap and timelines represented by black horizontal lines">
            <a:extLst>
              <a:ext uri="{FF2B5EF4-FFF2-40B4-BE49-F238E27FC236}">
                <a16:creationId xmlns:a16="http://schemas.microsoft.com/office/drawing/2014/main" id="{04472142-C3D9-2A47-9B23-B667BF83B223}"/>
              </a:ext>
            </a:extLst>
          </p:cNvPr>
          <p:cNvGraphicFramePr>
            <a:graphicFrameLocks noGrp="1"/>
          </p:cNvGraphicFramePr>
          <p:nvPr/>
        </p:nvGraphicFramePr>
        <p:xfrm>
          <a:off x="574674" y="565151"/>
          <a:ext cx="23244176" cy="11059388"/>
        </p:xfrm>
        <a:graphic>
          <a:graphicData uri="http://schemas.openxmlformats.org/drawingml/2006/table">
            <a:tbl>
              <a:tblPr firstRow="1" bandRow="1">
                <a:tableStyleId>{5C22544A-7EE6-4342-B048-85BDC9FD1C3A}</a:tableStyleId>
              </a:tblPr>
              <a:tblGrid>
                <a:gridCol w="6090384">
                  <a:extLst>
                    <a:ext uri="{9D8B030D-6E8A-4147-A177-3AD203B41FA5}">
                      <a16:colId xmlns:a16="http://schemas.microsoft.com/office/drawing/2014/main" val="3030579339"/>
                    </a:ext>
                  </a:extLst>
                </a:gridCol>
                <a:gridCol w="6096000">
                  <a:extLst>
                    <a:ext uri="{9D8B030D-6E8A-4147-A177-3AD203B41FA5}">
                      <a16:colId xmlns:a16="http://schemas.microsoft.com/office/drawing/2014/main" val="1840984390"/>
                    </a:ext>
                  </a:extLst>
                </a:gridCol>
                <a:gridCol w="6096000">
                  <a:extLst>
                    <a:ext uri="{9D8B030D-6E8A-4147-A177-3AD203B41FA5}">
                      <a16:colId xmlns:a16="http://schemas.microsoft.com/office/drawing/2014/main" val="2200160148"/>
                    </a:ext>
                  </a:extLst>
                </a:gridCol>
                <a:gridCol w="4961792">
                  <a:extLst>
                    <a:ext uri="{9D8B030D-6E8A-4147-A177-3AD203B41FA5}">
                      <a16:colId xmlns:a16="http://schemas.microsoft.com/office/drawing/2014/main" val="923403126"/>
                    </a:ext>
                  </a:extLst>
                </a:gridCol>
              </a:tblGrid>
              <a:tr h="1775713">
                <a:tc>
                  <a:txBody>
                    <a:bodyPr/>
                    <a:lstStyle/>
                    <a:p>
                      <a:pPr algn="l"/>
                      <a:r>
                        <a:rPr lang="en-RO" sz="3600" b="0" i="0" u="none" strike="noStrike" kern="0" cap="none" spc="0" baseline="0">
                          <a:solidFill>
                            <a:schemeClr val="lt1"/>
                          </a:solidFill>
                          <a:uFillTx/>
                          <a:latin typeface="+mj-lt"/>
                          <a:ea typeface="+mn-ea"/>
                          <a:cs typeface="+mn-cs"/>
                          <a:sym typeface="IBM Plex Sans"/>
                        </a:rPr>
                        <a:t>Roadmap</a:t>
                      </a:r>
                    </a:p>
                  </a:txBody>
                  <a:tcPr marR="288000" marT="0" marB="28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1829287" rtl="0" eaLnBrk="1" fontAlgn="auto" latinLnBrk="0" hangingPunct="1">
                        <a:lnSpc>
                          <a:spcPct val="100000"/>
                        </a:lnSpc>
                        <a:spcBef>
                          <a:spcPts val="0"/>
                        </a:spcBef>
                        <a:spcAft>
                          <a:spcPts val="0"/>
                        </a:spcAft>
                        <a:buClrTx/>
                        <a:buSzTx/>
                        <a:buFontTx/>
                        <a:buNone/>
                        <a:tabLst/>
                        <a:defRPr/>
                      </a:pPr>
                      <a:r>
                        <a:rPr lang="en-US" sz="3600" b="0" i="0" u="none" strike="noStrike" kern="0" cap="none" spc="0" baseline="0" dirty="0">
                          <a:solidFill>
                            <a:schemeClr val="lt1"/>
                          </a:solidFill>
                          <a:uFillTx/>
                          <a:latin typeface="+mj-lt"/>
                          <a:ea typeface="+mn-ea"/>
                          <a:cs typeface="+mn-cs"/>
                          <a:sym typeface="IBM Plex Sans"/>
                        </a:rPr>
                        <a:t>In production</a:t>
                      </a:r>
                    </a:p>
                  </a:txBody>
                  <a:tcPr marR="288000" marT="0" marB="28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GB" sz="3600" b="0" i="0" u="none" strike="noStrike" kern="0" cap="none" spc="0" baseline="0" dirty="0">
                          <a:solidFill>
                            <a:schemeClr val="lt1"/>
                          </a:solidFill>
                          <a:uFillTx/>
                          <a:latin typeface="+mj-lt"/>
                          <a:ea typeface="+mn-ea"/>
                          <a:cs typeface="+mn-cs"/>
                          <a:sym typeface="IBM Plex Sans"/>
                        </a:rPr>
                        <a:t>1H 2027</a:t>
                      </a:r>
                    </a:p>
                  </a:txBody>
                  <a:tcPr marR="288000" marT="0" marB="28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GB" sz="3600" b="0" i="0" u="none" strike="noStrike" kern="0" cap="none" spc="0" baseline="0" dirty="0">
                          <a:solidFill>
                            <a:schemeClr val="lt1"/>
                          </a:solidFill>
                          <a:uFillTx/>
                          <a:latin typeface="+mj-lt"/>
                          <a:ea typeface="+mn-ea"/>
                          <a:cs typeface="+mn-cs"/>
                          <a:sym typeface="IBM Plex Sans"/>
                        </a:rPr>
                        <a:t>2H 2027</a:t>
                      </a:r>
                    </a:p>
                  </a:txBody>
                  <a:tcPr marR="288000" marT="0" marB="28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50071069"/>
                  </a:ext>
                </a:extLst>
              </a:tr>
              <a:tr h="808713">
                <a:tc>
                  <a:txBody>
                    <a:bodyPr/>
                    <a:lstStyle/>
                    <a:p>
                      <a:pPr algn="l"/>
                      <a:r>
                        <a:rPr lang="en-GB" sz="2400" b="0" i="0" u="none" strike="noStrike" kern="0" cap="none" spc="0" baseline="0" dirty="0">
                          <a:solidFill>
                            <a:schemeClr val="accent1"/>
                          </a:solidFill>
                          <a:uFillTx/>
                          <a:latin typeface="+mn-lt"/>
                          <a:ea typeface="+mn-ea"/>
                          <a:cs typeface="+mn-cs"/>
                          <a:sym typeface="IBM Plex Sans"/>
                        </a:rPr>
                        <a:t>Analytics and cognitive</a:t>
                      </a:r>
                    </a:p>
                  </a:txBody>
                  <a:tcPr marR="288000" marT="251999" marB="28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US" sz="2400" b="0" i="0" u="none" strike="noStrike" kern="0" cap="none" spc="0" baseline="0" dirty="0">
                          <a:solidFill>
                            <a:schemeClr val="lt1"/>
                          </a:solidFill>
                          <a:uFillTx/>
                          <a:latin typeface="+mn-lt"/>
                          <a:ea typeface="+mn-ea"/>
                          <a:cs typeface="+mn-cs"/>
                          <a:sym typeface="IBM Plex Sans"/>
                        </a:rPr>
                        <a:t>Alerts from real-time dashboard</a:t>
                      </a:r>
                    </a:p>
                    <a:p>
                      <a:pPr algn="l"/>
                      <a:r>
                        <a:rPr lang="en-US" sz="2400" b="0" i="0" u="none" strike="noStrike" kern="0" cap="none" spc="0" baseline="0" dirty="0">
                          <a:solidFill>
                            <a:schemeClr val="lt1"/>
                          </a:solidFill>
                          <a:uFillTx/>
                          <a:latin typeface="+mn-lt"/>
                          <a:ea typeface="+mn-ea"/>
                          <a:cs typeface="+mn-cs"/>
                          <a:sym typeface="IBM Plex Sans"/>
                        </a:rPr>
                        <a:t>alerts from IPC Reports—MTTR, ticket volume</a:t>
                      </a:r>
                      <a:endParaRPr lang="en-RO" sz="2400" b="0" i="0" u="none" strike="noStrike" kern="0" cap="none" spc="0" baseline="0" dirty="0">
                        <a:solidFill>
                          <a:schemeClr val="lt1"/>
                        </a:solidFill>
                        <a:uFillTx/>
                        <a:latin typeface="+mn-lt"/>
                        <a:ea typeface="+mn-ea"/>
                        <a:cs typeface="+mn-cs"/>
                        <a:sym typeface="IBM Plex Sans"/>
                      </a:endParaRPr>
                    </a:p>
                  </a:txBody>
                  <a:tcPr marR="288000" marT="251999" marB="28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GB" sz="2400" b="0" i="0" u="none" strike="noStrike" kern="0" cap="none" spc="0" baseline="0" dirty="0">
                          <a:solidFill>
                            <a:schemeClr val="lt1"/>
                          </a:solidFill>
                          <a:uFillTx/>
                          <a:latin typeface="+mn-lt"/>
                          <a:ea typeface="+mn-ea"/>
                          <a:cs typeface="+mn-cs"/>
                          <a:sym typeface="IBM Plex Sans"/>
                        </a:rPr>
                        <a:t>Time Machine—Past snapshots</a:t>
                      </a:r>
                    </a:p>
                    <a:p>
                      <a:pPr algn="l"/>
                      <a:r>
                        <a:rPr lang="en-GB" sz="2400" b="0" i="0" u="none" strike="noStrike" kern="0" cap="none" spc="0" baseline="0" dirty="0">
                          <a:solidFill>
                            <a:schemeClr val="lt1"/>
                          </a:solidFill>
                          <a:uFillTx/>
                          <a:latin typeface="+mn-lt"/>
                          <a:ea typeface="+mn-ea"/>
                          <a:cs typeface="+mn-cs"/>
                          <a:sym typeface="IBM Plex Sans"/>
                        </a:rPr>
                        <a:t>Cognitive Assist—Search</a:t>
                      </a:r>
                    </a:p>
                    <a:p>
                      <a:pPr algn="l"/>
                      <a:r>
                        <a:rPr lang="en-GB" sz="2400" b="0" i="0" u="none" strike="noStrike" kern="0" cap="none" spc="0" baseline="0" dirty="0">
                          <a:solidFill>
                            <a:schemeClr val="lt1"/>
                          </a:solidFill>
                          <a:uFillTx/>
                          <a:latin typeface="+mn-lt"/>
                          <a:ea typeface="+mn-ea"/>
                          <a:cs typeface="+mn-cs"/>
                          <a:sym typeface="IBM Plex Sans"/>
                        </a:rPr>
                        <a:t>Alerts—Expected Volume Forecast at Service Line Level/Account/severity </a:t>
                      </a:r>
                    </a:p>
                    <a:p>
                      <a:pPr algn="l"/>
                      <a:r>
                        <a:rPr lang="en-GB" sz="2400" b="0" i="0" u="none" strike="noStrike" kern="0" cap="none" spc="0" baseline="0" dirty="0">
                          <a:solidFill>
                            <a:schemeClr val="lt1"/>
                          </a:solidFill>
                          <a:uFillTx/>
                          <a:latin typeface="+mn-lt"/>
                          <a:ea typeface="+mn-ea"/>
                          <a:cs typeface="+mn-cs"/>
                          <a:sym typeface="IBM Plex Sans"/>
                        </a:rPr>
                        <a:t>level—Next Day &amp; Week Alerts only</a:t>
                      </a:r>
                    </a:p>
                  </a:txBody>
                  <a:tcPr marR="288000" marT="251999" marB="28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GB" sz="2400" b="0" i="0" u="none" strike="noStrike" kern="0" cap="none" spc="0" baseline="0" dirty="0">
                          <a:solidFill>
                            <a:schemeClr val="lt1"/>
                          </a:solidFill>
                          <a:uFillTx/>
                          <a:latin typeface="+mn-lt"/>
                          <a:ea typeface="+mn-ea"/>
                          <a:cs typeface="+mn-cs"/>
                          <a:sym typeface="IBM Plex Sans"/>
                        </a:rPr>
                        <a:t>Cognitive Assist—Actionable Insights</a:t>
                      </a:r>
                    </a:p>
                    <a:p>
                      <a:pPr algn="l"/>
                      <a:r>
                        <a:rPr lang="en-GB" sz="2400" b="0" i="0" u="none" strike="noStrike" kern="0" cap="none" spc="0" baseline="0" dirty="0">
                          <a:solidFill>
                            <a:schemeClr val="lt1"/>
                          </a:solidFill>
                          <a:uFillTx/>
                          <a:latin typeface="+mn-lt"/>
                          <a:ea typeface="+mn-ea"/>
                          <a:cs typeface="+mn-cs"/>
                          <a:sym typeface="IBM Plex Sans"/>
                        </a:rPr>
                        <a:t>Predictive insights (correlated with real time)</a:t>
                      </a:r>
                    </a:p>
                    <a:p>
                      <a:pPr algn="l"/>
                      <a:r>
                        <a:rPr lang="en-GB" sz="2400" b="0" i="0" u="none" strike="noStrike" kern="0" cap="none" spc="0" baseline="0" dirty="0">
                          <a:solidFill>
                            <a:schemeClr val="lt1"/>
                          </a:solidFill>
                          <a:uFillTx/>
                          <a:latin typeface="+mn-lt"/>
                          <a:ea typeface="+mn-ea"/>
                          <a:cs typeface="+mn-cs"/>
                          <a:sym typeface="IBM Plex Sans"/>
                        </a:rPr>
                        <a:t>Log analytics</a:t>
                      </a:r>
                    </a:p>
                  </a:txBody>
                  <a:tcPr marR="288000" marT="251999" marB="28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98041238"/>
                  </a:ext>
                </a:extLst>
              </a:tr>
              <a:tr h="0">
                <a:tc>
                  <a:txBody>
                    <a:bodyPr/>
                    <a:lstStyle/>
                    <a:p>
                      <a:pPr algn="l"/>
                      <a:r>
                        <a:rPr lang="en-RO" sz="2400" b="0" i="0" u="none" strike="noStrike" kern="0" cap="none" spc="0" baseline="0">
                          <a:solidFill>
                            <a:schemeClr val="accent1"/>
                          </a:solidFill>
                          <a:uFillTx/>
                          <a:latin typeface="+mn-lt"/>
                          <a:ea typeface="+mn-ea"/>
                          <a:cs typeface="+mn-cs"/>
                          <a:sym typeface="IBM Plex Sans"/>
                        </a:rPr>
                        <a:t>Real time</a:t>
                      </a:r>
                    </a:p>
                  </a:txBody>
                  <a:tcPr marR="288000" marT="251999" marB="28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GB" sz="2400" b="0" i="0" u="none" strike="noStrike" kern="0" cap="none" spc="0" baseline="0" dirty="0">
                          <a:solidFill>
                            <a:schemeClr val="lt1"/>
                          </a:solidFill>
                          <a:uFillTx/>
                          <a:latin typeface="+mn-lt"/>
                          <a:ea typeface="+mn-ea"/>
                          <a:cs typeface="+mn-cs"/>
                          <a:sym typeface="IBM Plex Sans"/>
                        </a:rPr>
                        <a:t>Server correlated application health</a:t>
                      </a:r>
                    </a:p>
                  </a:txBody>
                  <a:tcPr marR="288000" marT="251999" marB="28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GB" sz="2400" b="0" i="0" u="none" strike="noStrike" kern="0" cap="none" spc="0" baseline="0" dirty="0">
                          <a:solidFill>
                            <a:schemeClr val="lt1"/>
                          </a:solidFill>
                          <a:uFillTx/>
                          <a:latin typeface="+mn-lt"/>
                          <a:ea typeface="+mn-ea"/>
                          <a:cs typeface="+mn-cs"/>
                          <a:sym typeface="IBM Plex Sans"/>
                        </a:rPr>
                        <a:t>Integrated real time system monitoring (application, infra) and alerting (Integrate with AppDynamics/Dynatrace)</a:t>
                      </a:r>
                    </a:p>
                  </a:txBody>
                  <a:tcPr marR="288000" marT="251999" marB="28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GB" sz="2400" b="0" i="0" u="none" strike="noStrike" kern="0" cap="none" spc="0" baseline="0" dirty="0">
                          <a:solidFill>
                            <a:schemeClr val="lt1"/>
                          </a:solidFill>
                          <a:uFillTx/>
                          <a:latin typeface="+mn-lt"/>
                          <a:ea typeface="+mn-ea"/>
                          <a:cs typeface="+mn-cs"/>
                          <a:sym typeface="IBM Plex Sans"/>
                        </a:rPr>
                        <a:t>E2E view of the environment (including vendors other than IBM)</a:t>
                      </a:r>
                    </a:p>
                  </a:txBody>
                  <a:tcPr marR="288000" marT="251999" marB="28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84158466"/>
                  </a:ext>
                </a:extLst>
              </a:tr>
              <a:tr h="0">
                <a:tc>
                  <a:txBody>
                    <a:bodyPr/>
                    <a:lstStyle/>
                    <a:p>
                      <a:pPr algn="l"/>
                      <a:r>
                        <a:rPr lang="en-RO" sz="2400" b="0" i="0" u="none" strike="noStrike" kern="0" cap="none" spc="0" baseline="0">
                          <a:solidFill>
                            <a:schemeClr val="accent1"/>
                          </a:solidFill>
                          <a:uFillTx/>
                          <a:latin typeface="+mn-lt"/>
                          <a:ea typeface="+mn-ea"/>
                          <a:cs typeface="+mn-cs"/>
                          <a:sym typeface="IBM Plex Sans"/>
                        </a:rPr>
                        <a:t>Self-service</a:t>
                      </a:r>
                    </a:p>
                  </a:txBody>
                  <a:tcPr marR="288000" marT="251999" marB="28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endParaRPr lang="en-RO" sz="2400" b="0" i="0" u="none" strike="noStrike" kern="0" cap="none" spc="0" baseline="0">
                        <a:solidFill>
                          <a:schemeClr val="lt1"/>
                        </a:solidFill>
                        <a:uFillTx/>
                        <a:latin typeface="+mn-lt"/>
                        <a:ea typeface="+mn-ea"/>
                        <a:cs typeface="+mn-cs"/>
                        <a:sym typeface="IBM Plex Sans"/>
                      </a:endParaRPr>
                    </a:p>
                  </a:txBody>
                  <a:tcPr marR="288000" marT="251999" marB="28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GB" sz="2400" b="0" i="0" u="none" strike="noStrike" kern="0" cap="none" spc="0" baseline="0" dirty="0">
                          <a:solidFill>
                            <a:schemeClr val="lt1"/>
                          </a:solidFill>
                          <a:uFillTx/>
                          <a:latin typeface="+mn-lt"/>
                          <a:ea typeface="+mn-ea"/>
                          <a:cs typeface="+mn-cs"/>
                          <a:sym typeface="IBM Plex Sans"/>
                        </a:rPr>
                        <a:t>Authoring of self-service reports</a:t>
                      </a:r>
                    </a:p>
                    <a:p>
                      <a:pPr algn="l"/>
                      <a:r>
                        <a:rPr lang="en-GB" sz="2400" b="0" i="0" u="none" strike="noStrike" kern="0" cap="none" spc="0" baseline="0" dirty="0">
                          <a:solidFill>
                            <a:schemeClr val="lt1"/>
                          </a:solidFill>
                          <a:uFillTx/>
                          <a:latin typeface="+mn-lt"/>
                          <a:ea typeface="+mn-ea"/>
                          <a:cs typeface="+mn-cs"/>
                          <a:sym typeface="IBM Plex Sans"/>
                        </a:rPr>
                        <a:t>Self-upload of xls/ppt—Upload, Share </a:t>
                      </a:r>
                    </a:p>
                    <a:p>
                      <a:pPr algn="l"/>
                      <a:r>
                        <a:rPr lang="en-GB" sz="2400" b="0" i="0" u="none" strike="noStrike" kern="0" cap="none" spc="0" baseline="0" dirty="0">
                          <a:solidFill>
                            <a:schemeClr val="lt1"/>
                          </a:solidFill>
                          <a:uFillTx/>
                          <a:latin typeface="+mn-lt"/>
                          <a:ea typeface="+mn-ea"/>
                          <a:cs typeface="+mn-cs"/>
                          <a:sym typeface="IBM Plex Sans"/>
                        </a:rPr>
                        <a:t>and Download</a:t>
                      </a:r>
                    </a:p>
                  </a:txBody>
                  <a:tcPr marR="288000" marT="251999" marB="28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endParaRPr lang="en-RO" sz="2400" b="0" i="0" u="none" strike="noStrike" kern="0" cap="none" spc="0" baseline="0">
                        <a:solidFill>
                          <a:schemeClr val="lt1"/>
                        </a:solidFill>
                        <a:uFillTx/>
                        <a:latin typeface="+mn-lt"/>
                        <a:ea typeface="+mn-ea"/>
                        <a:cs typeface="+mn-cs"/>
                        <a:sym typeface="IBM Plex Sans"/>
                      </a:endParaRPr>
                    </a:p>
                  </a:txBody>
                  <a:tcPr marR="288000" marT="251999" marB="28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11199403"/>
                  </a:ext>
                </a:extLst>
              </a:tr>
              <a:tr h="0">
                <a:tc>
                  <a:txBody>
                    <a:bodyPr/>
                    <a:lstStyle/>
                    <a:p>
                      <a:pPr algn="l"/>
                      <a:r>
                        <a:rPr lang="en-GB" sz="2400" b="0" i="0" u="none" strike="noStrike" kern="0" cap="none" spc="0" baseline="0" dirty="0">
                          <a:solidFill>
                            <a:schemeClr val="accent1"/>
                          </a:solidFill>
                          <a:uFillTx/>
                          <a:latin typeface="+mn-lt"/>
                          <a:ea typeface="+mn-ea"/>
                          <a:cs typeface="+mn-cs"/>
                          <a:sym typeface="IBM Plex Sans"/>
                        </a:rPr>
                        <a:t>Nonfunctional requirements</a:t>
                      </a:r>
                    </a:p>
                  </a:txBody>
                  <a:tcPr marR="288000" marT="251999" marB="28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GB" sz="2400" b="0" i="0" u="none" strike="noStrike" kern="0" cap="none" spc="0" baseline="0" dirty="0">
                          <a:solidFill>
                            <a:schemeClr val="lt1"/>
                          </a:solidFill>
                          <a:uFillTx/>
                          <a:latin typeface="+mn-lt"/>
                          <a:ea typeface="+mn-ea"/>
                          <a:cs typeface="+mn-cs"/>
                          <a:sym typeface="IBM Plex Sans"/>
                        </a:rPr>
                        <a:t>Data lake (BDACS)</a:t>
                      </a:r>
                    </a:p>
                  </a:txBody>
                  <a:tcPr marR="288000" marT="251999" marB="28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GB" sz="2400" b="0" i="0" u="none" strike="noStrike" kern="0" cap="none" spc="0" baseline="0" dirty="0">
                          <a:solidFill>
                            <a:schemeClr val="lt1"/>
                          </a:solidFill>
                          <a:uFillTx/>
                          <a:latin typeface="+mn-lt"/>
                          <a:ea typeface="+mn-ea"/>
                          <a:cs typeface="+mn-cs"/>
                          <a:sym typeface="IBM Plex Sans"/>
                        </a:rPr>
                        <a:t>Role-Based Access for Client Personas and IBM Personas</a:t>
                      </a:r>
                    </a:p>
                  </a:txBody>
                  <a:tcPr marR="288000" marT="251999" marB="28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GB" sz="2400" b="0" i="0" u="none" strike="noStrike" kern="0" cap="none" spc="0" baseline="0" dirty="0">
                          <a:solidFill>
                            <a:schemeClr val="lt1"/>
                          </a:solidFill>
                          <a:uFillTx/>
                          <a:latin typeface="+mn-lt"/>
                          <a:ea typeface="+mn-ea"/>
                          <a:cs typeface="+mn-cs"/>
                          <a:sym typeface="IBM Plex Sans"/>
                        </a:rPr>
                        <a:t>Mobile access</a:t>
                      </a:r>
                    </a:p>
                    <a:p>
                      <a:pPr algn="l"/>
                      <a:r>
                        <a:rPr lang="en-GB" sz="2400" b="0" i="0" u="none" strike="noStrike" kern="0" cap="none" spc="0" baseline="0" dirty="0">
                          <a:solidFill>
                            <a:schemeClr val="lt1"/>
                          </a:solidFill>
                          <a:uFillTx/>
                          <a:latin typeface="+mn-lt"/>
                          <a:ea typeface="+mn-ea"/>
                          <a:cs typeface="+mn-cs"/>
                          <a:sym typeface="IBM Plex Sans"/>
                        </a:rPr>
                        <a:t>Feedback/client scores</a:t>
                      </a:r>
                    </a:p>
                    <a:p>
                      <a:pPr algn="l"/>
                      <a:r>
                        <a:rPr lang="en-GB" sz="2400" b="0" i="0" u="none" strike="noStrike" kern="0" cap="none" spc="0" baseline="0" dirty="0">
                          <a:solidFill>
                            <a:schemeClr val="lt1"/>
                          </a:solidFill>
                          <a:uFillTx/>
                          <a:latin typeface="+mn-lt"/>
                          <a:ea typeface="+mn-ea"/>
                          <a:cs typeface="+mn-cs"/>
                          <a:sym typeface="IBM Plex Sans"/>
                        </a:rPr>
                        <a:t>Personalization</a:t>
                      </a:r>
                    </a:p>
                  </a:txBody>
                  <a:tcPr marR="288000" marT="251999" marB="28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02548911"/>
                  </a:ext>
                </a:extLst>
              </a:tr>
              <a:tr h="0">
                <a:tc>
                  <a:txBody>
                    <a:bodyPr/>
                    <a:lstStyle/>
                    <a:p>
                      <a:pPr algn="l"/>
                      <a:r>
                        <a:rPr lang="en-GB" sz="2400" b="0" i="0" u="none" strike="noStrike" kern="0" cap="none" spc="0" baseline="0" dirty="0">
                          <a:solidFill>
                            <a:schemeClr val="accent1"/>
                          </a:solidFill>
                          <a:uFillTx/>
                          <a:latin typeface="+mn-lt"/>
                          <a:ea typeface="+mn-ea"/>
                          <a:cs typeface="+mn-cs"/>
                          <a:sym typeface="IBM Plex Sans"/>
                        </a:rPr>
                        <a:t>Data source</a:t>
                      </a:r>
                    </a:p>
                    <a:p>
                      <a:pPr algn="l"/>
                      <a:endParaRPr lang="en-GB" sz="2400" b="0" i="0" u="none" strike="noStrike" kern="0" cap="none" spc="0" baseline="0" dirty="0">
                        <a:solidFill>
                          <a:schemeClr val="accent1"/>
                        </a:solidFill>
                        <a:uFillTx/>
                        <a:latin typeface="+mn-lt"/>
                        <a:ea typeface="+mn-ea"/>
                        <a:cs typeface="+mn-cs"/>
                        <a:sym typeface="IBM Plex Sans"/>
                      </a:endParaRPr>
                    </a:p>
                  </a:txBody>
                  <a:tcPr marR="288000" marT="251999" marB="28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GB" sz="2400" b="0" i="0" u="none" strike="noStrike" kern="0" cap="none" spc="0" baseline="0" dirty="0">
                          <a:solidFill>
                            <a:schemeClr val="lt1"/>
                          </a:solidFill>
                          <a:uFillTx/>
                          <a:latin typeface="+mn-lt"/>
                          <a:ea typeface="+mn-ea"/>
                          <a:cs typeface="+mn-cs"/>
                          <a:sym typeface="IBM Plex Sans"/>
                        </a:rPr>
                        <a:t>ITSM Tool—Remedy, ServiceNow, ICCD</a:t>
                      </a:r>
                    </a:p>
                    <a:p>
                      <a:pPr algn="l"/>
                      <a:r>
                        <a:rPr lang="en-GB" sz="2400" b="0" i="0" u="none" strike="noStrike" kern="0" cap="none" spc="0" baseline="0" dirty="0">
                          <a:solidFill>
                            <a:schemeClr val="lt1"/>
                          </a:solidFill>
                          <a:uFillTx/>
                          <a:latin typeface="+mn-lt"/>
                          <a:ea typeface="+mn-ea"/>
                          <a:cs typeface="+mn-cs"/>
                          <a:sym typeface="IBM Plex Sans"/>
                        </a:rPr>
                        <a:t>Event Management—Netcool</a:t>
                      </a:r>
                    </a:p>
                  </a:txBody>
                  <a:tcPr marR="288000" marT="251999" marB="28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GB" sz="2400" b="0" i="0" u="none" strike="noStrike" kern="0" cap="none" spc="0" baseline="0" dirty="0">
                          <a:solidFill>
                            <a:schemeClr val="lt1"/>
                          </a:solidFill>
                          <a:uFillTx/>
                          <a:latin typeface="+mn-lt"/>
                          <a:ea typeface="+mn-ea"/>
                          <a:cs typeface="+mn-cs"/>
                          <a:sym typeface="IBM Plex Sans"/>
                        </a:rPr>
                        <a:t>App Monitoring—AppDynamics / Dynatrace</a:t>
                      </a:r>
                    </a:p>
                    <a:p>
                      <a:pPr algn="l"/>
                      <a:r>
                        <a:rPr lang="en-GB" sz="2400" b="0" i="0" u="none" strike="noStrike" kern="0" cap="none" spc="0" baseline="0" dirty="0">
                          <a:solidFill>
                            <a:schemeClr val="lt1"/>
                          </a:solidFill>
                          <a:uFillTx/>
                          <a:latin typeface="+mn-lt"/>
                          <a:ea typeface="+mn-ea"/>
                          <a:cs typeface="+mn-cs"/>
                          <a:sym typeface="IBM Plex Sans"/>
                        </a:rPr>
                        <a:t>CMDB (GACDW, sysdir); SRM; BigFix</a:t>
                      </a:r>
                    </a:p>
                    <a:p>
                      <a:pPr algn="l"/>
                      <a:r>
                        <a:rPr lang="en-GB" sz="2400" b="0" i="0" u="none" strike="noStrike" kern="0" cap="none" spc="0" baseline="0" dirty="0">
                          <a:solidFill>
                            <a:schemeClr val="lt1"/>
                          </a:solidFill>
                          <a:uFillTx/>
                          <a:latin typeface="+mn-lt"/>
                          <a:ea typeface="+mn-ea"/>
                          <a:cs typeface="+mn-cs"/>
                          <a:sym typeface="IBM Plex Sans"/>
                        </a:rPr>
                        <a:t>Direct access to client daata</a:t>
                      </a:r>
                    </a:p>
                  </a:txBody>
                  <a:tcPr marR="288000" marT="251999" marB="28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GB" sz="2400" b="0" i="0" u="none" strike="noStrike" kern="0" cap="none" spc="0" baseline="0" dirty="0">
                          <a:solidFill>
                            <a:schemeClr val="lt1"/>
                          </a:solidFill>
                          <a:uFillTx/>
                          <a:latin typeface="+mn-lt"/>
                          <a:ea typeface="+mn-ea"/>
                          <a:cs typeface="+mn-cs"/>
                          <a:sym typeface="IBM Plex Sans"/>
                        </a:rPr>
                        <a:t>BigFix</a:t>
                      </a:r>
                    </a:p>
                    <a:p>
                      <a:pPr algn="l"/>
                      <a:r>
                        <a:rPr lang="en-GB" sz="2400" b="0" i="0" u="none" strike="noStrike" kern="0" cap="none" spc="0" baseline="0" dirty="0">
                          <a:solidFill>
                            <a:schemeClr val="lt1"/>
                          </a:solidFill>
                          <a:uFillTx/>
                          <a:latin typeface="+mn-lt"/>
                          <a:ea typeface="+mn-ea"/>
                          <a:cs typeface="+mn-cs"/>
                          <a:sym typeface="IBM Plex Sans"/>
                        </a:rPr>
                        <a:t>IBM financial systems</a:t>
                      </a:r>
                    </a:p>
                  </a:txBody>
                  <a:tcPr marR="288000" marT="251999" marB="28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53202662"/>
                  </a:ext>
                </a:extLst>
              </a:tr>
            </a:tbl>
          </a:graphicData>
        </a:graphic>
      </p:graphicFrame>
      <p:sp>
        <p:nvSpPr>
          <p:cNvPr id="8" name="Footer Placeholder 7">
            <a:extLst>
              <a:ext uri="{FF2B5EF4-FFF2-40B4-BE49-F238E27FC236}">
                <a16:creationId xmlns:a16="http://schemas.microsoft.com/office/drawing/2014/main" id="{B7A5CC2E-2F28-04E5-5610-D9C17BCB540A}"/>
              </a:ext>
            </a:extLst>
          </p:cNvPr>
          <p:cNvSpPr>
            <a:spLocks noGrp="1"/>
          </p:cNvSpPr>
          <p:nvPr>
            <p:ph type="ftr" sz="quarter" idx="18"/>
          </p:nvPr>
        </p:nvSpPr>
        <p:spPr/>
        <p:txBody>
          <a:bodyPr/>
          <a:lstStyle/>
          <a:p>
            <a:r>
              <a:rPr lang="en-US" dirty="0"/>
              <a:t>Footer</a:t>
            </a:r>
          </a:p>
        </p:txBody>
      </p:sp>
      <p:sp>
        <p:nvSpPr>
          <p:cNvPr id="6" name="Slide Number Placeholder 5">
            <a:extLst>
              <a:ext uri="{FF2B5EF4-FFF2-40B4-BE49-F238E27FC236}">
                <a16:creationId xmlns:a16="http://schemas.microsoft.com/office/drawing/2014/main" id="{F306180E-146D-B06B-A77B-ECBD47FD2416}"/>
              </a:ext>
            </a:extLst>
          </p:cNvPr>
          <p:cNvSpPr>
            <a:spLocks noGrp="1"/>
          </p:cNvSpPr>
          <p:nvPr>
            <p:ph type="sldNum" sz="quarter" idx="4"/>
          </p:nvPr>
        </p:nvSpPr>
        <p:spPr/>
        <p:txBody>
          <a:bodyPr/>
          <a:lstStyle/>
          <a:p>
            <a:fld id="{86CB4B4D-7CA3-9044-876B-883B54F8677D}" type="slidenum">
              <a:rPr lang="en-US" smtClean="0"/>
              <a:pPr/>
              <a:t>92</a:t>
            </a:fld>
            <a:endParaRPr lang="en-US" dirty="0"/>
          </a:p>
        </p:txBody>
      </p:sp>
    </p:spTree>
    <p:extLst>
      <p:ext uri="{BB962C8B-B14F-4D97-AF65-F5344CB8AC3E}">
        <p14:creationId xmlns:p14="http://schemas.microsoft.com/office/powerpoint/2010/main" val="2666814348"/>
      </p:ext>
    </p:extLst>
  </p:cSld>
  <p:clrMapOvr>
    <a:masterClrMapping/>
  </p:clrMapOvr>
  <p:transition spd="med"/>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7AEEA3-344B-AF69-F6F3-BDFB91E08EBE}"/>
              </a:ext>
            </a:extLst>
          </p:cNvPr>
          <p:cNvSpPr>
            <a:spLocks noGrp="1"/>
          </p:cNvSpPr>
          <p:nvPr>
            <p:ph type="title"/>
          </p:nvPr>
        </p:nvSpPr>
        <p:spPr/>
        <p:txBody>
          <a:bodyPr/>
          <a:lstStyle/>
          <a:p>
            <a:r>
              <a:rPr lang="en-US" dirty="0"/>
              <a:t>Hybrid Cloud Workbench: Released journeys</a:t>
            </a:r>
          </a:p>
        </p:txBody>
      </p:sp>
      <p:grpSp>
        <p:nvGrpSpPr>
          <p:cNvPr id="16" name="Group 15" descr="Key showing various shapes and colors aligned to specific companies for adjoining graphic">
            <a:extLst>
              <a:ext uri="{FF2B5EF4-FFF2-40B4-BE49-F238E27FC236}">
                <a16:creationId xmlns:a16="http://schemas.microsoft.com/office/drawing/2014/main" id="{AAD59675-12BA-630A-4120-6730AFB6E9BA}"/>
              </a:ext>
            </a:extLst>
          </p:cNvPr>
          <p:cNvGrpSpPr/>
          <p:nvPr/>
        </p:nvGrpSpPr>
        <p:grpSpPr>
          <a:xfrm>
            <a:off x="574675" y="2994025"/>
            <a:ext cx="2862072" cy="1935480"/>
            <a:chOff x="12790272" y="10091182"/>
            <a:chExt cx="2862072" cy="1935480"/>
          </a:xfrm>
        </p:grpSpPr>
        <p:sp>
          <p:nvSpPr>
            <p:cNvPr id="17" name="Oval 16">
              <a:extLst>
                <a:ext uri="{FF2B5EF4-FFF2-40B4-BE49-F238E27FC236}">
                  <a16:creationId xmlns:a16="http://schemas.microsoft.com/office/drawing/2014/main" id="{28038B05-808C-243F-3E67-8B645DAC5013}"/>
                </a:ext>
              </a:extLst>
            </p:cNvPr>
            <p:cNvSpPr/>
            <p:nvPr/>
          </p:nvSpPr>
          <p:spPr bwMode="auto">
            <a:xfrm>
              <a:off x="12799416" y="10164334"/>
              <a:ext cx="192024" cy="192024"/>
            </a:xfrm>
            <a:prstGeom prst="ellipse">
              <a:avLst/>
            </a:prstGeom>
            <a:solidFill>
              <a:schemeClr val="accent1"/>
            </a:solidFill>
            <a:ln w="12700">
              <a:solidFill>
                <a:schemeClr val="bg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dirty="0">
                <a:ln>
                  <a:noFill/>
                </a:ln>
                <a:solidFill>
                  <a:schemeClr val="bg1"/>
                </a:solidFill>
                <a:effectLst/>
                <a:latin typeface="+mn-lt"/>
              </a:endParaRPr>
            </a:p>
          </p:txBody>
        </p:sp>
        <p:sp>
          <p:nvSpPr>
            <p:cNvPr id="18" name="Rectangle 17">
              <a:extLst>
                <a:ext uri="{FF2B5EF4-FFF2-40B4-BE49-F238E27FC236}">
                  <a16:creationId xmlns:a16="http://schemas.microsoft.com/office/drawing/2014/main" id="{AAD26AC9-3257-E34D-31FD-814EEC2AD579}"/>
                </a:ext>
              </a:extLst>
            </p:cNvPr>
            <p:cNvSpPr/>
            <p:nvPr/>
          </p:nvSpPr>
          <p:spPr bwMode="auto">
            <a:xfrm>
              <a:off x="12808560" y="10539238"/>
              <a:ext cx="173736" cy="173736"/>
            </a:xfrm>
            <a:prstGeom prst="rect">
              <a:avLst/>
            </a:prstGeom>
            <a:solidFill>
              <a:schemeClr val="accent6"/>
            </a:solidFill>
            <a:ln w="12700">
              <a:solidFill>
                <a:schemeClr val="bg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dirty="0">
                <a:ln>
                  <a:noFill/>
                </a:ln>
                <a:solidFill>
                  <a:schemeClr val="bg1"/>
                </a:solidFill>
                <a:effectLst/>
                <a:latin typeface="+mn-lt"/>
              </a:endParaRPr>
            </a:p>
          </p:txBody>
        </p:sp>
        <p:sp>
          <p:nvSpPr>
            <p:cNvPr id="19" name="Triangle 18">
              <a:extLst>
                <a:ext uri="{FF2B5EF4-FFF2-40B4-BE49-F238E27FC236}">
                  <a16:creationId xmlns:a16="http://schemas.microsoft.com/office/drawing/2014/main" id="{673BCFBD-894E-6CBD-81BC-609E18DD182D}"/>
                </a:ext>
              </a:extLst>
            </p:cNvPr>
            <p:cNvSpPr/>
            <p:nvPr/>
          </p:nvSpPr>
          <p:spPr bwMode="auto">
            <a:xfrm>
              <a:off x="12790272" y="10932430"/>
              <a:ext cx="219456" cy="173736"/>
            </a:xfrm>
            <a:prstGeom prst="triangle">
              <a:avLst/>
            </a:prstGeom>
            <a:solidFill>
              <a:srgbClr val="F1A21B"/>
            </a:solidFill>
            <a:ln w="12700">
              <a:solidFill>
                <a:schemeClr val="bg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dirty="0">
                <a:ln>
                  <a:noFill/>
                </a:ln>
                <a:solidFill>
                  <a:schemeClr val="bg1"/>
                </a:solidFill>
                <a:effectLst/>
                <a:latin typeface="+mn-lt"/>
              </a:endParaRPr>
            </a:p>
          </p:txBody>
        </p:sp>
        <p:sp>
          <p:nvSpPr>
            <p:cNvPr id="20" name="Diamond 19">
              <a:extLst>
                <a:ext uri="{FF2B5EF4-FFF2-40B4-BE49-F238E27FC236}">
                  <a16:creationId xmlns:a16="http://schemas.microsoft.com/office/drawing/2014/main" id="{C8EDFACF-5EA2-9BE8-AF41-00A9C27AE981}"/>
                </a:ext>
              </a:extLst>
            </p:cNvPr>
            <p:cNvSpPr/>
            <p:nvPr/>
          </p:nvSpPr>
          <p:spPr bwMode="auto">
            <a:xfrm>
              <a:off x="12790272" y="11289046"/>
              <a:ext cx="219456" cy="219456"/>
            </a:xfrm>
            <a:prstGeom prst="diamond">
              <a:avLst/>
            </a:prstGeom>
            <a:solidFill>
              <a:srgbClr val="24A148"/>
            </a:solidFill>
            <a:ln w="12700">
              <a:solidFill>
                <a:schemeClr val="bg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dirty="0">
                <a:ln>
                  <a:noFill/>
                </a:ln>
                <a:solidFill>
                  <a:schemeClr val="bg1"/>
                </a:solidFill>
                <a:effectLst/>
                <a:latin typeface="+mn-lt"/>
              </a:endParaRPr>
            </a:p>
          </p:txBody>
        </p:sp>
        <p:sp>
          <p:nvSpPr>
            <p:cNvPr id="21" name="TextBox 20">
              <a:extLst>
                <a:ext uri="{FF2B5EF4-FFF2-40B4-BE49-F238E27FC236}">
                  <a16:creationId xmlns:a16="http://schemas.microsoft.com/office/drawing/2014/main" id="{60FB87CA-7E0D-58A6-505D-65449EC7AE31}"/>
                </a:ext>
              </a:extLst>
            </p:cNvPr>
            <p:cNvSpPr txBox="1"/>
            <p:nvPr/>
          </p:nvSpPr>
          <p:spPr>
            <a:xfrm>
              <a:off x="13215531" y="10091182"/>
              <a:ext cx="2436813" cy="3810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r>
                <a:rPr lang="en-US" sz="2000" dirty="0">
                  <a:latin typeface="IBM Plex Sans" panose="020B0503050203000203" pitchFamily="34" charset="0"/>
                </a:rPr>
                <a:t>IBM Cloud</a:t>
              </a:r>
            </a:p>
          </p:txBody>
        </p:sp>
        <p:sp>
          <p:nvSpPr>
            <p:cNvPr id="22" name="TextBox 21">
              <a:extLst>
                <a:ext uri="{FF2B5EF4-FFF2-40B4-BE49-F238E27FC236}">
                  <a16:creationId xmlns:a16="http://schemas.microsoft.com/office/drawing/2014/main" id="{3130AFF9-B1AE-D0ED-B705-D442B34EA970}"/>
                </a:ext>
              </a:extLst>
            </p:cNvPr>
            <p:cNvSpPr txBox="1"/>
            <p:nvPr/>
          </p:nvSpPr>
          <p:spPr>
            <a:xfrm>
              <a:off x="13215531" y="10472182"/>
              <a:ext cx="2436813" cy="3810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r>
                <a:rPr lang="en-US" sz="2000" dirty="0">
                  <a:latin typeface="IBM Plex Sans" panose="020B0503050203000203" pitchFamily="34" charset="0"/>
                </a:rPr>
                <a:t>Red Hat</a:t>
              </a:r>
            </a:p>
          </p:txBody>
        </p:sp>
        <p:sp>
          <p:nvSpPr>
            <p:cNvPr id="23" name="TextBox 22">
              <a:extLst>
                <a:ext uri="{FF2B5EF4-FFF2-40B4-BE49-F238E27FC236}">
                  <a16:creationId xmlns:a16="http://schemas.microsoft.com/office/drawing/2014/main" id="{B325D964-74E2-C0EE-7C4F-09F3DA8569B6}"/>
                </a:ext>
              </a:extLst>
            </p:cNvPr>
            <p:cNvSpPr txBox="1"/>
            <p:nvPr/>
          </p:nvSpPr>
          <p:spPr>
            <a:xfrm>
              <a:off x="13215531" y="10853182"/>
              <a:ext cx="2436813" cy="3810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r>
                <a:rPr lang="en-US" sz="2000" dirty="0">
                  <a:latin typeface="IBM Plex Sans" panose="020B0503050203000203" pitchFamily="34" charset="0"/>
                </a:rPr>
                <a:t>AWS</a:t>
              </a:r>
            </a:p>
          </p:txBody>
        </p:sp>
        <p:sp>
          <p:nvSpPr>
            <p:cNvPr id="24" name="TextBox 23">
              <a:extLst>
                <a:ext uri="{FF2B5EF4-FFF2-40B4-BE49-F238E27FC236}">
                  <a16:creationId xmlns:a16="http://schemas.microsoft.com/office/drawing/2014/main" id="{728D089A-8097-3392-40C7-D3A43B54EC6B}"/>
                </a:ext>
              </a:extLst>
            </p:cNvPr>
            <p:cNvSpPr txBox="1"/>
            <p:nvPr/>
          </p:nvSpPr>
          <p:spPr>
            <a:xfrm>
              <a:off x="13215531" y="11234182"/>
              <a:ext cx="2436813" cy="3810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r>
                <a:rPr lang="en-US" sz="2000" dirty="0">
                  <a:latin typeface="IBM Plex Sans" panose="020B0503050203000203" pitchFamily="34" charset="0"/>
                </a:rPr>
                <a:t>Azure</a:t>
              </a:r>
            </a:p>
          </p:txBody>
        </p:sp>
        <p:sp>
          <p:nvSpPr>
            <p:cNvPr id="25" name="TextBox 24">
              <a:extLst>
                <a:ext uri="{FF2B5EF4-FFF2-40B4-BE49-F238E27FC236}">
                  <a16:creationId xmlns:a16="http://schemas.microsoft.com/office/drawing/2014/main" id="{AD69FA15-7F68-3797-21D7-B769A5BB3804}"/>
                </a:ext>
              </a:extLst>
            </p:cNvPr>
            <p:cNvSpPr txBox="1"/>
            <p:nvPr/>
          </p:nvSpPr>
          <p:spPr>
            <a:xfrm>
              <a:off x="13215531" y="11645662"/>
              <a:ext cx="2436813" cy="3810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r>
                <a:rPr lang="en-US" sz="2000" dirty="0">
                  <a:latin typeface="IBM Plex Sans" panose="020B0503050203000203" pitchFamily="34" charset="0"/>
                </a:rPr>
                <a:t>GCP</a:t>
              </a:r>
            </a:p>
          </p:txBody>
        </p:sp>
        <p:sp>
          <p:nvSpPr>
            <p:cNvPr id="26" name="Triangle 25">
              <a:extLst>
                <a:ext uri="{FF2B5EF4-FFF2-40B4-BE49-F238E27FC236}">
                  <a16:creationId xmlns:a16="http://schemas.microsoft.com/office/drawing/2014/main" id="{3BED8C32-5031-617B-5EE6-3C675EBC8BFE}"/>
                </a:ext>
              </a:extLst>
            </p:cNvPr>
            <p:cNvSpPr/>
            <p:nvPr/>
          </p:nvSpPr>
          <p:spPr bwMode="auto">
            <a:xfrm rot="10800000">
              <a:off x="12790272" y="11707934"/>
              <a:ext cx="219456" cy="173736"/>
            </a:xfrm>
            <a:prstGeom prst="triangle">
              <a:avLst/>
            </a:prstGeom>
            <a:solidFill>
              <a:srgbClr val="8A3FFC"/>
            </a:solidFill>
            <a:ln w="12700">
              <a:solidFill>
                <a:schemeClr val="bg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dirty="0">
                <a:ln>
                  <a:noFill/>
                </a:ln>
                <a:solidFill>
                  <a:schemeClr val="bg1"/>
                </a:solidFill>
                <a:effectLst/>
                <a:latin typeface="+mn-lt"/>
              </a:endParaRPr>
            </a:p>
          </p:txBody>
        </p:sp>
      </p:grpSp>
      <p:grpSp>
        <p:nvGrpSpPr>
          <p:cNvPr id="4" name="Group 3" descr="Graphic showing various shapes in colors denoting companies listed in the key and segmented horizontal lines">
            <a:extLst>
              <a:ext uri="{FF2B5EF4-FFF2-40B4-BE49-F238E27FC236}">
                <a16:creationId xmlns:a16="http://schemas.microsoft.com/office/drawing/2014/main" id="{892355CA-5CAD-9FEC-426A-32D6A3F41CB4}"/>
              </a:ext>
            </a:extLst>
          </p:cNvPr>
          <p:cNvGrpSpPr/>
          <p:nvPr/>
        </p:nvGrpSpPr>
        <p:grpSpPr>
          <a:xfrm>
            <a:off x="6667500" y="2788178"/>
            <a:ext cx="17178618" cy="8046720"/>
            <a:chOff x="6667500" y="1714505"/>
            <a:chExt cx="17178618" cy="8046720"/>
          </a:xfrm>
        </p:grpSpPr>
        <p:sp>
          <p:nvSpPr>
            <p:cNvPr id="3" name="Rectangle 2">
              <a:extLst>
                <a:ext uri="{FF2B5EF4-FFF2-40B4-BE49-F238E27FC236}">
                  <a16:creationId xmlns:a16="http://schemas.microsoft.com/office/drawing/2014/main" id="{B4F12D32-982A-B9A8-C6E4-AC66FD91C948}"/>
                </a:ext>
              </a:extLst>
            </p:cNvPr>
            <p:cNvSpPr/>
            <p:nvPr/>
          </p:nvSpPr>
          <p:spPr bwMode="auto">
            <a:xfrm>
              <a:off x="6808216" y="2701716"/>
              <a:ext cx="173736" cy="173736"/>
            </a:xfrm>
            <a:prstGeom prst="rect">
              <a:avLst/>
            </a:prstGeom>
            <a:solidFill>
              <a:schemeClr val="accent6"/>
            </a:solidFill>
            <a:ln w="12700">
              <a:solidFill>
                <a:schemeClr val="bg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dirty="0">
                <a:ln>
                  <a:noFill/>
                </a:ln>
                <a:solidFill>
                  <a:schemeClr val="bg1"/>
                </a:solidFill>
                <a:effectLst/>
                <a:latin typeface="+mn-lt"/>
              </a:endParaRPr>
            </a:p>
          </p:txBody>
        </p:sp>
        <p:sp>
          <p:nvSpPr>
            <p:cNvPr id="5" name="Oval 4">
              <a:extLst>
                <a:ext uri="{FF2B5EF4-FFF2-40B4-BE49-F238E27FC236}">
                  <a16:creationId xmlns:a16="http://schemas.microsoft.com/office/drawing/2014/main" id="{43CFEECD-CDE7-8665-DEE7-F593CE612265}"/>
                </a:ext>
              </a:extLst>
            </p:cNvPr>
            <p:cNvSpPr/>
            <p:nvPr/>
          </p:nvSpPr>
          <p:spPr bwMode="auto">
            <a:xfrm>
              <a:off x="7213929" y="2692572"/>
              <a:ext cx="192024" cy="192024"/>
            </a:xfrm>
            <a:prstGeom prst="ellipse">
              <a:avLst/>
            </a:prstGeom>
            <a:solidFill>
              <a:schemeClr val="accent1"/>
            </a:solidFill>
            <a:ln w="12700">
              <a:solidFill>
                <a:schemeClr val="bg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dirty="0">
                <a:ln>
                  <a:noFill/>
                </a:ln>
                <a:solidFill>
                  <a:schemeClr val="bg1"/>
                </a:solidFill>
                <a:effectLst/>
                <a:latin typeface="+mn-lt"/>
              </a:endParaRPr>
            </a:p>
          </p:txBody>
        </p:sp>
        <p:sp>
          <p:nvSpPr>
            <p:cNvPr id="6" name="Rectangle 5">
              <a:extLst>
                <a:ext uri="{FF2B5EF4-FFF2-40B4-BE49-F238E27FC236}">
                  <a16:creationId xmlns:a16="http://schemas.microsoft.com/office/drawing/2014/main" id="{61C5EC11-AF4E-4A61-E91F-F90B54A8A7BE}"/>
                </a:ext>
              </a:extLst>
            </p:cNvPr>
            <p:cNvSpPr/>
            <p:nvPr/>
          </p:nvSpPr>
          <p:spPr bwMode="auto">
            <a:xfrm>
              <a:off x="6808216" y="3488795"/>
              <a:ext cx="173736" cy="173736"/>
            </a:xfrm>
            <a:prstGeom prst="rect">
              <a:avLst/>
            </a:prstGeom>
            <a:solidFill>
              <a:schemeClr val="accent6"/>
            </a:solidFill>
            <a:ln w="12700">
              <a:solidFill>
                <a:schemeClr val="bg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dirty="0">
                <a:ln>
                  <a:noFill/>
                </a:ln>
                <a:solidFill>
                  <a:schemeClr val="bg1"/>
                </a:solidFill>
                <a:effectLst/>
                <a:latin typeface="+mn-lt"/>
              </a:endParaRPr>
            </a:p>
          </p:txBody>
        </p:sp>
        <p:sp>
          <p:nvSpPr>
            <p:cNvPr id="9" name="Oval 8">
              <a:extLst>
                <a:ext uri="{FF2B5EF4-FFF2-40B4-BE49-F238E27FC236}">
                  <a16:creationId xmlns:a16="http://schemas.microsoft.com/office/drawing/2014/main" id="{9E080D67-74E8-C974-752C-C1936FA1F787}"/>
                </a:ext>
              </a:extLst>
            </p:cNvPr>
            <p:cNvSpPr/>
            <p:nvPr/>
          </p:nvSpPr>
          <p:spPr bwMode="auto">
            <a:xfrm>
              <a:off x="7213929" y="3479651"/>
              <a:ext cx="192024" cy="192024"/>
            </a:xfrm>
            <a:prstGeom prst="ellipse">
              <a:avLst/>
            </a:prstGeom>
            <a:solidFill>
              <a:schemeClr val="accent1"/>
            </a:solidFill>
            <a:ln w="12700">
              <a:solidFill>
                <a:schemeClr val="bg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dirty="0">
                <a:ln>
                  <a:noFill/>
                </a:ln>
                <a:solidFill>
                  <a:schemeClr val="bg1"/>
                </a:solidFill>
                <a:effectLst/>
                <a:latin typeface="+mn-lt"/>
              </a:endParaRPr>
            </a:p>
          </p:txBody>
        </p:sp>
        <p:sp>
          <p:nvSpPr>
            <p:cNvPr id="10" name="Rectangle 9">
              <a:extLst>
                <a:ext uri="{FF2B5EF4-FFF2-40B4-BE49-F238E27FC236}">
                  <a16:creationId xmlns:a16="http://schemas.microsoft.com/office/drawing/2014/main" id="{239550E1-D4A2-E34C-A79E-4454735164A1}"/>
                </a:ext>
              </a:extLst>
            </p:cNvPr>
            <p:cNvSpPr/>
            <p:nvPr/>
          </p:nvSpPr>
          <p:spPr bwMode="auto">
            <a:xfrm>
              <a:off x="6808216" y="4206425"/>
              <a:ext cx="173736" cy="173736"/>
            </a:xfrm>
            <a:prstGeom prst="rect">
              <a:avLst/>
            </a:prstGeom>
            <a:solidFill>
              <a:schemeClr val="accent6"/>
            </a:solidFill>
            <a:ln w="12700">
              <a:solidFill>
                <a:schemeClr val="bg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dirty="0">
                <a:ln>
                  <a:noFill/>
                </a:ln>
                <a:solidFill>
                  <a:schemeClr val="bg1"/>
                </a:solidFill>
                <a:effectLst/>
                <a:latin typeface="+mn-lt"/>
              </a:endParaRPr>
            </a:p>
          </p:txBody>
        </p:sp>
        <p:sp>
          <p:nvSpPr>
            <p:cNvPr id="11" name="Oval 10">
              <a:extLst>
                <a:ext uri="{FF2B5EF4-FFF2-40B4-BE49-F238E27FC236}">
                  <a16:creationId xmlns:a16="http://schemas.microsoft.com/office/drawing/2014/main" id="{957B545E-FF40-5C5D-7A2F-77E3FB6728F8}"/>
                </a:ext>
              </a:extLst>
            </p:cNvPr>
            <p:cNvSpPr/>
            <p:nvPr/>
          </p:nvSpPr>
          <p:spPr bwMode="auto">
            <a:xfrm>
              <a:off x="7213929" y="4197281"/>
              <a:ext cx="192024" cy="192024"/>
            </a:xfrm>
            <a:prstGeom prst="ellipse">
              <a:avLst/>
            </a:prstGeom>
            <a:solidFill>
              <a:schemeClr val="accent1"/>
            </a:solidFill>
            <a:ln w="12700">
              <a:solidFill>
                <a:schemeClr val="bg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dirty="0">
                <a:ln>
                  <a:noFill/>
                </a:ln>
                <a:solidFill>
                  <a:schemeClr val="bg1"/>
                </a:solidFill>
                <a:effectLst/>
                <a:latin typeface="+mn-lt"/>
              </a:endParaRPr>
            </a:p>
          </p:txBody>
        </p:sp>
        <p:sp>
          <p:nvSpPr>
            <p:cNvPr id="12" name="Rectangle 11">
              <a:extLst>
                <a:ext uri="{FF2B5EF4-FFF2-40B4-BE49-F238E27FC236}">
                  <a16:creationId xmlns:a16="http://schemas.microsoft.com/office/drawing/2014/main" id="{A73AA9CC-952B-1DE9-4733-13C025020D31}"/>
                </a:ext>
              </a:extLst>
            </p:cNvPr>
            <p:cNvSpPr/>
            <p:nvPr/>
          </p:nvSpPr>
          <p:spPr bwMode="auto">
            <a:xfrm>
              <a:off x="6808216" y="4924055"/>
              <a:ext cx="173736" cy="173736"/>
            </a:xfrm>
            <a:prstGeom prst="rect">
              <a:avLst/>
            </a:prstGeom>
            <a:solidFill>
              <a:schemeClr val="accent6"/>
            </a:solidFill>
            <a:ln w="12700">
              <a:solidFill>
                <a:schemeClr val="bg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dirty="0">
                <a:ln>
                  <a:noFill/>
                </a:ln>
                <a:solidFill>
                  <a:schemeClr val="bg1"/>
                </a:solidFill>
                <a:effectLst/>
                <a:latin typeface="+mn-lt"/>
              </a:endParaRPr>
            </a:p>
          </p:txBody>
        </p:sp>
        <p:sp>
          <p:nvSpPr>
            <p:cNvPr id="13" name="Oval 12">
              <a:extLst>
                <a:ext uri="{FF2B5EF4-FFF2-40B4-BE49-F238E27FC236}">
                  <a16:creationId xmlns:a16="http://schemas.microsoft.com/office/drawing/2014/main" id="{B164EC76-1B83-6F14-8F2F-4C494F96B5A0}"/>
                </a:ext>
              </a:extLst>
            </p:cNvPr>
            <p:cNvSpPr/>
            <p:nvPr/>
          </p:nvSpPr>
          <p:spPr bwMode="auto">
            <a:xfrm>
              <a:off x="7213929" y="4914911"/>
              <a:ext cx="192024" cy="192024"/>
            </a:xfrm>
            <a:prstGeom prst="ellipse">
              <a:avLst/>
            </a:prstGeom>
            <a:solidFill>
              <a:schemeClr val="accent1"/>
            </a:solidFill>
            <a:ln w="12700">
              <a:solidFill>
                <a:schemeClr val="bg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dirty="0">
                <a:ln>
                  <a:noFill/>
                </a:ln>
                <a:solidFill>
                  <a:schemeClr val="bg1"/>
                </a:solidFill>
                <a:effectLst/>
                <a:latin typeface="+mn-lt"/>
              </a:endParaRPr>
            </a:p>
          </p:txBody>
        </p:sp>
        <p:sp>
          <p:nvSpPr>
            <p:cNvPr id="14" name="Rectangle 13">
              <a:extLst>
                <a:ext uri="{FF2B5EF4-FFF2-40B4-BE49-F238E27FC236}">
                  <a16:creationId xmlns:a16="http://schemas.microsoft.com/office/drawing/2014/main" id="{11F33C48-25ED-C336-288D-35FDA2C0A201}"/>
                </a:ext>
              </a:extLst>
            </p:cNvPr>
            <p:cNvSpPr/>
            <p:nvPr/>
          </p:nvSpPr>
          <p:spPr bwMode="auto">
            <a:xfrm>
              <a:off x="6808216" y="5653260"/>
              <a:ext cx="173736" cy="173736"/>
            </a:xfrm>
            <a:prstGeom prst="rect">
              <a:avLst/>
            </a:prstGeom>
            <a:solidFill>
              <a:schemeClr val="accent6"/>
            </a:solidFill>
            <a:ln w="12700">
              <a:solidFill>
                <a:schemeClr val="bg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dirty="0">
                <a:ln>
                  <a:noFill/>
                </a:ln>
                <a:solidFill>
                  <a:schemeClr val="bg1"/>
                </a:solidFill>
                <a:effectLst/>
                <a:latin typeface="+mn-lt"/>
              </a:endParaRPr>
            </a:p>
          </p:txBody>
        </p:sp>
        <p:sp>
          <p:nvSpPr>
            <p:cNvPr id="15" name="Oval 14">
              <a:extLst>
                <a:ext uri="{FF2B5EF4-FFF2-40B4-BE49-F238E27FC236}">
                  <a16:creationId xmlns:a16="http://schemas.microsoft.com/office/drawing/2014/main" id="{5184ED23-68C0-4703-A28D-DC5FEA6CEE50}"/>
                </a:ext>
              </a:extLst>
            </p:cNvPr>
            <p:cNvSpPr/>
            <p:nvPr/>
          </p:nvSpPr>
          <p:spPr bwMode="auto">
            <a:xfrm>
              <a:off x="7213929" y="5644116"/>
              <a:ext cx="192024" cy="192024"/>
            </a:xfrm>
            <a:prstGeom prst="ellipse">
              <a:avLst/>
            </a:prstGeom>
            <a:solidFill>
              <a:schemeClr val="accent1"/>
            </a:solidFill>
            <a:ln w="12700">
              <a:solidFill>
                <a:schemeClr val="bg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dirty="0">
                <a:ln>
                  <a:noFill/>
                </a:ln>
                <a:solidFill>
                  <a:schemeClr val="bg1"/>
                </a:solidFill>
                <a:effectLst/>
                <a:latin typeface="+mn-lt"/>
              </a:endParaRPr>
            </a:p>
          </p:txBody>
        </p:sp>
        <p:pic>
          <p:nvPicPr>
            <p:cNvPr id="29" name="Picture 28">
              <a:extLst>
                <a:ext uri="{FF2B5EF4-FFF2-40B4-BE49-F238E27FC236}">
                  <a16:creationId xmlns:a16="http://schemas.microsoft.com/office/drawing/2014/main" id="{880E503F-0AB3-A127-07ED-7FABCF395358}"/>
                </a:ext>
              </a:extLst>
            </p:cNvPr>
            <p:cNvPicPr>
              <a:picLocks noChangeAspect="1"/>
            </p:cNvPicPr>
            <p:nvPr/>
          </p:nvPicPr>
          <p:blipFill>
            <a:blip r:embed="rId2"/>
            <a:stretch>
              <a:fillRect/>
            </a:stretch>
          </p:blipFill>
          <p:spPr>
            <a:xfrm>
              <a:off x="6769829" y="6377304"/>
              <a:ext cx="241300" cy="190500"/>
            </a:xfrm>
            <a:prstGeom prst="rect">
              <a:avLst/>
            </a:prstGeom>
          </p:spPr>
        </p:pic>
        <p:pic>
          <p:nvPicPr>
            <p:cNvPr id="31" name="Picture 30">
              <a:extLst>
                <a:ext uri="{FF2B5EF4-FFF2-40B4-BE49-F238E27FC236}">
                  <a16:creationId xmlns:a16="http://schemas.microsoft.com/office/drawing/2014/main" id="{F83ADF6D-BABB-2B94-7EB4-C104E256E261}"/>
                </a:ext>
              </a:extLst>
            </p:cNvPr>
            <p:cNvPicPr>
              <a:picLocks noChangeAspect="1"/>
            </p:cNvPicPr>
            <p:nvPr/>
          </p:nvPicPr>
          <p:blipFill>
            <a:blip r:embed="rId2"/>
            <a:stretch>
              <a:fillRect/>
            </a:stretch>
          </p:blipFill>
          <p:spPr>
            <a:xfrm>
              <a:off x="6769829" y="7126813"/>
              <a:ext cx="241300" cy="190500"/>
            </a:xfrm>
            <a:prstGeom prst="rect">
              <a:avLst/>
            </a:prstGeom>
          </p:spPr>
        </p:pic>
        <p:pic>
          <p:nvPicPr>
            <p:cNvPr id="32" name="Picture 31">
              <a:extLst>
                <a:ext uri="{FF2B5EF4-FFF2-40B4-BE49-F238E27FC236}">
                  <a16:creationId xmlns:a16="http://schemas.microsoft.com/office/drawing/2014/main" id="{E29F3E72-994C-9192-C6F2-986AE1F5D5F2}"/>
                </a:ext>
              </a:extLst>
            </p:cNvPr>
            <p:cNvPicPr>
              <a:picLocks noChangeAspect="1"/>
            </p:cNvPicPr>
            <p:nvPr/>
          </p:nvPicPr>
          <p:blipFill>
            <a:blip r:embed="rId2"/>
            <a:stretch>
              <a:fillRect/>
            </a:stretch>
          </p:blipFill>
          <p:spPr>
            <a:xfrm>
              <a:off x="6769829" y="7846341"/>
              <a:ext cx="241300" cy="190500"/>
            </a:xfrm>
            <a:prstGeom prst="rect">
              <a:avLst/>
            </a:prstGeom>
          </p:spPr>
        </p:pic>
        <p:pic>
          <p:nvPicPr>
            <p:cNvPr id="33" name="Picture 32">
              <a:extLst>
                <a:ext uri="{FF2B5EF4-FFF2-40B4-BE49-F238E27FC236}">
                  <a16:creationId xmlns:a16="http://schemas.microsoft.com/office/drawing/2014/main" id="{A98ACA88-B466-46C2-89C9-26C167AF1EA7}"/>
                </a:ext>
              </a:extLst>
            </p:cNvPr>
            <p:cNvPicPr>
              <a:picLocks noChangeAspect="1"/>
            </p:cNvPicPr>
            <p:nvPr/>
          </p:nvPicPr>
          <p:blipFill>
            <a:blip r:embed="rId2"/>
            <a:stretch>
              <a:fillRect/>
            </a:stretch>
          </p:blipFill>
          <p:spPr>
            <a:xfrm>
              <a:off x="6769829" y="8610840"/>
              <a:ext cx="241300" cy="190500"/>
            </a:xfrm>
            <a:prstGeom prst="rect">
              <a:avLst/>
            </a:prstGeom>
          </p:spPr>
        </p:pic>
        <p:sp>
          <p:nvSpPr>
            <p:cNvPr id="39" name="Diamond 38">
              <a:extLst>
                <a:ext uri="{FF2B5EF4-FFF2-40B4-BE49-F238E27FC236}">
                  <a16:creationId xmlns:a16="http://schemas.microsoft.com/office/drawing/2014/main" id="{26D49B86-85C5-6180-E478-036CF33778C9}"/>
                </a:ext>
              </a:extLst>
            </p:cNvPr>
            <p:cNvSpPr/>
            <p:nvPr/>
          </p:nvSpPr>
          <p:spPr bwMode="auto">
            <a:xfrm>
              <a:off x="6808216" y="9284879"/>
              <a:ext cx="219456" cy="219456"/>
            </a:xfrm>
            <a:prstGeom prst="diamond">
              <a:avLst/>
            </a:prstGeom>
            <a:solidFill>
              <a:srgbClr val="24A148"/>
            </a:solidFill>
            <a:ln w="12700">
              <a:solidFill>
                <a:schemeClr val="bg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dirty="0">
                <a:ln>
                  <a:noFill/>
                </a:ln>
                <a:solidFill>
                  <a:schemeClr val="bg1"/>
                </a:solidFill>
                <a:effectLst/>
                <a:latin typeface="+mn-lt"/>
              </a:endParaRPr>
            </a:p>
          </p:txBody>
        </p:sp>
        <p:graphicFrame>
          <p:nvGraphicFramePr>
            <p:cNvPr id="30" name="Table 4">
              <a:extLst>
                <a:ext uri="{FF2B5EF4-FFF2-40B4-BE49-F238E27FC236}">
                  <a16:creationId xmlns:a16="http://schemas.microsoft.com/office/drawing/2014/main" id="{3B63003D-D2F8-00A4-8E63-2F879B378C61}"/>
                </a:ext>
              </a:extLst>
            </p:cNvPr>
            <p:cNvGraphicFramePr>
              <a:graphicFrameLocks/>
            </p:cNvGraphicFramePr>
            <p:nvPr/>
          </p:nvGraphicFramePr>
          <p:xfrm>
            <a:off x="6667500" y="1714505"/>
            <a:ext cx="17178618" cy="8046720"/>
          </p:xfrm>
          <a:graphic>
            <a:graphicData uri="http://schemas.openxmlformats.org/drawingml/2006/table">
              <a:tbl>
                <a:tblPr firstRow="1" bandRow="1">
                  <a:tableStyleId>{5C22544A-7EE6-4342-B048-85BDC9FD1C3A}</a:tableStyleId>
                </a:tblPr>
                <a:tblGrid>
                  <a:gridCol w="2690509">
                    <a:extLst>
                      <a:ext uri="{9D8B030D-6E8A-4147-A177-3AD203B41FA5}">
                        <a16:colId xmlns:a16="http://schemas.microsoft.com/office/drawing/2014/main" val="2263625543"/>
                      </a:ext>
                    </a:extLst>
                  </a:gridCol>
                  <a:gridCol w="14488109">
                    <a:extLst>
                      <a:ext uri="{9D8B030D-6E8A-4147-A177-3AD203B41FA5}">
                        <a16:colId xmlns:a16="http://schemas.microsoft.com/office/drawing/2014/main" val="3641785494"/>
                      </a:ext>
                    </a:extLst>
                  </a:gridCol>
                </a:tblGrid>
                <a:tr h="731520">
                  <a:tc>
                    <a:txBody>
                      <a:bodyPr/>
                      <a:lstStyle/>
                      <a:p>
                        <a:pPr marL="0" marR="0" lvl="0" indent="0" algn="l" defTabSz="1829287" rtl="0" eaLnBrk="1" fontAlgn="auto" latinLnBrk="0" hangingPunct="1">
                          <a:lnSpc>
                            <a:spcPct val="100000"/>
                          </a:lnSpc>
                          <a:spcBef>
                            <a:spcPts val="0"/>
                          </a:spcBef>
                          <a:spcAft>
                            <a:spcPts val="0"/>
                          </a:spcAft>
                          <a:buClrTx/>
                          <a:buSzTx/>
                          <a:buFontTx/>
                          <a:buNone/>
                          <a:tabLst/>
                          <a:defRPr/>
                        </a:pPr>
                        <a:r>
                          <a:rPr lang="en-US" sz="2400" b="1" i="0" u="none" strike="noStrike" cap="none" spc="0" baseline="0" dirty="0">
                            <a:solidFill>
                              <a:schemeClr val="tx1"/>
                            </a:solidFill>
                            <a:effectLst/>
                            <a:uFillTx/>
                            <a:latin typeface="IBM Plex Sans SmBld" panose="020B0503050203000203" pitchFamily="34" charset="0"/>
                            <a:ea typeface="+mn-ea"/>
                            <a:cs typeface="+mn-cs"/>
                            <a:sym typeface="IBM Plex Sans"/>
                          </a:rPr>
                          <a:t>Company</a:t>
                        </a:r>
                      </a:p>
                    </a:txBody>
                    <a:tcPr marT="182880" marB="18288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1829287" rtl="0" eaLnBrk="1" fontAlgn="auto" latinLnBrk="0" hangingPunct="1">
                          <a:lnSpc>
                            <a:spcPct val="100000"/>
                          </a:lnSpc>
                          <a:spcBef>
                            <a:spcPts val="0"/>
                          </a:spcBef>
                          <a:spcAft>
                            <a:spcPts val="0"/>
                          </a:spcAft>
                          <a:buClrTx/>
                          <a:buSzTx/>
                          <a:buFontTx/>
                          <a:buNone/>
                          <a:tabLst/>
                          <a:defRPr/>
                        </a:pPr>
                        <a:r>
                          <a:rPr lang="en-US" sz="2400" b="1" i="0" u="none" strike="noStrike" cap="none" spc="0" baseline="0" dirty="0">
                            <a:solidFill>
                              <a:schemeClr val="lt1"/>
                            </a:solidFill>
                            <a:effectLst/>
                            <a:uFillTx/>
                            <a:latin typeface="IBM Plex Sans SmBld" panose="020B0503050203000203" pitchFamily="34" charset="0"/>
                            <a:ea typeface="+mn-ea"/>
                            <a:cs typeface="+mn-cs"/>
                            <a:sym typeface="IBM Plex Sans"/>
                          </a:rPr>
                          <a:t>Rehost existing</a:t>
                        </a:r>
                      </a:p>
                    </a:txBody>
                    <a:tcPr marT="182880" marB="18288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80067120"/>
                    </a:ext>
                  </a:extLst>
                </a:tr>
                <a:tr h="731520">
                  <a:tc>
                    <a:txBody>
                      <a:bodyPr/>
                      <a:lstStyle/>
                      <a:p>
                        <a:pPr marL="0" marR="0" lvl="0" indent="0" algn="l" defTabSz="1829287" rtl="0" eaLnBrk="1" fontAlgn="auto" latinLnBrk="0" hangingPunct="1">
                          <a:lnSpc>
                            <a:spcPct val="100000"/>
                          </a:lnSpc>
                          <a:spcBef>
                            <a:spcPts val="0"/>
                          </a:spcBef>
                          <a:spcAft>
                            <a:spcPts val="0"/>
                          </a:spcAft>
                          <a:buClrTx/>
                          <a:buSzTx/>
                          <a:buFontTx/>
                          <a:buNone/>
                          <a:tabLst/>
                          <a:defRPr/>
                        </a:pPr>
                        <a:endParaRPr lang="en-US" sz="2400" b="0" i="0" u="none" strike="noStrike" cap="none" spc="0" baseline="0" dirty="0">
                          <a:solidFill>
                            <a:schemeClr val="tx1"/>
                          </a:solidFill>
                          <a:effectLst/>
                          <a:uFillTx/>
                          <a:latin typeface="IBM Plex Sans Light" panose="020B0403050203000203" pitchFamily="34" charset="0"/>
                          <a:ea typeface="+mn-ea"/>
                          <a:cs typeface="+mn-cs"/>
                          <a:sym typeface="IBM Plex Sans"/>
                        </a:endParaRPr>
                      </a:p>
                    </a:txBody>
                    <a:tcPr marT="182880" marB="18288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1829287" rtl="0" eaLnBrk="1" fontAlgn="auto" latinLnBrk="0" hangingPunct="1">
                          <a:lnSpc>
                            <a:spcPct val="100000"/>
                          </a:lnSpc>
                          <a:spcBef>
                            <a:spcPts val="0"/>
                          </a:spcBef>
                          <a:spcAft>
                            <a:spcPts val="0"/>
                          </a:spcAft>
                          <a:buClrTx/>
                          <a:buSzTx/>
                          <a:buFontTx/>
                          <a:buNone/>
                          <a:tabLst/>
                          <a:defRPr/>
                        </a:pPr>
                        <a:r>
                          <a:rPr lang="en-US" sz="2400" b="0" i="0" u="none" strike="noStrike" cap="none" spc="0" baseline="0" dirty="0">
                            <a:solidFill>
                              <a:schemeClr val="lt1"/>
                            </a:solidFill>
                            <a:effectLst/>
                            <a:uFillTx/>
                            <a:latin typeface="IBM Plex Sans Light" panose="020B0403050203000203" pitchFamily="34" charset="0"/>
                            <a:ea typeface="+mn-ea"/>
                            <a:cs typeface="+mn-cs"/>
                            <a:sym typeface="IBM Plex Sans"/>
                          </a:rPr>
                          <a:t>Rehost Linux apps on Red Hat OpenShift</a:t>
                        </a:r>
                      </a:p>
                    </a:txBody>
                    <a:tcPr marT="182880" marB="18288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53264638"/>
                    </a:ext>
                  </a:extLst>
                </a:tr>
                <a:tr h="731520">
                  <a:tc>
                    <a:txBody>
                      <a:bodyPr/>
                      <a:lstStyle/>
                      <a:p>
                        <a:pPr marL="0" marR="0" lvl="0" indent="0" algn="l" defTabSz="1829287" rtl="0" eaLnBrk="1" fontAlgn="auto" latinLnBrk="0" hangingPunct="1">
                          <a:lnSpc>
                            <a:spcPct val="100000"/>
                          </a:lnSpc>
                          <a:spcBef>
                            <a:spcPts val="0"/>
                          </a:spcBef>
                          <a:spcAft>
                            <a:spcPts val="0"/>
                          </a:spcAft>
                          <a:buClrTx/>
                          <a:buSzTx/>
                          <a:buFontTx/>
                          <a:buNone/>
                          <a:tabLst/>
                          <a:defRPr/>
                        </a:pPr>
                        <a:endParaRPr lang="en-US" sz="2400" b="0" i="0" u="none" strike="noStrike" cap="none" spc="0" baseline="0" dirty="0">
                          <a:solidFill>
                            <a:schemeClr val="tx1"/>
                          </a:solidFill>
                          <a:effectLst/>
                          <a:uFillTx/>
                          <a:latin typeface="IBM Plex Sans Light" panose="020B0403050203000203" pitchFamily="34" charset="0"/>
                          <a:ea typeface="+mn-ea"/>
                          <a:cs typeface="+mn-cs"/>
                          <a:sym typeface="IBM Plex Sans"/>
                        </a:endParaRPr>
                      </a:p>
                    </a:txBody>
                    <a:tcPr marT="182880" marB="18288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1829287" rtl="0" eaLnBrk="1" fontAlgn="auto" latinLnBrk="0" hangingPunct="1">
                          <a:lnSpc>
                            <a:spcPct val="100000"/>
                          </a:lnSpc>
                          <a:spcBef>
                            <a:spcPts val="0"/>
                          </a:spcBef>
                          <a:spcAft>
                            <a:spcPts val="0"/>
                          </a:spcAft>
                          <a:buClrTx/>
                          <a:buSzTx/>
                          <a:buFontTx/>
                          <a:buNone/>
                          <a:tabLst/>
                          <a:defRPr/>
                        </a:pPr>
                        <a:r>
                          <a:rPr lang="en-US" sz="2400" b="0" i="0" u="none" strike="noStrike" cap="none" spc="0" baseline="0" dirty="0">
                            <a:solidFill>
                              <a:schemeClr val="lt1"/>
                            </a:solidFill>
                            <a:effectLst/>
                            <a:uFillTx/>
                            <a:latin typeface="IBM Plex Sans Light" panose="020B0403050203000203" pitchFamily="34" charset="0"/>
                            <a:ea typeface="+mn-ea"/>
                            <a:cs typeface="+mn-cs"/>
                            <a:sym typeface="IBM Plex Sans"/>
                          </a:rPr>
                          <a:t>Rehost Windows apps on Red Hat OpenShift</a:t>
                        </a:r>
                      </a:p>
                    </a:txBody>
                    <a:tcPr marT="182880" marB="18288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13316699"/>
                    </a:ext>
                  </a:extLst>
                </a:tr>
                <a:tr h="731520">
                  <a:tc>
                    <a:txBody>
                      <a:bodyPr/>
                      <a:lstStyle/>
                      <a:p>
                        <a:pPr marL="0" marR="0" lvl="0" indent="0" algn="l" defTabSz="1829287" rtl="0" eaLnBrk="1" fontAlgn="auto" latinLnBrk="0" hangingPunct="1">
                          <a:lnSpc>
                            <a:spcPct val="100000"/>
                          </a:lnSpc>
                          <a:spcBef>
                            <a:spcPts val="0"/>
                          </a:spcBef>
                          <a:spcAft>
                            <a:spcPts val="0"/>
                          </a:spcAft>
                          <a:buClrTx/>
                          <a:buSzTx/>
                          <a:buFontTx/>
                          <a:buNone/>
                          <a:tabLst/>
                          <a:defRPr/>
                        </a:pPr>
                        <a:endParaRPr lang="en-US" sz="2400" b="0" i="0" u="none" strike="noStrike" cap="none" spc="0" baseline="0" dirty="0">
                          <a:solidFill>
                            <a:schemeClr val="tx1"/>
                          </a:solidFill>
                          <a:effectLst/>
                          <a:uFillTx/>
                          <a:latin typeface="IBM Plex Sans Light" panose="020B0403050203000203" pitchFamily="34" charset="0"/>
                          <a:ea typeface="+mn-ea"/>
                          <a:cs typeface="+mn-cs"/>
                          <a:sym typeface="IBM Plex Sans"/>
                        </a:endParaRPr>
                      </a:p>
                    </a:txBody>
                    <a:tcPr marT="182880" marB="18288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1829287" rtl="0" eaLnBrk="1" fontAlgn="auto" latinLnBrk="0" hangingPunct="1">
                          <a:lnSpc>
                            <a:spcPct val="100000"/>
                          </a:lnSpc>
                          <a:spcBef>
                            <a:spcPts val="0"/>
                          </a:spcBef>
                          <a:spcAft>
                            <a:spcPts val="0"/>
                          </a:spcAft>
                          <a:buClrTx/>
                          <a:buSzTx/>
                          <a:buFontTx/>
                          <a:buNone/>
                          <a:tabLst/>
                          <a:defRPr/>
                        </a:pPr>
                        <a:r>
                          <a:rPr lang="en-US" sz="2400" b="0" i="0" u="none" strike="noStrike" cap="none" spc="0" baseline="0" dirty="0">
                            <a:solidFill>
                              <a:schemeClr val="lt1"/>
                            </a:solidFill>
                            <a:effectLst/>
                            <a:uFillTx/>
                            <a:latin typeface="IBM Plex Sans Light" panose="020B0403050203000203" pitchFamily="34" charset="0"/>
                            <a:ea typeface="+mn-ea"/>
                            <a:cs typeface="+mn-cs"/>
                            <a:sym typeface="IBM Plex Sans"/>
                          </a:rPr>
                          <a:t>Rehost databases on Red Hat OpenShift</a:t>
                        </a:r>
                      </a:p>
                    </a:txBody>
                    <a:tcPr marT="182880" marB="18288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42499432"/>
                    </a:ext>
                  </a:extLst>
                </a:tr>
                <a:tr h="731520">
                  <a:tc>
                    <a:txBody>
                      <a:bodyPr/>
                      <a:lstStyle/>
                      <a:p>
                        <a:pPr marL="0" marR="0" lvl="0" indent="0" algn="l" defTabSz="1829287" rtl="0" eaLnBrk="1" fontAlgn="auto" latinLnBrk="0" hangingPunct="1">
                          <a:lnSpc>
                            <a:spcPct val="100000"/>
                          </a:lnSpc>
                          <a:spcBef>
                            <a:spcPts val="0"/>
                          </a:spcBef>
                          <a:spcAft>
                            <a:spcPts val="0"/>
                          </a:spcAft>
                          <a:buClrTx/>
                          <a:buSzTx/>
                          <a:buFontTx/>
                          <a:buNone/>
                          <a:tabLst/>
                          <a:defRPr/>
                        </a:pPr>
                        <a:endParaRPr lang="en-US" sz="2400" b="0" i="0" u="none" strike="noStrike" cap="none" spc="0" baseline="0" dirty="0">
                          <a:solidFill>
                            <a:schemeClr val="tx1"/>
                          </a:solidFill>
                          <a:effectLst/>
                          <a:uFillTx/>
                          <a:latin typeface="IBM Plex Sans Light" panose="020B0403050203000203" pitchFamily="34" charset="0"/>
                          <a:ea typeface="+mn-ea"/>
                          <a:cs typeface="+mn-cs"/>
                          <a:sym typeface="IBM Plex Sans"/>
                        </a:endParaRPr>
                      </a:p>
                    </a:txBody>
                    <a:tcPr marT="182880" marB="18288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1829287" rtl="0" eaLnBrk="1" fontAlgn="auto" latinLnBrk="0" hangingPunct="1">
                          <a:lnSpc>
                            <a:spcPct val="100000"/>
                          </a:lnSpc>
                          <a:spcBef>
                            <a:spcPts val="0"/>
                          </a:spcBef>
                          <a:spcAft>
                            <a:spcPts val="0"/>
                          </a:spcAft>
                          <a:buClrTx/>
                          <a:buSzTx/>
                          <a:buFontTx/>
                          <a:buNone/>
                          <a:tabLst/>
                          <a:defRPr/>
                        </a:pPr>
                        <a:r>
                          <a:rPr lang="en-US" sz="2400" b="0" i="0" u="none" strike="noStrike" cap="none" spc="0" baseline="0" dirty="0">
                            <a:solidFill>
                              <a:schemeClr val="lt1"/>
                            </a:solidFill>
                            <a:effectLst/>
                            <a:uFillTx/>
                            <a:latin typeface="IBM Plex Sans Light" panose="020B0403050203000203" pitchFamily="34" charset="0"/>
                            <a:ea typeface="+mn-ea"/>
                            <a:cs typeface="+mn-cs"/>
                            <a:sym typeface="IBM Plex Sans"/>
                          </a:rPr>
                          <a:t>Replatform virtualized applications to Red Hat OpenShift Container Platform Virtualization</a:t>
                        </a:r>
                      </a:p>
                    </a:txBody>
                    <a:tcPr marT="182880" marB="18288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8953278"/>
                    </a:ext>
                  </a:extLst>
                </a:tr>
                <a:tr h="731520">
                  <a:tc>
                    <a:txBody>
                      <a:bodyPr/>
                      <a:lstStyle/>
                      <a:p>
                        <a:pPr marL="0" marR="0" lvl="0" indent="0" algn="l" defTabSz="1829287" rtl="0" eaLnBrk="1" fontAlgn="auto" latinLnBrk="0" hangingPunct="1">
                          <a:lnSpc>
                            <a:spcPct val="100000"/>
                          </a:lnSpc>
                          <a:spcBef>
                            <a:spcPts val="0"/>
                          </a:spcBef>
                          <a:spcAft>
                            <a:spcPts val="0"/>
                          </a:spcAft>
                          <a:buClrTx/>
                          <a:buSzTx/>
                          <a:buFontTx/>
                          <a:buNone/>
                          <a:tabLst/>
                          <a:defRPr/>
                        </a:pPr>
                        <a:endParaRPr lang="en-US" sz="2400" b="0" i="0" u="none" strike="noStrike" cap="none" spc="0" baseline="0" dirty="0">
                          <a:solidFill>
                            <a:schemeClr val="tx1"/>
                          </a:solidFill>
                          <a:effectLst/>
                          <a:uFillTx/>
                          <a:latin typeface="IBM Plex Sans Light" panose="020B0403050203000203" pitchFamily="34" charset="0"/>
                          <a:ea typeface="+mn-ea"/>
                          <a:cs typeface="+mn-cs"/>
                          <a:sym typeface="IBM Plex Sans"/>
                        </a:endParaRPr>
                      </a:p>
                    </a:txBody>
                    <a:tcPr marT="182880" marB="18288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1829287" rtl="0" eaLnBrk="1" fontAlgn="auto" latinLnBrk="0" hangingPunct="1">
                          <a:lnSpc>
                            <a:spcPct val="100000"/>
                          </a:lnSpc>
                          <a:spcBef>
                            <a:spcPts val="0"/>
                          </a:spcBef>
                          <a:spcAft>
                            <a:spcPts val="0"/>
                          </a:spcAft>
                          <a:buClrTx/>
                          <a:buSzTx/>
                          <a:buFontTx/>
                          <a:buNone/>
                          <a:tabLst/>
                          <a:defRPr/>
                        </a:pPr>
                        <a:r>
                          <a:rPr lang="en-US" sz="2400" b="0" i="0" u="none" strike="noStrike" cap="none" spc="0" baseline="0" dirty="0">
                            <a:solidFill>
                              <a:schemeClr val="lt1"/>
                            </a:solidFill>
                            <a:effectLst/>
                            <a:uFillTx/>
                            <a:latin typeface="IBM Plex Sans Light" panose="020B0403050203000203" pitchFamily="34" charset="0"/>
                            <a:ea typeface="+mn-ea"/>
                            <a:cs typeface="+mn-cs"/>
                            <a:sym typeface="IBM Plex Sans"/>
                          </a:rPr>
                          <a:t>Rehost infrastructure services and packaged apps on Red Hat OpenShift</a:t>
                        </a:r>
                      </a:p>
                    </a:txBody>
                    <a:tcPr marT="182880" marB="18288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72084480"/>
                    </a:ext>
                  </a:extLst>
                </a:tr>
                <a:tr h="731520">
                  <a:tc>
                    <a:txBody>
                      <a:bodyPr/>
                      <a:lstStyle/>
                      <a:p>
                        <a:pPr marL="0" marR="0" lvl="0" indent="0" algn="l" defTabSz="1829287" rtl="0" eaLnBrk="1" fontAlgn="auto" latinLnBrk="0" hangingPunct="1">
                          <a:lnSpc>
                            <a:spcPct val="100000"/>
                          </a:lnSpc>
                          <a:spcBef>
                            <a:spcPts val="0"/>
                          </a:spcBef>
                          <a:spcAft>
                            <a:spcPts val="0"/>
                          </a:spcAft>
                          <a:buClrTx/>
                          <a:buSzTx/>
                          <a:buFontTx/>
                          <a:buNone/>
                          <a:tabLst/>
                          <a:defRPr/>
                        </a:pPr>
                        <a:endParaRPr lang="en-US" sz="2400" b="0" i="0" u="none" strike="noStrike" cap="none" spc="0" baseline="0" dirty="0">
                          <a:solidFill>
                            <a:schemeClr val="tx1"/>
                          </a:solidFill>
                          <a:effectLst/>
                          <a:uFillTx/>
                          <a:latin typeface="IBM Plex Sans Light" panose="020B0403050203000203" pitchFamily="34" charset="0"/>
                          <a:ea typeface="+mn-ea"/>
                          <a:cs typeface="+mn-cs"/>
                          <a:sym typeface="IBM Plex Sans"/>
                        </a:endParaRPr>
                      </a:p>
                    </a:txBody>
                    <a:tcPr marT="182880" marB="18288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1829287" rtl="0" eaLnBrk="1" fontAlgn="auto" latinLnBrk="0" hangingPunct="1">
                          <a:lnSpc>
                            <a:spcPct val="100000"/>
                          </a:lnSpc>
                          <a:spcBef>
                            <a:spcPts val="0"/>
                          </a:spcBef>
                          <a:spcAft>
                            <a:spcPts val="0"/>
                          </a:spcAft>
                          <a:buClrTx/>
                          <a:buSzTx/>
                          <a:buFontTx/>
                          <a:buNone/>
                          <a:tabLst/>
                          <a:defRPr/>
                        </a:pPr>
                        <a:r>
                          <a:rPr lang="en-US" sz="2400" b="0" i="0" u="none" strike="noStrike" cap="none" spc="0" baseline="0" dirty="0">
                            <a:solidFill>
                              <a:schemeClr val="lt1"/>
                            </a:solidFill>
                            <a:effectLst/>
                            <a:uFillTx/>
                            <a:latin typeface="IBM Plex Sans Light" panose="020B0403050203000203" pitchFamily="34" charset="0"/>
                            <a:ea typeface="+mn-ea"/>
                            <a:cs typeface="+mn-cs"/>
                            <a:sym typeface="IBM Plex Sans"/>
                          </a:rPr>
                          <a:t>Rehost Windows VMs on Amazon Elastic Compute Cloud (Amazon EC2)</a:t>
                        </a:r>
                      </a:p>
                    </a:txBody>
                    <a:tcPr marT="182880" marB="18288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63761279"/>
                    </a:ext>
                  </a:extLst>
                </a:tr>
                <a:tr h="731520">
                  <a:tc>
                    <a:txBody>
                      <a:bodyPr/>
                      <a:lstStyle/>
                      <a:p>
                        <a:pPr marL="0" marR="0" lvl="0" indent="0" algn="l" defTabSz="1829287" rtl="0" eaLnBrk="1" fontAlgn="auto" latinLnBrk="0" hangingPunct="1">
                          <a:lnSpc>
                            <a:spcPct val="100000"/>
                          </a:lnSpc>
                          <a:spcBef>
                            <a:spcPts val="0"/>
                          </a:spcBef>
                          <a:spcAft>
                            <a:spcPts val="0"/>
                          </a:spcAft>
                          <a:buClrTx/>
                          <a:buSzTx/>
                          <a:buFontTx/>
                          <a:buNone/>
                          <a:tabLst/>
                          <a:defRPr/>
                        </a:pPr>
                        <a:endParaRPr lang="en-US" sz="2400" b="0" i="0" u="none" strike="noStrike" cap="none" spc="0" baseline="0" dirty="0">
                          <a:solidFill>
                            <a:schemeClr val="tx1"/>
                          </a:solidFill>
                          <a:effectLst/>
                          <a:uFillTx/>
                          <a:latin typeface="IBM Plex Sans Light" panose="020B0403050203000203" pitchFamily="34" charset="0"/>
                          <a:ea typeface="+mn-ea"/>
                          <a:cs typeface="+mn-cs"/>
                          <a:sym typeface="IBM Plex Sans"/>
                        </a:endParaRPr>
                      </a:p>
                    </a:txBody>
                    <a:tcPr marT="182880" marB="18288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1829287" rtl="0" eaLnBrk="1" fontAlgn="auto" latinLnBrk="0" hangingPunct="1">
                          <a:lnSpc>
                            <a:spcPct val="100000"/>
                          </a:lnSpc>
                          <a:spcBef>
                            <a:spcPts val="0"/>
                          </a:spcBef>
                          <a:spcAft>
                            <a:spcPts val="0"/>
                          </a:spcAft>
                          <a:buClrTx/>
                          <a:buSzTx/>
                          <a:buFontTx/>
                          <a:buNone/>
                          <a:tabLst/>
                          <a:defRPr/>
                        </a:pPr>
                        <a:r>
                          <a:rPr lang="en-US" sz="2400" b="0" i="0" u="none" strike="noStrike" cap="none" spc="0" baseline="0" dirty="0">
                            <a:solidFill>
                              <a:schemeClr val="lt1"/>
                            </a:solidFill>
                            <a:effectLst/>
                            <a:uFillTx/>
                            <a:latin typeface="IBM Plex Sans Light" panose="020B0403050203000203" pitchFamily="34" charset="0"/>
                            <a:ea typeface="+mn-ea"/>
                            <a:cs typeface="+mn-cs"/>
                            <a:sym typeface="IBM Plex Sans"/>
                          </a:rPr>
                          <a:t>Rehost SQL Database on Amazon EC2</a:t>
                        </a:r>
                      </a:p>
                    </a:txBody>
                    <a:tcPr marT="182880" marB="18288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28183684"/>
                    </a:ext>
                  </a:extLst>
                </a:tr>
                <a:tr h="731520">
                  <a:tc>
                    <a:txBody>
                      <a:bodyPr/>
                      <a:lstStyle/>
                      <a:p>
                        <a:pPr marL="0" marR="0" lvl="0" indent="0" algn="l" defTabSz="1829287" rtl="0" eaLnBrk="1" fontAlgn="auto" latinLnBrk="0" hangingPunct="1">
                          <a:lnSpc>
                            <a:spcPct val="100000"/>
                          </a:lnSpc>
                          <a:spcBef>
                            <a:spcPts val="0"/>
                          </a:spcBef>
                          <a:spcAft>
                            <a:spcPts val="0"/>
                          </a:spcAft>
                          <a:buClrTx/>
                          <a:buSzTx/>
                          <a:buFontTx/>
                          <a:buNone/>
                          <a:tabLst/>
                          <a:defRPr/>
                        </a:pPr>
                        <a:endParaRPr lang="en-US" sz="2400" b="0" i="0" u="none" strike="noStrike" cap="none" spc="0" baseline="0" dirty="0">
                          <a:solidFill>
                            <a:schemeClr val="tx1"/>
                          </a:solidFill>
                          <a:effectLst/>
                          <a:uFillTx/>
                          <a:latin typeface="IBM Plex Sans Light" panose="020B0403050203000203" pitchFamily="34" charset="0"/>
                          <a:ea typeface="+mn-ea"/>
                          <a:cs typeface="+mn-cs"/>
                          <a:sym typeface="IBM Plex Sans"/>
                        </a:endParaRPr>
                      </a:p>
                    </a:txBody>
                    <a:tcPr marT="182880" marB="18288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1829287" rtl="0" eaLnBrk="1" fontAlgn="auto" latinLnBrk="0" hangingPunct="1">
                          <a:lnSpc>
                            <a:spcPct val="100000"/>
                          </a:lnSpc>
                          <a:spcBef>
                            <a:spcPts val="0"/>
                          </a:spcBef>
                          <a:spcAft>
                            <a:spcPts val="0"/>
                          </a:spcAft>
                          <a:buClrTx/>
                          <a:buSzTx/>
                          <a:buFontTx/>
                          <a:buNone/>
                          <a:tabLst/>
                          <a:defRPr/>
                        </a:pPr>
                        <a:r>
                          <a:rPr lang="en-US" sz="2400" b="0" i="0" u="none" strike="noStrike" cap="none" spc="0" baseline="0" dirty="0">
                            <a:solidFill>
                              <a:schemeClr val="lt1"/>
                            </a:solidFill>
                            <a:effectLst/>
                            <a:uFillTx/>
                            <a:latin typeface="IBM Plex Sans Light" panose="020B0403050203000203" pitchFamily="34" charset="0"/>
                            <a:ea typeface="+mn-ea"/>
                            <a:cs typeface="+mn-cs"/>
                            <a:sym typeface="IBM Plex Sans"/>
                          </a:rPr>
                          <a:t>Rehost Linux apps on Amazon EC2</a:t>
                        </a:r>
                      </a:p>
                    </a:txBody>
                    <a:tcPr marT="182880" marB="18288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46055456"/>
                    </a:ext>
                  </a:extLst>
                </a:tr>
                <a:tr h="731520">
                  <a:tc>
                    <a:txBody>
                      <a:bodyPr/>
                      <a:lstStyle/>
                      <a:p>
                        <a:pPr marL="0" marR="0" lvl="0" indent="0" algn="l" defTabSz="1829287" rtl="0" eaLnBrk="1" fontAlgn="auto" latinLnBrk="0" hangingPunct="1">
                          <a:lnSpc>
                            <a:spcPct val="100000"/>
                          </a:lnSpc>
                          <a:spcBef>
                            <a:spcPts val="0"/>
                          </a:spcBef>
                          <a:spcAft>
                            <a:spcPts val="0"/>
                          </a:spcAft>
                          <a:buClrTx/>
                          <a:buSzTx/>
                          <a:buFontTx/>
                          <a:buNone/>
                          <a:tabLst/>
                          <a:defRPr/>
                        </a:pPr>
                        <a:endParaRPr lang="en-US" sz="2400" b="0" i="0" u="none" strike="noStrike" cap="none" spc="0" baseline="0" dirty="0">
                          <a:solidFill>
                            <a:schemeClr val="tx1"/>
                          </a:solidFill>
                          <a:effectLst/>
                          <a:uFillTx/>
                          <a:latin typeface="IBM Plex Sans Light" panose="020B0403050203000203" pitchFamily="34" charset="0"/>
                          <a:ea typeface="+mn-ea"/>
                          <a:cs typeface="+mn-cs"/>
                          <a:sym typeface="IBM Plex Sans"/>
                        </a:endParaRPr>
                      </a:p>
                    </a:txBody>
                    <a:tcPr marT="182880" marB="18288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1829287" rtl="0" eaLnBrk="1" fontAlgn="auto" latinLnBrk="0" hangingPunct="1">
                          <a:lnSpc>
                            <a:spcPct val="100000"/>
                          </a:lnSpc>
                          <a:spcBef>
                            <a:spcPts val="0"/>
                          </a:spcBef>
                          <a:spcAft>
                            <a:spcPts val="0"/>
                          </a:spcAft>
                          <a:buClrTx/>
                          <a:buSzTx/>
                          <a:buFontTx/>
                          <a:buNone/>
                          <a:tabLst/>
                          <a:defRPr/>
                        </a:pPr>
                        <a:r>
                          <a:rPr lang="en-US" sz="2400" b="0" i="0" u="none" strike="noStrike" cap="none" spc="0" baseline="0" dirty="0">
                            <a:solidFill>
                              <a:schemeClr val="lt1"/>
                            </a:solidFill>
                            <a:effectLst/>
                            <a:uFillTx/>
                            <a:latin typeface="IBM Plex Sans Light" panose="020B0403050203000203" pitchFamily="34" charset="0"/>
                            <a:ea typeface="+mn-ea"/>
                            <a:cs typeface="+mn-cs"/>
                            <a:sym typeface="IBM Plex Sans"/>
                          </a:rPr>
                          <a:t>Rehost Windows apps on Amazon EC2</a:t>
                        </a:r>
                      </a:p>
                    </a:txBody>
                    <a:tcPr marT="182880" marB="18288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75675155"/>
                    </a:ext>
                  </a:extLst>
                </a:tr>
                <a:tr h="731520">
                  <a:tc>
                    <a:txBody>
                      <a:bodyPr/>
                      <a:lstStyle/>
                      <a:p>
                        <a:pPr marL="0" marR="0" lvl="0" indent="0" algn="l" defTabSz="1829287" rtl="0" eaLnBrk="1" fontAlgn="auto" latinLnBrk="0" hangingPunct="1">
                          <a:lnSpc>
                            <a:spcPct val="100000"/>
                          </a:lnSpc>
                          <a:spcBef>
                            <a:spcPts val="0"/>
                          </a:spcBef>
                          <a:spcAft>
                            <a:spcPts val="0"/>
                          </a:spcAft>
                          <a:buClrTx/>
                          <a:buSzTx/>
                          <a:buFontTx/>
                          <a:buNone/>
                          <a:tabLst/>
                          <a:defRPr/>
                        </a:pPr>
                        <a:endParaRPr lang="en-US" sz="2400" b="0" i="0" u="none" strike="noStrike" cap="none" spc="0" baseline="0" dirty="0">
                          <a:solidFill>
                            <a:schemeClr val="tx1"/>
                          </a:solidFill>
                          <a:effectLst/>
                          <a:uFillTx/>
                          <a:latin typeface="IBM Plex Sans Light" panose="020B0403050203000203" pitchFamily="34" charset="0"/>
                          <a:ea typeface="+mn-ea"/>
                          <a:cs typeface="+mn-cs"/>
                          <a:sym typeface="IBM Plex Sans"/>
                        </a:endParaRPr>
                      </a:p>
                    </a:txBody>
                    <a:tcPr marT="182880" marB="18288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1829287" rtl="0" eaLnBrk="1" fontAlgn="auto" latinLnBrk="0" hangingPunct="1">
                          <a:lnSpc>
                            <a:spcPct val="100000"/>
                          </a:lnSpc>
                          <a:spcBef>
                            <a:spcPts val="0"/>
                          </a:spcBef>
                          <a:spcAft>
                            <a:spcPts val="0"/>
                          </a:spcAft>
                          <a:buClrTx/>
                          <a:buSzTx/>
                          <a:buFontTx/>
                          <a:buNone/>
                          <a:tabLst/>
                          <a:defRPr/>
                        </a:pPr>
                        <a:r>
                          <a:rPr lang="en-US" sz="2400" b="0" i="0" u="none" strike="noStrike" cap="none" spc="0" baseline="0" dirty="0">
                            <a:solidFill>
                              <a:schemeClr val="lt1"/>
                            </a:solidFill>
                            <a:effectLst/>
                            <a:uFillTx/>
                            <a:latin typeface="IBM Plex Sans Light" panose="020B0403050203000203" pitchFamily="34" charset="0"/>
                            <a:ea typeface="+mn-ea"/>
                            <a:cs typeface="+mn-cs"/>
                            <a:sym typeface="IBM Plex Sans"/>
                          </a:rPr>
                          <a:t>Rehost Windows VMs to Microsoft Azure Virtual Machines</a:t>
                        </a:r>
                      </a:p>
                    </a:txBody>
                    <a:tcPr marT="182880" marB="18288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26198160"/>
                    </a:ext>
                  </a:extLst>
                </a:tr>
              </a:tbl>
            </a:graphicData>
          </a:graphic>
        </p:graphicFrame>
      </p:grpSp>
      <p:sp>
        <p:nvSpPr>
          <p:cNvPr id="8" name="Footer Placeholder 3">
            <a:extLst>
              <a:ext uri="{FF2B5EF4-FFF2-40B4-BE49-F238E27FC236}">
                <a16:creationId xmlns:a16="http://schemas.microsoft.com/office/drawing/2014/main" id="{4736967F-922F-8D68-00DB-7DE21657DC14}"/>
              </a:ext>
            </a:extLst>
          </p:cNvPr>
          <p:cNvSpPr>
            <a:spLocks noGrp="1"/>
          </p:cNvSpPr>
          <p:nvPr>
            <p:ph type="ftr" sz="quarter" idx="12"/>
          </p:nvPr>
        </p:nvSpPr>
        <p:spPr>
          <a:xfrm>
            <a:off x="568324" y="12804235"/>
            <a:ext cx="4956176" cy="381000"/>
          </a:xfrm>
          <a:prstGeom prst="rect">
            <a:avLst/>
          </a:prstGeom>
        </p:spPr>
        <p:txBody>
          <a:bodyPr vert="horz" lIns="0" tIns="0" rIns="0" bIns="0" rtlCol="0" anchor="b"/>
          <a:lstStyle>
            <a:defPPr>
              <a:defRPr lang="en-US"/>
            </a:defPPr>
            <a:lvl1pPr marL="0" algn="l" defTabSz="1829379" rtl="0" eaLnBrk="1" latinLnBrk="0" hangingPunct="1">
              <a:defRPr sz="1600" b="0" i="0" kern="1200">
                <a:solidFill>
                  <a:schemeClr val="tx1"/>
                </a:solidFill>
                <a:latin typeface="IBM Plex Sans" panose="020B0503050203000203" pitchFamily="34" charset="0"/>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r>
              <a:rPr lang="en-US" dirty="0"/>
              <a:t>Footer</a:t>
            </a:r>
          </a:p>
        </p:txBody>
      </p:sp>
      <p:sp>
        <p:nvSpPr>
          <p:cNvPr id="35" name="Slide Number Placeholder 34">
            <a:extLst>
              <a:ext uri="{FF2B5EF4-FFF2-40B4-BE49-F238E27FC236}">
                <a16:creationId xmlns:a16="http://schemas.microsoft.com/office/drawing/2014/main" id="{CCAC80AB-8427-82C8-7652-C5D32F984DF6}"/>
              </a:ext>
            </a:extLst>
          </p:cNvPr>
          <p:cNvSpPr>
            <a:spLocks noGrp="1"/>
          </p:cNvSpPr>
          <p:nvPr>
            <p:ph type="sldNum" sz="quarter" idx="4"/>
          </p:nvPr>
        </p:nvSpPr>
        <p:spPr/>
        <p:txBody>
          <a:bodyPr/>
          <a:lstStyle/>
          <a:p>
            <a:fld id="{86CB4B4D-7CA3-9044-876B-883B54F8677D}" type="slidenum">
              <a:rPr lang="en-US" smtClean="0"/>
              <a:pPr/>
              <a:t>93</a:t>
            </a:fld>
            <a:endParaRPr lang="en-US" dirty="0"/>
          </a:p>
        </p:txBody>
      </p:sp>
    </p:spTree>
    <p:extLst>
      <p:ext uri="{BB962C8B-B14F-4D97-AF65-F5344CB8AC3E}">
        <p14:creationId xmlns:p14="http://schemas.microsoft.com/office/powerpoint/2010/main" val="3576300952"/>
      </p:ext>
    </p:extLst>
  </p:cSld>
  <p:clrMapOvr>
    <a:masterClrMapping/>
  </p:clrMapOvr>
  <p:transition spd="med"/>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descr="Grey 10 quarter slide background">
            <a:extLst>
              <a:ext uri="{FF2B5EF4-FFF2-40B4-BE49-F238E27FC236}">
                <a16:creationId xmlns:a16="http://schemas.microsoft.com/office/drawing/2014/main" id="{179014D9-4EF3-5C12-4879-37E49A29F609}"/>
              </a:ext>
            </a:extLst>
          </p:cNvPr>
          <p:cNvSpPr/>
          <p:nvPr/>
        </p:nvSpPr>
        <p:spPr bwMode="auto">
          <a:xfrm>
            <a:off x="0" y="0"/>
            <a:ext cx="6096000" cy="13716000"/>
          </a:xfrm>
          <a:prstGeom prst="rect">
            <a:avLst/>
          </a:prstGeom>
          <a:solidFill>
            <a:srgbClr val="F4F4F4"/>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dirty="0">
              <a:ln>
                <a:noFill/>
              </a:ln>
              <a:solidFill>
                <a:schemeClr val="bg1"/>
              </a:solidFill>
              <a:effectLst/>
              <a:latin typeface="+mn-lt"/>
            </a:endParaRPr>
          </a:p>
        </p:txBody>
      </p:sp>
      <p:sp>
        <p:nvSpPr>
          <p:cNvPr id="2" name="Title 1">
            <a:extLst>
              <a:ext uri="{FF2B5EF4-FFF2-40B4-BE49-F238E27FC236}">
                <a16:creationId xmlns:a16="http://schemas.microsoft.com/office/drawing/2014/main" id="{D47AEEA3-344B-AF69-F6F3-BDFB91E08EBE}"/>
              </a:ext>
            </a:extLst>
          </p:cNvPr>
          <p:cNvSpPr>
            <a:spLocks noGrp="1"/>
          </p:cNvSpPr>
          <p:nvPr>
            <p:ph type="title"/>
          </p:nvPr>
        </p:nvSpPr>
        <p:spPr>
          <a:xfrm>
            <a:off x="582422" y="576073"/>
            <a:ext cx="4949825" cy="944752"/>
          </a:xfrm>
        </p:spPr>
        <p:txBody>
          <a:bodyPr/>
          <a:lstStyle/>
          <a:p>
            <a:r>
              <a:rPr lang="en-US" sz="3600" dirty="0">
                <a:solidFill>
                  <a:srgbClr val="000000"/>
                </a:solidFill>
                <a:effectLst/>
              </a:rPr>
              <a:t>Current</a:t>
            </a:r>
            <a:r>
              <a:rPr lang="en-US" sz="3600" dirty="0">
                <a:solidFill>
                  <a:srgbClr val="000000"/>
                </a:solidFill>
                <a:effectLst/>
                <a:latin typeface="IBM Plex Sans Light" panose="020B0403050203000203" pitchFamily="34" charset="0"/>
              </a:rPr>
              <a:t> state</a:t>
            </a:r>
            <a:endParaRPr lang="en-US" dirty="0">
              <a:solidFill>
                <a:srgbClr val="000000"/>
              </a:solidFill>
              <a:effectLst/>
              <a:latin typeface="IBM Plex Sans Light" panose="020B0403050203000203" pitchFamily="34" charset="0"/>
            </a:endParaRPr>
          </a:p>
        </p:txBody>
      </p:sp>
      <p:graphicFrame>
        <p:nvGraphicFramePr>
          <p:cNvPr id="9" name="Table 4" descr="Graphic showing chart listing various objectives and rankings today and in 3 years with horizontal dividing lines">
            <a:extLst>
              <a:ext uri="{FF2B5EF4-FFF2-40B4-BE49-F238E27FC236}">
                <a16:creationId xmlns:a16="http://schemas.microsoft.com/office/drawing/2014/main" id="{615AC011-EC06-886B-5176-038D7CE406F5}"/>
              </a:ext>
            </a:extLst>
          </p:cNvPr>
          <p:cNvGraphicFramePr>
            <a:graphicFrameLocks/>
          </p:cNvGraphicFramePr>
          <p:nvPr/>
        </p:nvGraphicFramePr>
        <p:xfrm>
          <a:off x="6667500" y="2789938"/>
          <a:ext cx="17144996" cy="10241280"/>
        </p:xfrm>
        <a:graphic>
          <a:graphicData uri="http://schemas.openxmlformats.org/drawingml/2006/table">
            <a:tbl>
              <a:tblPr firstRow="1" bandRow="1">
                <a:tableStyleId>{5C22544A-7EE6-4342-B048-85BDC9FD1C3A}</a:tableStyleId>
              </a:tblPr>
              <a:tblGrid>
                <a:gridCol w="8394700">
                  <a:extLst>
                    <a:ext uri="{9D8B030D-6E8A-4147-A177-3AD203B41FA5}">
                      <a16:colId xmlns:a16="http://schemas.microsoft.com/office/drawing/2014/main" val="2263625543"/>
                    </a:ext>
                  </a:extLst>
                </a:gridCol>
                <a:gridCol w="2187574">
                  <a:extLst>
                    <a:ext uri="{9D8B030D-6E8A-4147-A177-3AD203B41FA5}">
                      <a16:colId xmlns:a16="http://schemas.microsoft.com/office/drawing/2014/main" val="3641785494"/>
                    </a:ext>
                  </a:extLst>
                </a:gridCol>
                <a:gridCol w="2187574">
                  <a:extLst>
                    <a:ext uri="{9D8B030D-6E8A-4147-A177-3AD203B41FA5}">
                      <a16:colId xmlns:a16="http://schemas.microsoft.com/office/drawing/2014/main" val="1985752605"/>
                    </a:ext>
                  </a:extLst>
                </a:gridCol>
                <a:gridCol w="2187574">
                  <a:extLst>
                    <a:ext uri="{9D8B030D-6E8A-4147-A177-3AD203B41FA5}">
                      <a16:colId xmlns:a16="http://schemas.microsoft.com/office/drawing/2014/main" val="3074405237"/>
                    </a:ext>
                  </a:extLst>
                </a:gridCol>
                <a:gridCol w="2187574">
                  <a:extLst>
                    <a:ext uri="{9D8B030D-6E8A-4147-A177-3AD203B41FA5}">
                      <a16:colId xmlns:a16="http://schemas.microsoft.com/office/drawing/2014/main" val="153128304"/>
                    </a:ext>
                  </a:extLst>
                </a:gridCol>
              </a:tblGrid>
              <a:tr h="529914">
                <a:tc>
                  <a:txBody>
                    <a:bodyPr/>
                    <a:lstStyle/>
                    <a:p>
                      <a:pPr marL="0" marR="0" lvl="0" indent="0" algn="l" defTabSz="1829287" rtl="0" eaLnBrk="1" fontAlgn="auto" latinLnBrk="0" hangingPunct="1">
                        <a:lnSpc>
                          <a:spcPct val="100000"/>
                        </a:lnSpc>
                        <a:spcBef>
                          <a:spcPts val="0"/>
                        </a:spcBef>
                        <a:spcAft>
                          <a:spcPts val="0"/>
                        </a:spcAft>
                        <a:buClrTx/>
                        <a:buSzTx/>
                        <a:buFontTx/>
                        <a:buNone/>
                        <a:tabLst/>
                        <a:defRPr/>
                      </a:pPr>
                      <a:r>
                        <a:rPr lang="en-US" sz="2400" b="0" i="0" u="none" strike="noStrike" cap="none" spc="0" baseline="0" dirty="0">
                          <a:solidFill>
                            <a:schemeClr val="lt1"/>
                          </a:solidFill>
                          <a:effectLst/>
                          <a:uFillTx/>
                          <a:latin typeface="IBM Plex Sans Medm" panose="020B0503050203000203" pitchFamily="34" charset="0"/>
                          <a:ea typeface="+mn-ea"/>
                          <a:cs typeface="+mn-cs"/>
                          <a:sym typeface="IBM Plex Sans"/>
                        </a:rPr>
                        <a:t>Objective</a:t>
                      </a:r>
                    </a:p>
                  </a:txBody>
                  <a:tcPr marT="182880" marB="18288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lstStyle/>
                    <a:p>
                      <a:pPr marL="0" marR="0" lvl="0" indent="0" algn="l" defTabSz="1829287" rtl="0" eaLnBrk="1" fontAlgn="auto" latinLnBrk="0" hangingPunct="1">
                        <a:lnSpc>
                          <a:spcPct val="100000"/>
                        </a:lnSpc>
                        <a:spcBef>
                          <a:spcPts val="0"/>
                        </a:spcBef>
                        <a:spcAft>
                          <a:spcPts val="0"/>
                        </a:spcAft>
                        <a:buClrTx/>
                        <a:buSzTx/>
                        <a:buFontTx/>
                        <a:buNone/>
                        <a:tabLst/>
                        <a:defRPr/>
                      </a:pPr>
                      <a:r>
                        <a:rPr lang="en-US" sz="2400" b="0" i="0" u="none" strike="noStrike" cap="none" spc="0" baseline="0" dirty="0">
                          <a:solidFill>
                            <a:schemeClr val="lt1"/>
                          </a:solidFill>
                          <a:effectLst/>
                          <a:uFillTx/>
                          <a:latin typeface="IBM Plex Sans Medm" panose="020B0503050203000203" pitchFamily="34" charset="0"/>
                          <a:ea typeface="+mn-ea"/>
                          <a:cs typeface="+mn-cs"/>
                          <a:sym typeface="IBM Plex Sans"/>
                        </a:rPr>
                        <a:t>Today</a:t>
                      </a:r>
                    </a:p>
                  </a:txBody>
                  <a:tcPr marT="182880" marB="18288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a:p>
                  </a:txBody>
                  <a:tcPr/>
                </a:tc>
                <a:tc gridSpan="2">
                  <a:txBody>
                    <a:bodyPr/>
                    <a:lstStyle/>
                    <a:p>
                      <a:pPr marL="0" marR="0" lvl="0" indent="0" algn="l" defTabSz="1829287" rtl="0" eaLnBrk="1" fontAlgn="auto" latinLnBrk="0" hangingPunct="1">
                        <a:lnSpc>
                          <a:spcPct val="100000"/>
                        </a:lnSpc>
                        <a:spcBef>
                          <a:spcPts val="0"/>
                        </a:spcBef>
                        <a:spcAft>
                          <a:spcPts val="0"/>
                        </a:spcAft>
                        <a:buClrTx/>
                        <a:buSzTx/>
                        <a:buFontTx/>
                        <a:buNone/>
                        <a:tabLst/>
                        <a:defRPr/>
                      </a:pPr>
                      <a:r>
                        <a:rPr lang="en-US" sz="2400" b="0" i="0" u="none" strike="noStrike" cap="none" spc="0" baseline="0" dirty="0">
                          <a:solidFill>
                            <a:schemeClr val="lt1"/>
                          </a:solidFill>
                          <a:effectLst/>
                          <a:uFillTx/>
                          <a:latin typeface="IBM Plex Sans Medm" panose="020B0503050203000203" pitchFamily="34" charset="0"/>
                          <a:ea typeface="+mn-ea"/>
                          <a:cs typeface="+mn-cs"/>
                          <a:sym typeface="IBM Plex Sans"/>
                        </a:rPr>
                        <a:t>In 3 years</a:t>
                      </a:r>
                    </a:p>
                  </a:txBody>
                  <a:tcPr marT="182880" marB="18288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a:p>
                  </a:txBody>
                  <a:tcPr/>
                </a:tc>
                <a:extLst>
                  <a:ext uri="{0D108BD9-81ED-4DB2-BD59-A6C34878D82A}">
                    <a16:rowId xmlns:a16="http://schemas.microsoft.com/office/drawing/2014/main" val="2880067120"/>
                  </a:ext>
                </a:extLst>
              </a:tr>
              <a:tr h="529914">
                <a:tc>
                  <a:txBody>
                    <a:bodyPr/>
                    <a:lstStyle/>
                    <a:p>
                      <a:pPr marL="0" marR="0" lvl="0" indent="0" algn="l" defTabSz="1829287" rtl="0" eaLnBrk="1" fontAlgn="auto" latinLnBrk="0" hangingPunct="1">
                        <a:lnSpc>
                          <a:spcPct val="100000"/>
                        </a:lnSpc>
                        <a:spcBef>
                          <a:spcPts val="0"/>
                        </a:spcBef>
                        <a:spcAft>
                          <a:spcPts val="0"/>
                        </a:spcAft>
                        <a:buClrTx/>
                        <a:buSzTx/>
                        <a:buFontTx/>
                        <a:buNone/>
                        <a:tabLst/>
                        <a:defRPr/>
                      </a:pPr>
                      <a:r>
                        <a:rPr lang="en-US" sz="2400" b="0" i="0" u="none" strike="noStrike" cap="none" spc="0" baseline="0" dirty="0">
                          <a:solidFill>
                            <a:schemeClr val="tx1"/>
                          </a:solidFill>
                          <a:effectLst/>
                          <a:uFillTx/>
                          <a:latin typeface="+mj-lt"/>
                          <a:ea typeface="+mn-ea"/>
                          <a:cs typeface="+mn-cs"/>
                          <a:sym typeface="IBM Plex Sans"/>
                        </a:rPr>
                        <a:t>Reduce operational cost</a:t>
                      </a:r>
                    </a:p>
                  </a:txBody>
                  <a:tcPr marT="182880" marB="18288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1829287" rtl="0" eaLnBrk="1" fontAlgn="auto" latinLnBrk="0" hangingPunct="1">
                        <a:lnSpc>
                          <a:spcPct val="100000"/>
                        </a:lnSpc>
                        <a:spcBef>
                          <a:spcPts val="0"/>
                        </a:spcBef>
                        <a:spcAft>
                          <a:spcPts val="0"/>
                        </a:spcAft>
                        <a:buClrTx/>
                        <a:buSzTx/>
                        <a:buFontTx/>
                        <a:buNone/>
                        <a:tabLst/>
                        <a:defRPr/>
                      </a:pPr>
                      <a:r>
                        <a:rPr lang="en-US" sz="2400" b="0" i="0" u="none" strike="noStrike" cap="none" spc="0" baseline="0" dirty="0">
                          <a:solidFill>
                            <a:schemeClr val="lt1"/>
                          </a:solidFill>
                          <a:effectLst/>
                          <a:uFillTx/>
                          <a:latin typeface="+mj-lt"/>
                          <a:ea typeface="+mn-ea"/>
                          <a:cs typeface="+mn-cs"/>
                          <a:sym typeface="IBM Plex Sans"/>
                        </a:rPr>
                        <a:t>52%</a:t>
                      </a:r>
                    </a:p>
                  </a:txBody>
                  <a:tcPr marT="182880" marB="18288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1829287" rtl="0" eaLnBrk="1" fontAlgn="auto" latinLnBrk="0" hangingPunct="1">
                        <a:lnSpc>
                          <a:spcPct val="100000"/>
                        </a:lnSpc>
                        <a:spcBef>
                          <a:spcPts val="0"/>
                        </a:spcBef>
                        <a:spcAft>
                          <a:spcPts val="0"/>
                        </a:spcAft>
                        <a:buClrTx/>
                        <a:buSzTx/>
                        <a:buFontTx/>
                        <a:buNone/>
                        <a:tabLst/>
                        <a:defRPr/>
                      </a:pPr>
                      <a:r>
                        <a:rPr lang="en-US" sz="2400" b="0" i="0" u="none" strike="noStrike" cap="none" spc="0" baseline="0" dirty="0">
                          <a:solidFill>
                            <a:schemeClr val="accent1"/>
                          </a:solidFill>
                          <a:effectLst/>
                          <a:uFillTx/>
                          <a:latin typeface="+mj-lt"/>
                          <a:ea typeface="+mn-ea"/>
                          <a:cs typeface="+mn-cs"/>
                          <a:sym typeface="IBM Plex Sans"/>
                        </a:rPr>
                        <a:t>1</a:t>
                      </a:r>
                    </a:p>
                  </a:txBody>
                  <a:tcPr marT="182880" marB="18288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1829287" rtl="0" eaLnBrk="1" fontAlgn="auto" latinLnBrk="0" hangingPunct="1">
                        <a:lnSpc>
                          <a:spcPct val="100000"/>
                        </a:lnSpc>
                        <a:spcBef>
                          <a:spcPts val="0"/>
                        </a:spcBef>
                        <a:spcAft>
                          <a:spcPts val="0"/>
                        </a:spcAft>
                        <a:buClrTx/>
                        <a:buSzTx/>
                        <a:buFontTx/>
                        <a:buNone/>
                        <a:tabLst/>
                        <a:defRPr/>
                      </a:pPr>
                      <a:r>
                        <a:rPr lang="en-US" sz="2400" b="0" i="0" u="none" strike="noStrike" cap="none" spc="0" baseline="0" dirty="0">
                          <a:solidFill>
                            <a:schemeClr val="lt1"/>
                          </a:solidFill>
                          <a:effectLst/>
                          <a:uFillTx/>
                          <a:latin typeface="+mj-lt"/>
                          <a:ea typeface="+mn-ea"/>
                          <a:cs typeface="+mn-cs"/>
                          <a:sym typeface="IBM Plex Sans"/>
                        </a:rPr>
                        <a:t>55%</a:t>
                      </a:r>
                    </a:p>
                  </a:txBody>
                  <a:tcPr marT="182880" marB="18288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1829287" rtl="0" eaLnBrk="1" fontAlgn="auto" latinLnBrk="0" hangingPunct="1">
                        <a:lnSpc>
                          <a:spcPct val="100000"/>
                        </a:lnSpc>
                        <a:spcBef>
                          <a:spcPts val="0"/>
                        </a:spcBef>
                        <a:spcAft>
                          <a:spcPts val="0"/>
                        </a:spcAft>
                        <a:buClrTx/>
                        <a:buSzTx/>
                        <a:buFontTx/>
                        <a:buNone/>
                        <a:tabLst/>
                        <a:defRPr/>
                      </a:pPr>
                      <a:r>
                        <a:rPr lang="en-US" sz="2400" b="0" i="0" u="none" strike="noStrike" cap="none" spc="0" baseline="0" dirty="0">
                          <a:solidFill>
                            <a:schemeClr val="accent1"/>
                          </a:solidFill>
                          <a:effectLst/>
                          <a:uFillTx/>
                          <a:latin typeface="+mj-lt"/>
                          <a:ea typeface="+mn-ea"/>
                          <a:cs typeface="+mn-cs"/>
                          <a:sym typeface="IBM Plex Sans"/>
                        </a:rPr>
                        <a:t>1</a:t>
                      </a:r>
                    </a:p>
                  </a:txBody>
                  <a:tcPr marT="182880" marB="18288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53264638"/>
                  </a:ext>
                </a:extLst>
              </a:tr>
              <a:tr h="529914">
                <a:tc>
                  <a:txBody>
                    <a:bodyPr/>
                    <a:lstStyle/>
                    <a:p>
                      <a:pPr algn="l"/>
                      <a:r>
                        <a:rPr lang="en-US" sz="2400" b="0" i="0" u="none" strike="noStrike" cap="none" spc="0" baseline="0" dirty="0">
                          <a:solidFill>
                            <a:schemeClr val="tx1"/>
                          </a:solidFill>
                          <a:effectLst/>
                          <a:uFillTx/>
                          <a:latin typeface="+mj-lt"/>
                          <a:ea typeface="+mn-ea"/>
                          <a:cs typeface="+mn-cs"/>
                          <a:sym typeface="IBM Plex Sans"/>
                        </a:rPr>
                        <a:t>Grow market share</a:t>
                      </a:r>
                    </a:p>
                  </a:txBody>
                  <a:tcPr marT="182880" marB="18288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1829287" rtl="0" eaLnBrk="1" fontAlgn="auto" latinLnBrk="0" hangingPunct="1">
                        <a:lnSpc>
                          <a:spcPct val="100000"/>
                        </a:lnSpc>
                        <a:spcBef>
                          <a:spcPts val="0"/>
                        </a:spcBef>
                        <a:spcAft>
                          <a:spcPts val="0"/>
                        </a:spcAft>
                        <a:buClrTx/>
                        <a:buSzTx/>
                        <a:buFontTx/>
                        <a:buNone/>
                        <a:tabLst/>
                        <a:defRPr/>
                      </a:pPr>
                      <a:r>
                        <a:rPr lang="en-US" sz="2400" b="0" i="0" u="none" strike="noStrike" cap="none" spc="0" baseline="0" dirty="0">
                          <a:solidFill>
                            <a:schemeClr val="lt1"/>
                          </a:solidFill>
                          <a:effectLst/>
                          <a:uFillTx/>
                          <a:latin typeface="+mj-lt"/>
                          <a:ea typeface="+mn-ea"/>
                          <a:cs typeface="+mn-cs"/>
                          <a:sym typeface="IBM Plex Sans"/>
                        </a:rPr>
                        <a:t>48%</a:t>
                      </a:r>
                    </a:p>
                  </a:txBody>
                  <a:tcPr marT="182880" marB="18288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1829287" rtl="0" eaLnBrk="1" fontAlgn="auto" latinLnBrk="0" hangingPunct="1">
                        <a:lnSpc>
                          <a:spcPct val="100000"/>
                        </a:lnSpc>
                        <a:spcBef>
                          <a:spcPts val="0"/>
                        </a:spcBef>
                        <a:spcAft>
                          <a:spcPts val="0"/>
                        </a:spcAft>
                        <a:buClrTx/>
                        <a:buSzTx/>
                        <a:buFontTx/>
                        <a:buNone/>
                        <a:tabLst/>
                        <a:defRPr/>
                      </a:pPr>
                      <a:r>
                        <a:rPr lang="en-US" sz="2400" b="0" i="0" u="none" strike="noStrike" cap="none" spc="0" baseline="0" dirty="0">
                          <a:solidFill>
                            <a:schemeClr val="accent1"/>
                          </a:solidFill>
                          <a:effectLst/>
                          <a:uFillTx/>
                          <a:latin typeface="+mj-lt"/>
                          <a:ea typeface="+mn-ea"/>
                          <a:cs typeface="+mn-cs"/>
                          <a:sym typeface="IBM Plex Sans"/>
                        </a:rPr>
                        <a:t>2</a:t>
                      </a:r>
                    </a:p>
                  </a:txBody>
                  <a:tcPr marT="182880" marB="18288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1829287" rtl="0" eaLnBrk="1" fontAlgn="auto" latinLnBrk="0" hangingPunct="1">
                        <a:lnSpc>
                          <a:spcPct val="100000"/>
                        </a:lnSpc>
                        <a:spcBef>
                          <a:spcPts val="0"/>
                        </a:spcBef>
                        <a:spcAft>
                          <a:spcPts val="0"/>
                        </a:spcAft>
                        <a:buClrTx/>
                        <a:buSzTx/>
                        <a:buFontTx/>
                        <a:buNone/>
                        <a:tabLst/>
                        <a:defRPr/>
                      </a:pPr>
                      <a:r>
                        <a:rPr lang="en-US" sz="2400" b="0" i="0" u="none" strike="noStrike" cap="none" spc="0" baseline="0" dirty="0">
                          <a:solidFill>
                            <a:schemeClr val="lt1"/>
                          </a:solidFill>
                          <a:effectLst/>
                          <a:uFillTx/>
                          <a:latin typeface="+mj-lt"/>
                          <a:ea typeface="+mn-ea"/>
                          <a:cs typeface="+mn-cs"/>
                          <a:sym typeface="IBM Plex Sans"/>
                        </a:rPr>
                        <a:t>51%</a:t>
                      </a:r>
                    </a:p>
                  </a:txBody>
                  <a:tcPr marT="182880" marB="18288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1829287" rtl="0" eaLnBrk="1" fontAlgn="auto" latinLnBrk="0" hangingPunct="1">
                        <a:lnSpc>
                          <a:spcPct val="100000"/>
                        </a:lnSpc>
                        <a:spcBef>
                          <a:spcPts val="0"/>
                        </a:spcBef>
                        <a:spcAft>
                          <a:spcPts val="0"/>
                        </a:spcAft>
                        <a:buClrTx/>
                        <a:buSzTx/>
                        <a:buFontTx/>
                        <a:buNone/>
                        <a:tabLst/>
                        <a:defRPr/>
                      </a:pPr>
                      <a:r>
                        <a:rPr lang="en-US" sz="2400" b="0" i="0" u="none" strike="noStrike" cap="none" spc="0" baseline="0" dirty="0">
                          <a:solidFill>
                            <a:schemeClr val="accent1"/>
                          </a:solidFill>
                          <a:effectLst/>
                          <a:uFillTx/>
                          <a:latin typeface="+mj-lt"/>
                          <a:ea typeface="+mn-ea"/>
                          <a:cs typeface="+mn-cs"/>
                          <a:sym typeface="IBM Plex Sans"/>
                        </a:rPr>
                        <a:t>3↓</a:t>
                      </a:r>
                    </a:p>
                  </a:txBody>
                  <a:tcPr marT="182880" marB="18288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13316699"/>
                  </a:ext>
                </a:extLst>
              </a:tr>
              <a:tr h="529914">
                <a:tc>
                  <a:txBody>
                    <a:bodyPr/>
                    <a:lstStyle/>
                    <a:p>
                      <a:pPr algn="l"/>
                      <a:r>
                        <a:rPr lang="en-US" sz="2400" b="0" i="0" u="none" strike="noStrike" cap="none" spc="0" baseline="0" dirty="0">
                          <a:solidFill>
                            <a:schemeClr val="tx1"/>
                          </a:solidFill>
                          <a:effectLst/>
                          <a:uFillTx/>
                          <a:latin typeface="+mj-lt"/>
                          <a:ea typeface="+mn-ea"/>
                          <a:cs typeface="+mn-cs"/>
                          <a:sym typeface="IBM Plex Sans"/>
                        </a:rPr>
                        <a:t>Improve employee engagement</a:t>
                      </a:r>
                    </a:p>
                  </a:txBody>
                  <a:tcPr marT="182880" marB="18288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1829287" rtl="0" eaLnBrk="1" fontAlgn="auto" latinLnBrk="0" hangingPunct="1">
                        <a:lnSpc>
                          <a:spcPct val="100000"/>
                        </a:lnSpc>
                        <a:spcBef>
                          <a:spcPts val="0"/>
                        </a:spcBef>
                        <a:spcAft>
                          <a:spcPts val="0"/>
                        </a:spcAft>
                        <a:buClrTx/>
                        <a:buSzTx/>
                        <a:buFontTx/>
                        <a:buNone/>
                        <a:tabLst/>
                        <a:defRPr/>
                      </a:pPr>
                      <a:r>
                        <a:rPr lang="en-US" sz="2400" b="0" i="0" u="none" strike="noStrike" cap="none" spc="0" baseline="0" dirty="0">
                          <a:solidFill>
                            <a:schemeClr val="lt1"/>
                          </a:solidFill>
                          <a:effectLst/>
                          <a:uFillTx/>
                          <a:latin typeface="+mj-lt"/>
                          <a:ea typeface="+mn-ea"/>
                          <a:cs typeface="+mn-cs"/>
                          <a:sym typeface="IBM Plex Sans"/>
                        </a:rPr>
                        <a:t>42%</a:t>
                      </a:r>
                    </a:p>
                  </a:txBody>
                  <a:tcPr marT="182880" marB="18288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1829287" rtl="0" eaLnBrk="1" fontAlgn="auto" latinLnBrk="0" hangingPunct="1">
                        <a:lnSpc>
                          <a:spcPct val="100000"/>
                        </a:lnSpc>
                        <a:spcBef>
                          <a:spcPts val="0"/>
                        </a:spcBef>
                        <a:spcAft>
                          <a:spcPts val="0"/>
                        </a:spcAft>
                        <a:buClrTx/>
                        <a:buSzTx/>
                        <a:buFontTx/>
                        <a:buNone/>
                        <a:tabLst/>
                        <a:defRPr/>
                      </a:pPr>
                      <a:r>
                        <a:rPr lang="en-US" sz="2400" b="0" i="0" u="none" strike="noStrike" cap="none" spc="0" baseline="0" dirty="0">
                          <a:solidFill>
                            <a:schemeClr val="accent1"/>
                          </a:solidFill>
                          <a:effectLst/>
                          <a:uFillTx/>
                          <a:latin typeface="+mj-lt"/>
                          <a:ea typeface="+mn-ea"/>
                          <a:cs typeface="+mn-cs"/>
                          <a:sym typeface="IBM Plex Sans"/>
                        </a:rPr>
                        <a:t>3</a:t>
                      </a:r>
                    </a:p>
                  </a:txBody>
                  <a:tcPr marT="182880" marB="18288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1829287" rtl="0" eaLnBrk="1" fontAlgn="auto" latinLnBrk="0" hangingPunct="1">
                        <a:lnSpc>
                          <a:spcPct val="100000"/>
                        </a:lnSpc>
                        <a:spcBef>
                          <a:spcPts val="0"/>
                        </a:spcBef>
                        <a:spcAft>
                          <a:spcPts val="0"/>
                        </a:spcAft>
                        <a:buClrTx/>
                        <a:buSzTx/>
                        <a:buFontTx/>
                        <a:buNone/>
                        <a:tabLst/>
                        <a:defRPr/>
                      </a:pPr>
                      <a:r>
                        <a:rPr lang="en-US" sz="2400" b="0" i="0" u="none" strike="noStrike" cap="none" spc="0" baseline="0" dirty="0">
                          <a:solidFill>
                            <a:schemeClr val="lt1"/>
                          </a:solidFill>
                          <a:effectLst/>
                          <a:uFillTx/>
                          <a:latin typeface="+mj-lt"/>
                          <a:ea typeface="+mn-ea"/>
                          <a:cs typeface="+mn-cs"/>
                          <a:sym typeface="IBM Plex Sans"/>
                        </a:rPr>
                        <a:t>47%</a:t>
                      </a:r>
                    </a:p>
                  </a:txBody>
                  <a:tcPr marT="182880" marB="18288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1829287" rtl="0" eaLnBrk="1" fontAlgn="auto" latinLnBrk="0" hangingPunct="1">
                        <a:lnSpc>
                          <a:spcPct val="100000"/>
                        </a:lnSpc>
                        <a:spcBef>
                          <a:spcPts val="0"/>
                        </a:spcBef>
                        <a:spcAft>
                          <a:spcPts val="0"/>
                        </a:spcAft>
                        <a:buClrTx/>
                        <a:buSzTx/>
                        <a:buFontTx/>
                        <a:buNone/>
                        <a:tabLst/>
                        <a:defRPr/>
                      </a:pPr>
                      <a:r>
                        <a:rPr lang="en-US" sz="2400" b="0" i="0" u="none" strike="noStrike" cap="none" spc="0" baseline="0" dirty="0">
                          <a:solidFill>
                            <a:schemeClr val="accent1"/>
                          </a:solidFill>
                          <a:effectLst/>
                          <a:uFillTx/>
                          <a:latin typeface="+mj-lt"/>
                          <a:ea typeface="+mn-ea"/>
                          <a:cs typeface="+mn-cs"/>
                          <a:sym typeface="IBM Plex Sans"/>
                        </a:rPr>
                        <a:t>4↓</a:t>
                      </a:r>
                    </a:p>
                  </a:txBody>
                  <a:tcPr marT="182880" marB="18288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42499432"/>
                  </a:ext>
                </a:extLst>
              </a:tr>
              <a:tr h="529914">
                <a:tc>
                  <a:txBody>
                    <a:bodyPr/>
                    <a:lstStyle/>
                    <a:p>
                      <a:pPr algn="l"/>
                      <a:r>
                        <a:rPr lang="en-US" sz="2400" b="0" i="0" u="none" strike="noStrike" cap="none" spc="0" baseline="0" dirty="0">
                          <a:solidFill>
                            <a:schemeClr val="tx1"/>
                          </a:solidFill>
                          <a:effectLst/>
                          <a:uFillTx/>
                          <a:latin typeface="+mj-lt"/>
                          <a:ea typeface="+mn-ea"/>
                          <a:cs typeface="+mn-cs"/>
                          <a:sym typeface="IBM Plex Sans"/>
                        </a:rPr>
                        <a:t>Achieve environmental sustainability objectives</a:t>
                      </a:r>
                    </a:p>
                  </a:txBody>
                  <a:tcPr marT="182880" marB="18288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1829287" rtl="0" eaLnBrk="1" fontAlgn="auto" latinLnBrk="0" hangingPunct="1">
                        <a:lnSpc>
                          <a:spcPct val="100000"/>
                        </a:lnSpc>
                        <a:spcBef>
                          <a:spcPts val="0"/>
                        </a:spcBef>
                        <a:spcAft>
                          <a:spcPts val="0"/>
                        </a:spcAft>
                        <a:buClrTx/>
                        <a:buSzTx/>
                        <a:buFontTx/>
                        <a:buNone/>
                        <a:tabLst/>
                        <a:defRPr/>
                      </a:pPr>
                      <a:r>
                        <a:rPr lang="en-US" sz="2400" b="0" i="0" u="none" strike="noStrike" cap="none" spc="0" baseline="0" dirty="0">
                          <a:solidFill>
                            <a:schemeClr val="lt1"/>
                          </a:solidFill>
                          <a:effectLst/>
                          <a:uFillTx/>
                          <a:latin typeface="+mj-lt"/>
                          <a:ea typeface="+mn-ea"/>
                          <a:cs typeface="+mn-cs"/>
                          <a:sym typeface="IBM Plex Sans"/>
                        </a:rPr>
                        <a:t>39%</a:t>
                      </a:r>
                    </a:p>
                  </a:txBody>
                  <a:tcPr marT="182880" marB="18288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1829287" rtl="0" eaLnBrk="1" fontAlgn="auto" latinLnBrk="0" hangingPunct="1">
                        <a:lnSpc>
                          <a:spcPct val="100000"/>
                        </a:lnSpc>
                        <a:spcBef>
                          <a:spcPts val="0"/>
                        </a:spcBef>
                        <a:spcAft>
                          <a:spcPts val="0"/>
                        </a:spcAft>
                        <a:buClrTx/>
                        <a:buSzTx/>
                        <a:buFontTx/>
                        <a:buNone/>
                        <a:tabLst/>
                        <a:defRPr/>
                      </a:pPr>
                      <a:r>
                        <a:rPr lang="en-US" sz="2400" b="0" i="0" u="none" strike="noStrike" cap="none" spc="0" baseline="0" dirty="0">
                          <a:solidFill>
                            <a:schemeClr val="accent1"/>
                          </a:solidFill>
                          <a:effectLst/>
                          <a:uFillTx/>
                          <a:latin typeface="+mj-lt"/>
                          <a:ea typeface="+mn-ea"/>
                          <a:cs typeface="+mn-cs"/>
                          <a:sym typeface="IBM Plex Sans"/>
                        </a:rPr>
                        <a:t>4</a:t>
                      </a:r>
                    </a:p>
                  </a:txBody>
                  <a:tcPr marT="182880" marB="18288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1829287" rtl="0" eaLnBrk="1" fontAlgn="auto" latinLnBrk="0" hangingPunct="1">
                        <a:lnSpc>
                          <a:spcPct val="100000"/>
                        </a:lnSpc>
                        <a:spcBef>
                          <a:spcPts val="0"/>
                        </a:spcBef>
                        <a:spcAft>
                          <a:spcPts val="0"/>
                        </a:spcAft>
                        <a:buClrTx/>
                        <a:buSzTx/>
                        <a:buFontTx/>
                        <a:buNone/>
                        <a:tabLst/>
                        <a:defRPr/>
                      </a:pPr>
                      <a:r>
                        <a:rPr lang="en-US" sz="2400" b="0" i="0" u="none" strike="noStrike" cap="none" spc="0" baseline="0" dirty="0">
                          <a:solidFill>
                            <a:schemeClr val="lt1"/>
                          </a:solidFill>
                          <a:effectLst/>
                          <a:uFillTx/>
                          <a:latin typeface="+mj-lt"/>
                          <a:ea typeface="+mn-ea"/>
                          <a:cs typeface="+mn-cs"/>
                          <a:sym typeface="IBM Plex Sans"/>
                        </a:rPr>
                        <a:t>53%</a:t>
                      </a:r>
                    </a:p>
                  </a:txBody>
                  <a:tcPr marT="182880" marB="18288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1829287" rtl="0" eaLnBrk="1" fontAlgn="auto" latinLnBrk="0" hangingPunct="1">
                        <a:lnSpc>
                          <a:spcPct val="100000"/>
                        </a:lnSpc>
                        <a:spcBef>
                          <a:spcPts val="0"/>
                        </a:spcBef>
                        <a:spcAft>
                          <a:spcPts val="0"/>
                        </a:spcAft>
                        <a:buClrTx/>
                        <a:buSzTx/>
                        <a:buFontTx/>
                        <a:buNone/>
                        <a:tabLst/>
                        <a:defRPr/>
                      </a:pPr>
                      <a:r>
                        <a:rPr lang="en-US" sz="2400" b="0" i="0" u="none" strike="noStrike" cap="none" spc="0" baseline="0" dirty="0">
                          <a:solidFill>
                            <a:schemeClr val="accent1"/>
                          </a:solidFill>
                          <a:effectLst/>
                          <a:uFillTx/>
                          <a:latin typeface="+mj-lt"/>
                          <a:ea typeface="+mn-ea"/>
                          <a:cs typeface="+mn-cs"/>
                          <a:sym typeface="IBM Plex Sans"/>
                        </a:rPr>
                        <a:t>2↑</a:t>
                      </a:r>
                    </a:p>
                  </a:txBody>
                  <a:tcPr marT="182880" marB="18288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8953278"/>
                  </a:ext>
                </a:extLst>
              </a:tr>
              <a:tr h="529914">
                <a:tc>
                  <a:txBody>
                    <a:bodyPr/>
                    <a:lstStyle/>
                    <a:p>
                      <a:pPr algn="l"/>
                      <a:r>
                        <a:rPr lang="en-US" sz="2400" b="0" i="0" u="none" strike="noStrike" cap="none" spc="0" baseline="0" dirty="0">
                          <a:solidFill>
                            <a:schemeClr val="tx1"/>
                          </a:solidFill>
                          <a:effectLst/>
                          <a:uFillTx/>
                          <a:latin typeface="+mj-lt"/>
                          <a:ea typeface="+mn-ea"/>
                          <a:cs typeface="+mn-cs"/>
                          <a:sym typeface="IBM Plex Sans"/>
                        </a:rPr>
                        <a:t>Launch new products or services or value propositions</a:t>
                      </a:r>
                    </a:p>
                  </a:txBody>
                  <a:tcPr marT="182880" marB="18288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1829287" rtl="0" eaLnBrk="1" fontAlgn="auto" latinLnBrk="0" hangingPunct="1">
                        <a:lnSpc>
                          <a:spcPct val="100000"/>
                        </a:lnSpc>
                        <a:spcBef>
                          <a:spcPts val="0"/>
                        </a:spcBef>
                        <a:spcAft>
                          <a:spcPts val="0"/>
                        </a:spcAft>
                        <a:buClrTx/>
                        <a:buSzTx/>
                        <a:buFontTx/>
                        <a:buNone/>
                        <a:tabLst/>
                        <a:defRPr/>
                      </a:pPr>
                      <a:r>
                        <a:rPr lang="en-US" sz="2400" b="0" i="0" u="none" strike="noStrike" cap="none" spc="0" baseline="0" dirty="0">
                          <a:solidFill>
                            <a:schemeClr val="lt1"/>
                          </a:solidFill>
                          <a:effectLst/>
                          <a:uFillTx/>
                          <a:latin typeface="+mj-lt"/>
                          <a:ea typeface="+mn-ea"/>
                          <a:cs typeface="+mn-cs"/>
                          <a:sym typeface="IBM Plex Sans"/>
                        </a:rPr>
                        <a:t>38%</a:t>
                      </a:r>
                    </a:p>
                  </a:txBody>
                  <a:tcPr marT="182880" marB="18288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1829287" rtl="0" eaLnBrk="1" fontAlgn="auto" latinLnBrk="0" hangingPunct="1">
                        <a:lnSpc>
                          <a:spcPct val="100000"/>
                        </a:lnSpc>
                        <a:spcBef>
                          <a:spcPts val="0"/>
                        </a:spcBef>
                        <a:spcAft>
                          <a:spcPts val="0"/>
                        </a:spcAft>
                        <a:buClrTx/>
                        <a:buSzTx/>
                        <a:buFontTx/>
                        <a:buNone/>
                        <a:tabLst/>
                        <a:defRPr/>
                      </a:pPr>
                      <a:endParaRPr lang="en-US" sz="2400" b="0" i="0" u="none" strike="noStrike" cap="none" spc="0" baseline="0" dirty="0">
                        <a:solidFill>
                          <a:schemeClr val="lt1"/>
                        </a:solidFill>
                        <a:effectLst/>
                        <a:uFillTx/>
                        <a:latin typeface="+mj-lt"/>
                        <a:ea typeface="+mn-ea"/>
                        <a:cs typeface="+mn-cs"/>
                        <a:sym typeface="IBM Plex Sans"/>
                      </a:endParaRPr>
                    </a:p>
                  </a:txBody>
                  <a:tcPr marT="182880" marB="18288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1829287" rtl="0" eaLnBrk="1" fontAlgn="auto" latinLnBrk="0" hangingPunct="1">
                        <a:lnSpc>
                          <a:spcPct val="100000"/>
                        </a:lnSpc>
                        <a:spcBef>
                          <a:spcPts val="0"/>
                        </a:spcBef>
                        <a:spcAft>
                          <a:spcPts val="0"/>
                        </a:spcAft>
                        <a:buClrTx/>
                        <a:buSzTx/>
                        <a:buFontTx/>
                        <a:buNone/>
                        <a:tabLst/>
                        <a:defRPr/>
                      </a:pPr>
                      <a:r>
                        <a:rPr lang="en-US" sz="2400" b="0" i="0" u="none" strike="noStrike" cap="none" spc="0" baseline="0" dirty="0">
                          <a:solidFill>
                            <a:schemeClr val="lt1"/>
                          </a:solidFill>
                          <a:effectLst/>
                          <a:uFillTx/>
                          <a:latin typeface="+mj-lt"/>
                          <a:ea typeface="+mn-ea"/>
                          <a:cs typeface="+mn-cs"/>
                          <a:sym typeface="IBM Plex Sans"/>
                        </a:rPr>
                        <a:t>53%</a:t>
                      </a:r>
                    </a:p>
                  </a:txBody>
                  <a:tcPr marT="182880" marB="18288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1829287" rtl="0" eaLnBrk="1" fontAlgn="auto" latinLnBrk="0" hangingPunct="1">
                        <a:lnSpc>
                          <a:spcPct val="100000"/>
                        </a:lnSpc>
                        <a:spcBef>
                          <a:spcPts val="0"/>
                        </a:spcBef>
                        <a:spcAft>
                          <a:spcPts val="0"/>
                        </a:spcAft>
                        <a:buClrTx/>
                        <a:buSzTx/>
                        <a:buFontTx/>
                        <a:buNone/>
                        <a:tabLst/>
                        <a:defRPr/>
                      </a:pPr>
                      <a:endParaRPr lang="en-US" sz="2400" b="0" i="0" u="none" strike="noStrike" cap="none" spc="0" baseline="0" dirty="0">
                        <a:solidFill>
                          <a:schemeClr val="lt1"/>
                        </a:solidFill>
                        <a:effectLst/>
                        <a:uFillTx/>
                        <a:latin typeface="+mj-lt"/>
                        <a:ea typeface="+mn-ea"/>
                        <a:cs typeface="+mn-cs"/>
                        <a:sym typeface="IBM Plex Sans"/>
                      </a:endParaRPr>
                    </a:p>
                  </a:txBody>
                  <a:tcPr marT="182880" marB="18288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72084480"/>
                  </a:ext>
                </a:extLst>
              </a:tr>
              <a:tr h="529914">
                <a:tc>
                  <a:txBody>
                    <a:bodyPr/>
                    <a:lstStyle/>
                    <a:p>
                      <a:pPr algn="l"/>
                      <a:r>
                        <a:rPr lang="en-US" sz="2400" b="0" i="0" u="none" strike="noStrike" cap="none" spc="0" baseline="0" dirty="0">
                          <a:solidFill>
                            <a:schemeClr val="tx1"/>
                          </a:solidFill>
                          <a:effectLst/>
                          <a:uFillTx/>
                          <a:latin typeface="+mj-lt"/>
                          <a:ea typeface="+mn-ea"/>
                          <a:cs typeface="+mn-cs"/>
                          <a:sym typeface="IBM Plex Sans"/>
                        </a:rPr>
                        <a:t>Execute digital transformation</a:t>
                      </a:r>
                    </a:p>
                  </a:txBody>
                  <a:tcPr marT="182880" marB="18288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1829287" rtl="0" eaLnBrk="1" fontAlgn="auto" latinLnBrk="0" hangingPunct="1">
                        <a:lnSpc>
                          <a:spcPct val="100000"/>
                        </a:lnSpc>
                        <a:spcBef>
                          <a:spcPts val="0"/>
                        </a:spcBef>
                        <a:spcAft>
                          <a:spcPts val="0"/>
                        </a:spcAft>
                        <a:buClrTx/>
                        <a:buSzTx/>
                        <a:buFontTx/>
                        <a:buNone/>
                        <a:tabLst/>
                        <a:defRPr/>
                      </a:pPr>
                      <a:r>
                        <a:rPr lang="en-US" sz="2400" b="0" i="0" u="none" strike="noStrike" cap="none" spc="0" baseline="0" dirty="0">
                          <a:solidFill>
                            <a:schemeClr val="lt1"/>
                          </a:solidFill>
                          <a:effectLst/>
                          <a:uFillTx/>
                          <a:latin typeface="+mj-lt"/>
                          <a:ea typeface="+mn-ea"/>
                          <a:cs typeface="+mn-cs"/>
                          <a:sym typeface="IBM Plex Sans"/>
                        </a:rPr>
                        <a:t>33%</a:t>
                      </a:r>
                    </a:p>
                  </a:txBody>
                  <a:tcPr marT="182880" marB="18288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1829287" rtl="0" eaLnBrk="1" fontAlgn="auto" latinLnBrk="0" hangingPunct="1">
                        <a:lnSpc>
                          <a:spcPct val="100000"/>
                        </a:lnSpc>
                        <a:spcBef>
                          <a:spcPts val="0"/>
                        </a:spcBef>
                        <a:spcAft>
                          <a:spcPts val="0"/>
                        </a:spcAft>
                        <a:buClrTx/>
                        <a:buSzTx/>
                        <a:buFontTx/>
                        <a:buNone/>
                        <a:tabLst/>
                        <a:defRPr/>
                      </a:pPr>
                      <a:endParaRPr lang="en-US" sz="2400" b="0" i="0" u="none" strike="noStrike" cap="none" spc="0" baseline="0" dirty="0">
                        <a:solidFill>
                          <a:schemeClr val="lt1"/>
                        </a:solidFill>
                        <a:effectLst/>
                        <a:uFillTx/>
                        <a:latin typeface="+mj-lt"/>
                        <a:ea typeface="+mn-ea"/>
                        <a:cs typeface="+mn-cs"/>
                        <a:sym typeface="IBM Plex Sans"/>
                      </a:endParaRPr>
                    </a:p>
                  </a:txBody>
                  <a:tcPr marT="182880" marB="18288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1829287" rtl="0" eaLnBrk="1" fontAlgn="auto" latinLnBrk="0" hangingPunct="1">
                        <a:lnSpc>
                          <a:spcPct val="100000"/>
                        </a:lnSpc>
                        <a:spcBef>
                          <a:spcPts val="0"/>
                        </a:spcBef>
                        <a:spcAft>
                          <a:spcPts val="0"/>
                        </a:spcAft>
                        <a:buClrTx/>
                        <a:buSzTx/>
                        <a:buFontTx/>
                        <a:buNone/>
                        <a:tabLst/>
                        <a:defRPr/>
                      </a:pPr>
                      <a:r>
                        <a:rPr lang="en-US" sz="2400" b="0" i="0" u="none" strike="noStrike" cap="none" spc="0" baseline="0" dirty="0">
                          <a:solidFill>
                            <a:schemeClr val="lt1"/>
                          </a:solidFill>
                          <a:effectLst/>
                          <a:uFillTx/>
                          <a:latin typeface="+mj-lt"/>
                          <a:ea typeface="+mn-ea"/>
                          <a:cs typeface="+mn-cs"/>
                          <a:sym typeface="IBM Plex Sans"/>
                        </a:rPr>
                        <a:t>45%</a:t>
                      </a:r>
                    </a:p>
                  </a:txBody>
                  <a:tcPr marT="182880" marB="18288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1829287" rtl="0" eaLnBrk="1" fontAlgn="auto" latinLnBrk="0" hangingPunct="1">
                        <a:lnSpc>
                          <a:spcPct val="100000"/>
                        </a:lnSpc>
                        <a:spcBef>
                          <a:spcPts val="0"/>
                        </a:spcBef>
                        <a:spcAft>
                          <a:spcPts val="0"/>
                        </a:spcAft>
                        <a:buClrTx/>
                        <a:buSzTx/>
                        <a:buFontTx/>
                        <a:buNone/>
                        <a:tabLst/>
                        <a:defRPr/>
                      </a:pPr>
                      <a:endParaRPr lang="en-US" sz="2400" b="0" i="0" u="none" strike="noStrike" cap="none" spc="0" baseline="0" dirty="0">
                        <a:solidFill>
                          <a:schemeClr val="lt1"/>
                        </a:solidFill>
                        <a:effectLst/>
                        <a:uFillTx/>
                        <a:latin typeface="+mj-lt"/>
                        <a:ea typeface="+mn-ea"/>
                        <a:cs typeface="+mn-cs"/>
                        <a:sym typeface="IBM Plex Sans"/>
                      </a:endParaRPr>
                    </a:p>
                  </a:txBody>
                  <a:tcPr marT="182880" marB="18288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63761279"/>
                  </a:ext>
                </a:extLst>
              </a:tr>
              <a:tr h="529914">
                <a:tc>
                  <a:txBody>
                    <a:bodyPr/>
                    <a:lstStyle/>
                    <a:p>
                      <a:pPr algn="l"/>
                      <a:r>
                        <a:rPr lang="en-US" sz="2400" b="0" i="0" u="none" strike="noStrike" cap="none" spc="0" baseline="0" dirty="0">
                          <a:solidFill>
                            <a:schemeClr val="tx1"/>
                          </a:solidFill>
                          <a:effectLst/>
                          <a:uFillTx/>
                          <a:latin typeface="+mj-lt"/>
                          <a:ea typeface="+mn-ea"/>
                          <a:cs typeface="+mn-cs"/>
                          <a:sym typeface="IBM Plex Sans"/>
                        </a:rPr>
                        <a:t>Conduct open innovation</a:t>
                      </a:r>
                    </a:p>
                  </a:txBody>
                  <a:tcPr marT="182880" marB="18288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1829287" rtl="0" eaLnBrk="1" fontAlgn="auto" latinLnBrk="0" hangingPunct="1">
                        <a:lnSpc>
                          <a:spcPct val="100000"/>
                        </a:lnSpc>
                        <a:spcBef>
                          <a:spcPts val="0"/>
                        </a:spcBef>
                        <a:spcAft>
                          <a:spcPts val="0"/>
                        </a:spcAft>
                        <a:buClrTx/>
                        <a:buSzTx/>
                        <a:buFontTx/>
                        <a:buNone/>
                        <a:tabLst/>
                        <a:defRPr/>
                      </a:pPr>
                      <a:r>
                        <a:rPr lang="en-US" sz="2400" b="0" i="0" u="none" strike="noStrike" cap="none" spc="0" baseline="0" dirty="0">
                          <a:solidFill>
                            <a:schemeClr val="lt1"/>
                          </a:solidFill>
                          <a:effectLst/>
                          <a:uFillTx/>
                          <a:latin typeface="+mj-lt"/>
                          <a:ea typeface="+mn-ea"/>
                          <a:cs typeface="+mn-cs"/>
                          <a:sym typeface="IBM Plex Sans"/>
                        </a:rPr>
                        <a:t>32%</a:t>
                      </a:r>
                    </a:p>
                  </a:txBody>
                  <a:tcPr marT="182880" marB="18288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1829287" rtl="0" eaLnBrk="1" fontAlgn="auto" latinLnBrk="0" hangingPunct="1">
                        <a:lnSpc>
                          <a:spcPct val="100000"/>
                        </a:lnSpc>
                        <a:spcBef>
                          <a:spcPts val="0"/>
                        </a:spcBef>
                        <a:spcAft>
                          <a:spcPts val="0"/>
                        </a:spcAft>
                        <a:buClrTx/>
                        <a:buSzTx/>
                        <a:buFontTx/>
                        <a:buNone/>
                        <a:tabLst/>
                        <a:defRPr/>
                      </a:pPr>
                      <a:endParaRPr lang="en-US" sz="2400" b="0" i="0" u="none" strike="noStrike" cap="none" spc="0" baseline="0" dirty="0">
                        <a:solidFill>
                          <a:schemeClr val="lt1"/>
                        </a:solidFill>
                        <a:effectLst/>
                        <a:uFillTx/>
                        <a:latin typeface="+mj-lt"/>
                        <a:ea typeface="+mn-ea"/>
                        <a:cs typeface="+mn-cs"/>
                        <a:sym typeface="IBM Plex Sans"/>
                      </a:endParaRPr>
                    </a:p>
                  </a:txBody>
                  <a:tcPr marT="182880" marB="18288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1829287" rtl="0" eaLnBrk="1" fontAlgn="auto" latinLnBrk="0" hangingPunct="1">
                        <a:lnSpc>
                          <a:spcPct val="100000"/>
                        </a:lnSpc>
                        <a:spcBef>
                          <a:spcPts val="0"/>
                        </a:spcBef>
                        <a:spcAft>
                          <a:spcPts val="0"/>
                        </a:spcAft>
                        <a:buClrTx/>
                        <a:buSzTx/>
                        <a:buFontTx/>
                        <a:buNone/>
                        <a:tabLst/>
                        <a:defRPr/>
                      </a:pPr>
                      <a:r>
                        <a:rPr lang="en-US" sz="2400" b="0" i="0" u="none" strike="noStrike" cap="none" spc="0" baseline="0" dirty="0">
                          <a:solidFill>
                            <a:schemeClr val="lt1"/>
                          </a:solidFill>
                          <a:effectLst/>
                          <a:uFillTx/>
                          <a:latin typeface="+mj-lt"/>
                          <a:ea typeface="+mn-ea"/>
                          <a:cs typeface="+mn-cs"/>
                          <a:sym typeface="IBM Plex Sans"/>
                        </a:rPr>
                        <a:t>41%</a:t>
                      </a:r>
                    </a:p>
                  </a:txBody>
                  <a:tcPr marT="182880" marB="18288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1829287" rtl="0" eaLnBrk="1" fontAlgn="auto" latinLnBrk="0" hangingPunct="1">
                        <a:lnSpc>
                          <a:spcPct val="100000"/>
                        </a:lnSpc>
                        <a:spcBef>
                          <a:spcPts val="0"/>
                        </a:spcBef>
                        <a:spcAft>
                          <a:spcPts val="0"/>
                        </a:spcAft>
                        <a:buClrTx/>
                        <a:buSzTx/>
                        <a:buFontTx/>
                        <a:buNone/>
                        <a:tabLst/>
                        <a:defRPr/>
                      </a:pPr>
                      <a:endParaRPr lang="en-US" sz="2400" b="0" i="0" u="none" strike="noStrike" cap="none" spc="0" baseline="0" dirty="0">
                        <a:solidFill>
                          <a:schemeClr val="lt1"/>
                        </a:solidFill>
                        <a:effectLst/>
                        <a:uFillTx/>
                        <a:latin typeface="+mj-lt"/>
                        <a:ea typeface="+mn-ea"/>
                        <a:cs typeface="+mn-cs"/>
                        <a:sym typeface="IBM Plex Sans"/>
                      </a:endParaRPr>
                    </a:p>
                  </a:txBody>
                  <a:tcPr marT="182880" marB="18288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28183684"/>
                  </a:ext>
                </a:extLst>
              </a:tr>
              <a:tr h="529914">
                <a:tc>
                  <a:txBody>
                    <a:bodyPr/>
                    <a:lstStyle/>
                    <a:p>
                      <a:pPr algn="l"/>
                      <a:r>
                        <a:rPr lang="en-US" sz="2400" b="0" i="0" u="none" strike="noStrike" cap="none" spc="0" baseline="0" dirty="0">
                          <a:solidFill>
                            <a:schemeClr val="tx1"/>
                          </a:solidFill>
                          <a:effectLst/>
                          <a:uFillTx/>
                          <a:latin typeface="+mj-lt"/>
                          <a:ea typeface="+mn-ea"/>
                          <a:cs typeface="+mn-cs"/>
                          <a:sym typeface="IBM Plex Sans"/>
                        </a:rPr>
                        <a:t>Improve cybersecurity</a:t>
                      </a:r>
                    </a:p>
                  </a:txBody>
                  <a:tcPr marT="182880" marB="18288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1829287" rtl="0" eaLnBrk="1" fontAlgn="auto" latinLnBrk="0" hangingPunct="1">
                        <a:lnSpc>
                          <a:spcPct val="100000"/>
                        </a:lnSpc>
                        <a:spcBef>
                          <a:spcPts val="0"/>
                        </a:spcBef>
                        <a:spcAft>
                          <a:spcPts val="0"/>
                        </a:spcAft>
                        <a:buClrTx/>
                        <a:buSzTx/>
                        <a:buFontTx/>
                        <a:buNone/>
                        <a:tabLst/>
                        <a:defRPr/>
                      </a:pPr>
                      <a:r>
                        <a:rPr lang="en-US" sz="2400" b="0" i="0" u="none" strike="noStrike" cap="none" spc="0" baseline="0" dirty="0">
                          <a:solidFill>
                            <a:schemeClr val="lt1"/>
                          </a:solidFill>
                          <a:effectLst/>
                          <a:uFillTx/>
                          <a:latin typeface="+mj-lt"/>
                          <a:ea typeface="+mn-ea"/>
                          <a:cs typeface="+mn-cs"/>
                          <a:sym typeface="IBM Plex Sans"/>
                        </a:rPr>
                        <a:t>30%</a:t>
                      </a:r>
                    </a:p>
                  </a:txBody>
                  <a:tcPr marT="182880" marB="18288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1829287" rtl="0" eaLnBrk="1" fontAlgn="auto" latinLnBrk="0" hangingPunct="1">
                        <a:lnSpc>
                          <a:spcPct val="100000"/>
                        </a:lnSpc>
                        <a:spcBef>
                          <a:spcPts val="0"/>
                        </a:spcBef>
                        <a:spcAft>
                          <a:spcPts val="0"/>
                        </a:spcAft>
                        <a:buClrTx/>
                        <a:buSzTx/>
                        <a:buFontTx/>
                        <a:buNone/>
                        <a:tabLst/>
                        <a:defRPr/>
                      </a:pPr>
                      <a:endParaRPr lang="en-US" sz="2400" b="0" i="0" u="none" strike="noStrike" cap="none" spc="0" baseline="0" dirty="0">
                        <a:solidFill>
                          <a:schemeClr val="lt1"/>
                        </a:solidFill>
                        <a:effectLst/>
                        <a:uFillTx/>
                        <a:latin typeface="+mj-lt"/>
                        <a:ea typeface="+mn-ea"/>
                        <a:cs typeface="+mn-cs"/>
                        <a:sym typeface="IBM Plex Sans"/>
                      </a:endParaRPr>
                    </a:p>
                  </a:txBody>
                  <a:tcPr marT="182880" marB="18288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1829287" rtl="0" eaLnBrk="1" fontAlgn="auto" latinLnBrk="0" hangingPunct="1">
                        <a:lnSpc>
                          <a:spcPct val="100000"/>
                        </a:lnSpc>
                        <a:spcBef>
                          <a:spcPts val="0"/>
                        </a:spcBef>
                        <a:spcAft>
                          <a:spcPts val="0"/>
                        </a:spcAft>
                        <a:buClrTx/>
                        <a:buSzTx/>
                        <a:buFontTx/>
                        <a:buNone/>
                        <a:tabLst/>
                        <a:defRPr/>
                      </a:pPr>
                      <a:r>
                        <a:rPr lang="en-US" sz="2400" b="0" i="0" u="none" strike="noStrike" cap="none" spc="0" baseline="0" dirty="0">
                          <a:solidFill>
                            <a:schemeClr val="lt1"/>
                          </a:solidFill>
                          <a:effectLst/>
                          <a:uFillTx/>
                          <a:latin typeface="+mj-lt"/>
                          <a:ea typeface="+mn-ea"/>
                          <a:cs typeface="+mn-cs"/>
                          <a:sym typeface="IBM Plex Sans"/>
                        </a:rPr>
                        <a:t>41%</a:t>
                      </a:r>
                    </a:p>
                  </a:txBody>
                  <a:tcPr marT="182880" marB="18288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1829287" rtl="0" eaLnBrk="1" fontAlgn="auto" latinLnBrk="0" hangingPunct="1">
                        <a:lnSpc>
                          <a:spcPct val="100000"/>
                        </a:lnSpc>
                        <a:spcBef>
                          <a:spcPts val="0"/>
                        </a:spcBef>
                        <a:spcAft>
                          <a:spcPts val="0"/>
                        </a:spcAft>
                        <a:buClrTx/>
                        <a:buSzTx/>
                        <a:buFontTx/>
                        <a:buNone/>
                        <a:tabLst/>
                        <a:defRPr/>
                      </a:pPr>
                      <a:endParaRPr lang="en-US" sz="2400" b="0" i="0" u="none" strike="noStrike" cap="none" spc="0" baseline="0" dirty="0">
                        <a:solidFill>
                          <a:schemeClr val="lt1"/>
                        </a:solidFill>
                        <a:effectLst/>
                        <a:uFillTx/>
                        <a:latin typeface="+mj-lt"/>
                        <a:ea typeface="+mn-ea"/>
                        <a:cs typeface="+mn-cs"/>
                        <a:sym typeface="IBM Plex Sans"/>
                      </a:endParaRPr>
                    </a:p>
                  </a:txBody>
                  <a:tcPr marT="182880" marB="18288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46055456"/>
                  </a:ext>
                </a:extLst>
              </a:tr>
              <a:tr h="529914">
                <a:tc>
                  <a:txBody>
                    <a:bodyPr/>
                    <a:lstStyle/>
                    <a:p>
                      <a:pPr algn="l"/>
                      <a:r>
                        <a:rPr lang="en-US" sz="2400" b="0" i="0" u="none" strike="noStrike" cap="none" spc="0" baseline="0" dirty="0">
                          <a:solidFill>
                            <a:schemeClr val="tx1"/>
                          </a:solidFill>
                          <a:effectLst/>
                          <a:uFillTx/>
                          <a:latin typeface="+mj-lt"/>
                          <a:ea typeface="+mn-ea"/>
                          <a:cs typeface="+mn-cs"/>
                          <a:sym typeface="IBM Plex Sans"/>
                        </a:rPr>
                        <a:t>Embrace corporate social responsibility</a:t>
                      </a:r>
                    </a:p>
                  </a:txBody>
                  <a:tcPr marT="182880" marB="18288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1829287" rtl="0" eaLnBrk="1" fontAlgn="auto" latinLnBrk="0" hangingPunct="1">
                        <a:lnSpc>
                          <a:spcPct val="100000"/>
                        </a:lnSpc>
                        <a:spcBef>
                          <a:spcPts val="0"/>
                        </a:spcBef>
                        <a:spcAft>
                          <a:spcPts val="0"/>
                        </a:spcAft>
                        <a:buClrTx/>
                        <a:buSzTx/>
                        <a:buFontTx/>
                        <a:buNone/>
                        <a:tabLst/>
                        <a:defRPr/>
                      </a:pPr>
                      <a:r>
                        <a:rPr lang="en-US" sz="2400" b="0" i="0" u="none" strike="noStrike" cap="none" spc="0" baseline="0" dirty="0">
                          <a:solidFill>
                            <a:schemeClr val="lt1"/>
                          </a:solidFill>
                          <a:effectLst/>
                          <a:uFillTx/>
                          <a:latin typeface="+mj-lt"/>
                          <a:ea typeface="+mn-ea"/>
                          <a:cs typeface="+mn-cs"/>
                          <a:sym typeface="IBM Plex Sans"/>
                        </a:rPr>
                        <a:t>29%</a:t>
                      </a:r>
                    </a:p>
                  </a:txBody>
                  <a:tcPr marT="182880" marB="18288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1829287" rtl="0" eaLnBrk="1" fontAlgn="auto" latinLnBrk="0" hangingPunct="1">
                        <a:lnSpc>
                          <a:spcPct val="100000"/>
                        </a:lnSpc>
                        <a:spcBef>
                          <a:spcPts val="0"/>
                        </a:spcBef>
                        <a:spcAft>
                          <a:spcPts val="0"/>
                        </a:spcAft>
                        <a:buClrTx/>
                        <a:buSzTx/>
                        <a:buFontTx/>
                        <a:buNone/>
                        <a:tabLst/>
                        <a:defRPr/>
                      </a:pPr>
                      <a:endParaRPr lang="en-US" sz="2400" b="0" i="0" u="none" strike="noStrike" cap="none" spc="0" baseline="0" dirty="0">
                        <a:solidFill>
                          <a:schemeClr val="lt1"/>
                        </a:solidFill>
                        <a:effectLst/>
                        <a:uFillTx/>
                        <a:latin typeface="+mj-lt"/>
                        <a:ea typeface="+mn-ea"/>
                        <a:cs typeface="+mn-cs"/>
                        <a:sym typeface="IBM Plex Sans"/>
                      </a:endParaRPr>
                    </a:p>
                  </a:txBody>
                  <a:tcPr marT="182880" marB="18288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1829287" rtl="0" eaLnBrk="1" fontAlgn="auto" latinLnBrk="0" hangingPunct="1">
                        <a:lnSpc>
                          <a:spcPct val="100000"/>
                        </a:lnSpc>
                        <a:spcBef>
                          <a:spcPts val="0"/>
                        </a:spcBef>
                        <a:spcAft>
                          <a:spcPts val="0"/>
                        </a:spcAft>
                        <a:buClrTx/>
                        <a:buSzTx/>
                        <a:buFontTx/>
                        <a:buNone/>
                        <a:tabLst/>
                        <a:defRPr/>
                      </a:pPr>
                      <a:r>
                        <a:rPr lang="en-US" sz="2400" b="0" i="0" u="none" strike="noStrike" cap="none" spc="0" baseline="0" dirty="0">
                          <a:solidFill>
                            <a:schemeClr val="lt1"/>
                          </a:solidFill>
                          <a:effectLst/>
                          <a:uFillTx/>
                          <a:latin typeface="+mj-lt"/>
                          <a:ea typeface="+mn-ea"/>
                          <a:cs typeface="+mn-cs"/>
                          <a:sym typeface="IBM Plex Sans"/>
                        </a:rPr>
                        <a:t>34%</a:t>
                      </a:r>
                    </a:p>
                  </a:txBody>
                  <a:tcPr marT="182880" marB="18288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1829287" rtl="0" eaLnBrk="1" fontAlgn="auto" latinLnBrk="0" hangingPunct="1">
                        <a:lnSpc>
                          <a:spcPct val="100000"/>
                        </a:lnSpc>
                        <a:spcBef>
                          <a:spcPts val="0"/>
                        </a:spcBef>
                        <a:spcAft>
                          <a:spcPts val="0"/>
                        </a:spcAft>
                        <a:buClrTx/>
                        <a:buSzTx/>
                        <a:buFontTx/>
                        <a:buNone/>
                        <a:tabLst/>
                        <a:defRPr/>
                      </a:pPr>
                      <a:endParaRPr lang="en-US" sz="2400" b="0" i="0" u="none" strike="noStrike" cap="none" spc="0" baseline="0" dirty="0">
                        <a:solidFill>
                          <a:schemeClr val="lt1"/>
                        </a:solidFill>
                        <a:effectLst/>
                        <a:uFillTx/>
                        <a:latin typeface="+mj-lt"/>
                        <a:ea typeface="+mn-ea"/>
                        <a:cs typeface="+mn-cs"/>
                        <a:sym typeface="IBM Plex Sans"/>
                      </a:endParaRPr>
                    </a:p>
                  </a:txBody>
                  <a:tcPr marT="182880" marB="18288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75675155"/>
                  </a:ext>
                </a:extLst>
              </a:tr>
              <a:tr h="529914">
                <a:tc>
                  <a:txBody>
                    <a:bodyPr/>
                    <a:lstStyle/>
                    <a:p>
                      <a:pPr algn="l"/>
                      <a:r>
                        <a:rPr lang="en-US" sz="2400" b="0" i="0" u="none" strike="noStrike" cap="none" spc="0" baseline="0" dirty="0">
                          <a:solidFill>
                            <a:schemeClr val="tx1"/>
                          </a:solidFill>
                          <a:effectLst/>
                          <a:uFillTx/>
                          <a:latin typeface="+mj-lt"/>
                          <a:ea typeface="+mn-ea"/>
                          <a:cs typeface="+mn-cs"/>
                          <a:sym typeface="IBM Plex Sans"/>
                        </a:rPr>
                        <a:t>Enter new geographic markets</a:t>
                      </a:r>
                    </a:p>
                  </a:txBody>
                  <a:tcPr marT="182880" marB="18288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1829287" rtl="0" eaLnBrk="1" fontAlgn="auto" latinLnBrk="0" hangingPunct="1">
                        <a:lnSpc>
                          <a:spcPct val="100000"/>
                        </a:lnSpc>
                        <a:spcBef>
                          <a:spcPts val="0"/>
                        </a:spcBef>
                        <a:spcAft>
                          <a:spcPts val="0"/>
                        </a:spcAft>
                        <a:buClrTx/>
                        <a:buSzTx/>
                        <a:buFontTx/>
                        <a:buNone/>
                        <a:tabLst/>
                        <a:defRPr/>
                      </a:pPr>
                      <a:r>
                        <a:rPr lang="en-US" sz="2400" b="0" i="0" u="none" strike="noStrike" cap="none" spc="0" baseline="0" dirty="0">
                          <a:solidFill>
                            <a:schemeClr val="lt1"/>
                          </a:solidFill>
                          <a:effectLst/>
                          <a:uFillTx/>
                          <a:latin typeface="+mj-lt"/>
                          <a:ea typeface="+mn-ea"/>
                          <a:cs typeface="+mn-cs"/>
                          <a:sym typeface="IBM Plex Sans"/>
                        </a:rPr>
                        <a:t>25%</a:t>
                      </a:r>
                    </a:p>
                  </a:txBody>
                  <a:tcPr marT="182880" marB="18288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1829287" rtl="0" eaLnBrk="1" fontAlgn="auto" latinLnBrk="0" hangingPunct="1">
                        <a:lnSpc>
                          <a:spcPct val="100000"/>
                        </a:lnSpc>
                        <a:spcBef>
                          <a:spcPts val="0"/>
                        </a:spcBef>
                        <a:spcAft>
                          <a:spcPts val="0"/>
                        </a:spcAft>
                        <a:buClrTx/>
                        <a:buSzTx/>
                        <a:buFontTx/>
                        <a:buNone/>
                        <a:tabLst/>
                        <a:defRPr/>
                      </a:pPr>
                      <a:endParaRPr lang="en-US" sz="2400" b="0" i="0" u="none" strike="noStrike" cap="none" spc="0" baseline="0" dirty="0">
                        <a:solidFill>
                          <a:schemeClr val="lt1"/>
                        </a:solidFill>
                        <a:effectLst/>
                        <a:uFillTx/>
                        <a:latin typeface="+mj-lt"/>
                        <a:ea typeface="+mn-ea"/>
                        <a:cs typeface="+mn-cs"/>
                        <a:sym typeface="IBM Plex Sans"/>
                      </a:endParaRPr>
                    </a:p>
                  </a:txBody>
                  <a:tcPr marT="182880" marB="18288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1829287" rtl="0" eaLnBrk="1" fontAlgn="auto" latinLnBrk="0" hangingPunct="1">
                        <a:lnSpc>
                          <a:spcPct val="100000"/>
                        </a:lnSpc>
                        <a:spcBef>
                          <a:spcPts val="0"/>
                        </a:spcBef>
                        <a:spcAft>
                          <a:spcPts val="0"/>
                        </a:spcAft>
                        <a:buClrTx/>
                        <a:buSzTx/>
                        <a:buFontTx/>
                        <a:buNone/>
                        <a:tabLst/>
                        <a:defRPr/>
                      </a:pPr>
                      <a:r>
                        <a:rPr lang="en-US" sz="2400" b="0" i="0" u="none" strike="noStrike" cap="none" spc="0" baseline="0" dirty="0">
                          <a:solidFill>
                            <a:schemeClr val="lt1"/>
                          </a:solidFill>
                          <a:effectLst/>
                          <a:uFillTx/>
                          <a:latin typeface="+mj-lt"/>
                          <a:ea typeface="+mn-ea"/>
                          <a:cs typeface="+mn-cs"/>
                          <a:sym typeface="IBM Plex Sans"/>
                        </a:rPr>
                        <a:t>38%</a:t>
                      </a:r>
                    </a:p>
                  </a:txBody>
                  <a:tcPr marT="182880" marB="18288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1829287" rtl="0" eaLnBrk="1" fontAlgn="auto" latinLnBrk="0" hangingPunct="1">
                        <a:lnSpc>
                          <a:spcPct val="100000"/>
                        </a:lnSpc>
                        <a:spcBef>
                          <a:spcPts val="0"/>
                        </a:spcBef>
                        <a:spcAft>
                          <a:spcPts val="0"/>
                        </a:spcAft>
                        <a:buClrTx/>
                        <a:buSzTx/>
                        <a:buFontTx/>
                        <a:buNone/>
                        <a:tabLst/>
                        <a:defRPr/>
                      </a:pPr>
                      <a:endParaRPr lang="en-US" sz="2400" b="0" i="0" u="none" strike="noStrike" cap="none" spc="0" baseline="0" dirty="0">
                        <a:solidFill>
                          <a:schemeClr val="lt1"/>
                        </a:solidFill>
                        <a:effectLst/>
                        <a:uFillTx/>
                        <a:latin typeface="+mj-lt"/>
                        <a:ea typeface="+mn-ea"/>
                        <a:cs typeface="+mn-cs"/>
                        <a:sym typeface="IBM Plex Sans"/>
                      </a:endParaRPr>
                    </a:p>
                  </a:txBody>
                  <a:tcPr marT="182880" marB="18288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26198160"/>
                  </a:ext>
                </a:extLst>
              </a:tr>
              <a:tr h="529914">
                <a:tc>
                  <a:txBody>
                    <a:bodyPr/>
                    <a:lstStyle/>
                    <a:p>
                      <a:pPr algn="l"/>
                      <a:r>
                        <a:rPr lang="en-US" sz="2400" b="0" i="0" u="none" strike="noStrike" cap="none" spc="0" baseline="0" dirty="0">
                          <a:solidFill>
                            <a:schemeClr val="tx1"/>
                          </a:solidFill>
                          <a:effectLst/>
                          <a:uFillTx/>
                          <a:latin typeface="+mj-lt"/>
                          <a:ea typeface="+mn-ea"/>
                          <a:cs typeface="+mn-cs"/>
                          <a:sym typeface="IBM Plex Sans"/>
                        </a:rPr>
                        <a:t>Increase partnerships/alliances</a:t>
                      </a:r>
                    </a:p>
                  </a:txBody>
                  <a:tcPr marT="182880" marB="18288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1829287" rtl="0" eaLnBrk="1" fontAlgn="auto" latinLnBrk="0" hangingPunct="1">
                        <a:lnSpc>
                          <a:spcPct val="100000"/>
                        </a:lnSpc>
                        <a:spcBef>
                          <a:spcPts val="0"/>
                        </a:spcBef>
                        <a:spcAft>
                          <a:spcPts val="0"/>
                        </a:spcAft>
                        <a:buClrTx/>
                        <a:buSzTx/>
                        <a:buFontTx/>
                        <a:buNone/>
                        <a:tabLst/>
                        <a:defRPr/>
                      </a:pPr>
                      <a:r>
                        <a:rPr lang="en-US" sz="2400" b="0" i="0" u="none" strike="noStrike" cap="none" spc="0" baseline="0" dirty="0">
                          <a:solidFill>
                            <a:schemeClr val="lt1"/>
                          </a:solidFill>
                          <a:effectLst/>
                          <a:uFillTx/>
                          <a:latin typeface="+mj-lt"/>
                          <a:ea typeface="+mn-ea"/>
                          <a:cs typeface="+mn-cs"/>
                          <a:sym typeface="IBM Plex Sans"/>
                        </a:rPr>
                        <a:t>23%</a:t>
                      </a:r>
                    </a:p>
                  </a:txBody>
                  <a:tcPr marT="182880" marB="18288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1829287" rtl="0" eaLnBrk="1" fontAlgn="auto" latinLnBrk="0" hangingPunct="1">
                        <a:lnSpc>
                          <a:spcPct val="100000"/>
                        </a:lnSpc>
                        <a:spcBef>
                          <a:spcPts val="0"/>
                        </a:spcBef>
                        <a:spcAft>
                          <a:spcPts val="0"/>
                        </a:spcAft>
                        <a:buClrTx/>
                        <a:buSzTx/>
                        <a:buFontTx/>
                        <a:buNone/>
                        <a:tabLst/>
                        <a:defRPr/>
                      </a:pPr>
                      <a:endParaRPr lang="en-US" sz="2400" b="0" i="0" u="none" strike="noStrike" cap="none" spc="0" baseline="0" dirty="0">
                        <a:solidFill>
                          <a:schemeClr val="lt1"/>
                        </a:solidFill>
                        <a:effectLst/>
                        <a:uFillTx/>
                        <a:latin typeface="+mj-lt"/>
                        <a:ea typeface="+mn-ea"/>
                        <a:cs typeface="+mn-cs"/>
                        <a:sym typeface="IBM Plex Sans"/>
                      </a:endParaRPr>
                    </a:p>
                  </a:txBody>
                  <a:tcPr marT="182880" marB="18288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1829287" rtl="0" eaLnBrk="1" fontAlgn="auto" latinLnBrk="0" hangingPunct="1">
                        <a:lnSpc>
                          <a:spcPct val="100000"/>
                        </a:lnSpc>
                        <a:spcBef>
                          <a:spcPts val="0"/>
                        </a:spcBef>
                        <a:spcAft>
                          <a:spcPts val="0"/>
                        </a:spcAft>
                        <a:buClrTx/>
                        <a:buSzTx/>
                        <a:buFontTx/>
                        <a:buNone/>
                        <a:tabLst/>
                        <a:defRPr/>
                      </a:pPr>
                      <a:r>
                        <a:rPr lang="en-US" sz="2400" b="0" i="0" u="none" strike="noStrike" cap="none" spc="0" baseline="0" dirty="0">
                          <a:solidFill>
                            <a:schemeClr val="lt1"/>
                          </a:solidFill>
                          <a:effectLst/>
                          <a:uFillTx/>
                          <a:latin typeface="+mj-lt"/>
                          <a:ea typeface="+mn-ea"/>
                          <a:cs typeface="+mn-cs"/>
                          <a:sym typeface="IBM Plex Sans"/>
                        </a:rPr>
                        <a:t>29%</a:t>
                      </a:r>
                    </a:p>
                  </a:txBody>
                  <a:tcPr marT="182880" marB="18288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1829287" rtl="0" eaLnBrk="1" fontAlgn="auto" latinLnBrk="0" hangingPunct="1">
                        <a:lnSpc>
                          <a:spcPct val="100000"/>
                        </a:lnSpc>
                        <a:spcBef>
                          <a:spcPts val="0"/>
                        </a:spcBef>
                        <a:spcAft>
                          <a:spcPts val="0"/>
                        </a:spcAft>
                        <a:buClrTx/>
                        <a:buSzTx/>
                        <a:buFontTx/>
                        <a:buNone/>
                        <a:tabLst/>
                        <a:defRPr/>
                      </a:pPr>
                      <a:endParaRPr lang="en-US" sz="2400" b="0" i="0" u="none" strike="noStrike" cap="none" spc="0" baseline="0" dirty="0">
                        <a:solidFill>
                          <a:schemeClr val="lt1"/>
                        </a:solidFill>
                        <a:effectLst/>
                        <a:uFillTx/>
                        <a:latin typeface="+mj-lt"/>
                        <a:ea typeface="+mn-ea"/>
                        <a:cs typeface="+mn-cs"/>
                        <a:sym typeface="IBM Plex Sans"/>
                      </a:endParaRPr>
                    </a:p>
                  </a:txBody>
                  <a:tcPr marT="182880" marB="18288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6364987"/>
                  </a:ext>
                </a:extLst>
              </a:tr>
              <a:tr h="529914">
                <a:tc>
                  <a:txBody>
                    <a:bodyPr/>
                    <a:lstStyle/>
                    <a:p>
                      <a:pPr algn="l"/>
                      <a:r>
                        <a:rPr lang="en-US" sz="2400" b="0" i="0" u="none" strike="noStrike" cap="none" spc="0" baseline="0" dirty="0">
                          <a:solidFill>
                            <a:schemeClr val="tx1"/>
                          </a:solidFill>
                          <a:effectLst/>
                          <a:uFillTx/>
                          <a:latin typeface="+mj-lt"/>
                          <a:ea typeface="+mn-ea"/>
                          <a:cs typeface="+mn-cs"/>
                          <a:sym typeface="IBM Plex Sans"/>
                        </a:rPr>
                        <a:t>Provide a seamless omnichannel customer experience</a:t>
                      </a:r>
                    </a:p>
                  </a:txBody>
                  <a:tcPr marT="182880" marB="18288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1829287" rtl="0" eaLnBrk="1" fontAlgn="auto" latinLnBrk="0" hangingPunct="1">
                        <a:lnSpc>
                          <a:spcPct val="100000"/>
                        </a:lnSpc>
                        <a:spcBef>
                          <a:spcPts val="0"/>
                        </a:spcBef>
                        <a:spcAft>
                          <a:spcPts val="0"/>
                        </a:spcAft>
                        <a:buClrTx/>
                        <a:buSzTx/>
                        <a:buFontTx/>
                        <a:buNone/>
                        <a:tabLst/>
                        <a:defRPr/>
                      </a:pPr>
                      <a:r>
                        <a:rPr lang="en-US" sz="2400" b="0" i="0" u="none" strike="noStrike" cap="none" spc="0" baseline="0" dirty="0">
                          <a:solidFill>
                            <a:schemeClr val="lt1"/>
                          </a:solidFill>
                          <a:effectLst/>
                          <a:uFillTx/>
                          <a:latin typeface="+mj-lt"/>
                          <a:ea typeface="+mn-ea"/>
                          <a:cs typeface="+mn-cs"/>
                          <a:sym typeface="IBM Plex Sans"/>
                        </a:rPr>
                        <a:t>21%</a:t>
                      </a:r>
                    </a:p>
                  </a:txBody>
                  <a:tcPr marT="182880" marB="18288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1829287" rtl="0" eaLnBrk="1" fontAlgn="auto" latinLnBrk="0" hangingPunct="1">
                        <a:lnSpc>
                          <a:spcPct val="100000"/>
                        </a:lnSpc>
                        <a:spcBef>
                          <a:spcPts val="0"/>
                        </a:spcBef>
                        <a:spcAft>
                          <a:spcPts val="0"/>
                        </a:spcAft>
                        <a:buClrTx/>
                        <a:buSzTx/>
                        <a:buFontTx/>
                        <a:buNone/>
                        <a:tabLst/>
                        <a:defRPr/>
                      </a:pPr>
                      <a:endParaRPr lang="en-US" sz="2400" b="0" i="0" u="none" strike="noStrike" cap="none" spc="0" baseline="0" dirty="0">
                        <a:solidFill>
                          <a:schemeClr val="lt1"/>
                        </a:solidFill>
                        <a:effectLst/>
                        <a:uFillTx/>
                        <a:latin typeface="+mj-lt"/>
                        <a:ea typeface="+mn-ea"/>
                        <a:cs typeface="+mn-cs"/>
                        <a:sym typeface="IBM Plex Sans"/>
                      </a:endParaRPr>
                    </a:p>
                  </a:txBody>
                  <a:tcPr marT="182880" marB="18288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1829287" rtl="0" eaLnBrk="1" fontAlgn="auto" latinLnBrk="0" hangingPunct="1">
                        <a:lnSpc>
                          <a:spcPct val="100000"/>
                        </a:lnSpc>
                        <a:spcBef>
                          <a:spcPts val="0"/>
                        </a:spcBef>
                        <a:spcAft>
                          <a:spcPts val="0"/>
                        </a:spcAft>
                        <a:buClrTx/>
                        <a:buSzTx/>
                        <a:buFontTx/>
                        <a:buNone/>
                        <a:tabLst/>
                        <a:defRPr/>
                      </a:pPr>
                      <a:r>
                        <a:rPr lang="en-US" sz="2400" b="0" i="0" u="none" strike="noStrike" cap="none" spc="0" baseline="0" dirty="0">
                          <a:solidFill>
                            <a:schemeClr val="lt1"/>
                          </a:solidFill>
                          <a:effectLst/>
                          <a:uFillTx/>
                          <a:latin typeface="+mj-lt"/>
                          <a:ea typeface="+mn-ea"/>
                          <a:cs typeface="+mn-cs"/>
                          <a:sym typeface="IBM Plex Sans"/>
                        </a:rPr>
                        <a:t>32%</a:t>
                      </a:r>
                    </a:p>
                  </a:txBody>
                  <a:tcPr marT="182880" marB="18288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1829287" rtl="0" eaLnBrk="1" fontAlgn="auto" latinLnBrk="0" hangingPunct="1">
                        <a:lnSpc>
                          <a:spcPct val="100000"/>
                        </a:lnSpc>
                        <a:spcBef>
                          <a:spcPts val="0"/>
                        </a:spcBef>
                        <a:spcAft>
                          <a:spcPts val="0"/>
                        </a:spcAft>
                        <a:buClrTx/>
                        <a:buSzTx/>
                        <a:buFontTx/>
                        <a:buNone/>
                        <a:tabLst/>
                        <a:defRPr/>
                      </a:pPr>
                      <a:endParaRPr lang="en-US" sz="2400" b="0" i="0" u="none" strike="noStrike" cap="none" spc="0" baseline="0" dirty="0">
                        <a:solidFill>
                          <a:schemeClr val="lt1"/>
                        </a:solidFill>
                        <a:effectLst/>
                        <a:uFillTx/>
                        <a:latin typeface="+mj-lt"/>
                        <a:ea typeface="+mn-ea"/>
                        <a:cs typeface="+mn-cs"/>
                        <a:sym typeface="IBM Plex Sans"/>
                      </a:endParaRPr>
                    </a:p>
                  </a:txBody>
                  <a:tcPr marT="182880" marB="18288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18170527"/>
                  </a:ext>
                </a:extLst>
              </a:tr>
              <a:tr h="529914">
                <a:tc>
                  <a:txBody>
                    <a:bodyPr/>
                    <a:lstStyle/>
                    <a:p>
                      <a:pPr algn="l"/>
                      <a:r>
                        <a:rPr lang="en-US" sz="2400" b="0" i="0" u="none" strike="noStrike" cap="none" spc="0" baseline="0" dirty="0">
                          <a:solidFill>
                            <a:schemeClr val="tx1"/>
                          </a:solidFill>
                          <a:effectLst/>
                          <a:uFillTx/>
                          <a:latin typeface="+mj-lt"/>
                          <a:ea typeface="+mn-ea"/>
                          <a:cs typeface="+mn-cs"/>
                          <a:sym typeface="IBM Plex Sans"/>
                        </a:rPr>
                        <a:t>Enhance efficiency through robotics/automation</a:t>
                      </a:r>
                    </a:p>
                  </a:txBody>
                  <a:tcPr marT="182880" marB="18288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marL="0" marR="0" lvl="0" indent="0" algn="l" defTabSz="1829287" rtl="0" eaLnBrk="1" fontAlgn="auto" latinLnBrk="0" hangingPunct="1">
                        <a:lnSpc>
                          <a:spcPct val="100000"/>
                        </a:lnSpc>
                        <a:spcBef>
                          <a:spcPts val="0"/>
                        </a:spcBef>
                        <a:spcAft>
                          <a:spcPts val="0"/>
                        </a:spcAft>
                        <a:buClrTx/>
                        <a:buSzTx/>
                        <a:buFontTx/>
                        <a:buNone/>
                        <a:tabLst/>
                        <a:defRPr/>
                      </a:pPr>
                      <a:r>
                        <a:rPr lang="en-US" sz="2400" b="0" i="0" u="none" strike="noStrike" cap="none" spc="0" baseline="0" dirty="0">
                          <a:solidFill>
                            <a:schemeClr val="lt1"/>
                          </a:solidFill>
                          <a:effectLst/>
                          <a:uFillTx/>
                          <a:latin typeface="+mj-lt"/>
                          <a:ea typeface="+mn-ea"/>
                          <a:cs typeface="+mn-cs"/>
                          <a:sym typeface="IBM Plex Sans"/>
                        </a:rPr>
                        <a:t>19%</a:t>
                      </a:r>
                    </a:p>
                  </a:txBody>
                  <a:tcPr marT="182880" marB="18288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marL="0" marR="0" lvl="0" indent="0" algn="l" defTabSz="1829287" rtl="0" eaLnBrk="1" fontAlgn="auto" latinLnBrk="0" hangingPunct="1">
                        <a:lnSpc>
                          <a:spcPct val="100000"/>
                        </a:lnSpc>
                        <a:spcBef>
                          <a:spcPts val="0"/>
                        </a:spcBef>
                        <a:spcAft>
                          <a:spcPts val="0"/>
                        </a:spcAft>
                        <a:buClrTx/>
                        <a:buSzTx/>
                        <a:buFontTx/>
                        <a:buNone/>
                        <a:tabLst/>
                        <a:defRPr/>
                      </a:pPr>
                      <a:endParaRPr lang="en-US" sz="2400" b="0" i="0" u="none" strike="noStrike" cap="none" spc="0" baseline="0" dirty="0">
                        <a:solidFill>
                          <a:schemeClr val="lt1"/>
                        </a:solidFill>
                        <a:effectLst/>
                        <a:uFillTx/>
                        <a:latin typeface="+mj-lt"/>
                        <a:ea typeface="+mn-ea"/>
                        <a:cs typeface="+mn-cs"/>
                        <a:sym typeface="IBM Plex Sans"/>
                      </a:endParaRPr>
                    </a:p>
                  </a:txBody>
                  <a:tcPr marT="182880" marB="18288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marL="0" marR="0" lvl="0" indent="0" algn="l" defTabSz="1829287" rtl="0" eaLnBrk="1" fontAlgn="auto" latinLnBrk="0" hangingPunct="1">
                        <a:lnSpc>
                          <a:spcPct val="100000"/>
                        </a:lnSpc>
                        <a:spcBef>
                          <a:spcPts val="0"/>
                        </a:spcBef>
                        <a:spcAft>
                          <a:spcPts val="0"/>
                        </a:spcAft>
                        <a:buClrTx/>
                        <a:buSzTx/>
                        <a:buFontTx/>
                        <a:buNone/>
                        <a:tabLst/>
                        <a:defRPr/>
                      </a:pPr>
                      <a:r>
                        <a:rPr lang="en-US" sz="2400" b="0" i="0" u="none" strike="noStrike" cap="none" spc="0" baseline="0" dirty="0">
                          <a:solidFill>
                            <a:schemeClr val="lt1"/>
                          </a:solidFill>
                          <a:effectLst/>
                          <a:uFillTx/>
                          <a:latin typeface="+mj-lt"/>
                          <a:ea typeface="+mn-ea"/>
                          <a:cs typeface="+mn-cs"/>
                          <a:sym typeface="IBM Plex Sans"/>
                        </a:rPr>
                        <a:t>27%</a:t>
                      </a:r>
                    </a:p>
                  </a:txBody>
                  <a:tcPr marT="182880" marB="18288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marL="0" marR="0" lvl="0" indent="0" algn="l" defTabSz="1829287" rtl="0" eaLnBrk="1" fontAlgn="auto" latinLnBrk="0" hangingPunct="1">
                        <a:lnSpc>
                          <a:spcPct val="100000"/>
                        </a:lnSpc>
                        <a:spcBef>
                          <a:spcPts val="0"/>
                        </a:spcBef>
                        <a:spcAft>
                          <a:spcPts val="0"/>
                        </a:spcAft>
                        <a:buClrTx/>
                        <a:buSzTx/>
                        <a:buFontTx/>
                        <a:buNone/>
                        <a:tabLst/>
                        <a:defRPr/>
                      </a:pPr>
                      <a:endParaRPr lang="en-US" sz="2400" b="0" i="0" u="none" strike="noStrike" cap="none" spc="0" baseline="0" dirty="0">
                        <a:solidFill>
                          <a:schemeClr val="lt1"/>
                        </a:solidFill>
                        <a:effectLst/>
                        <a:uFillTx/>
                        <a:latin typeface="+mj-lt"/>
                        <a:ea typeface="+mn-ea"/>
                        <a:cs typeface="+mn-cs"/>
                        <a:sym typeface="IBM Plex Sans"/>
                      </a:endParaRPr>
                    </a:p>
                  </a:txBody>
                  <a:tcPr marT="182880" marB="18288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4182694656"/>
                  </a:ext>
                </a:extLst>
              </a:tr>
            </a:tbl>
          </a:graphicData>
        </a:graphic>
      </p:graphicFrame>
      <p:sp>
        <p:nvSpPr>
          <p:cNvPr id="8" name="Footer Placeholder 3">
            <a:extLst>
              <a:ext uri="{FF2B5EF4-FFF2-40B4-BE49-F238E27FC236}">
                <a16:creationId xmlns:a16="http://schemas.microsoft.com/office/drawing/2014/main" id="{4736967F-922F-8D68-00DB-7DE21657DC14}"/>
              </a:ext>
            </a:extLst>
          </p:cNvPr>
          <p:cNvSpPr>
            <a:spLocks noGrp="1"/>
          </p:cNvSpPr>
          <p:nvPr>
            <p:ph type="ftr" sz="quarter" idx="12"/>
          </p:nvPr>
        </p:nvSpPr>
        <p:spPr>
          <a:xfrm>
            <a:off x="568324" y="12804235"/>
            <a:ext cx="4956176" cy="381000"/>
          </a:xfrm>
          <a:prstGeom prst="rect">
            <a:avLst/>
          </a:prstGeom>
        </p:spPr>
        <p:txBody>
          <a:bodyPr vert="horz" lIns="0" tIns="0" rIns="0" bIns="0" rtlCol="0" anchor="b"/>
          <a:lstStyle>
            <a:defPPr>
              <a:defRPr lang="en-US"/>
            </a:defPPr>
            <a:lvl1pPr marL="0" algn="l" defTabSz="1829379" rtl="0" eaLnBrk="1" latinLnBrk="0" hangingPunct="1">
              <a:defRPr sz="1600" b="0" i="0" kern="1200">
                <a:solidFill>
                  <a:schemeClr val="tx1"/>
                </a:solidFill>
                <a:latin typeface="IBM Plex Sans" panose="020B0503050203000203" pitchFamily="34" charset="0"/>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pPr>
              <a:lnSpc>
                <a:spcPct val="110000"/>
              </a:lnSpc>
            </a:pPr>
            <a:r>
              <a:rPr lang="en-US" dirty="0">
                <a:solidFill>
                  <a:srgbClr val="414141"/>
                </a:solidFill>
                <a:effectLst/>
                <a:latin typeface="IBM Plex Sans" panose="020B0503050203000203" pitchFamily="34" charset="0"/>
              </a:rPr>
              <a:t>Footer</a:t>
            </a:r>
          </a:p>
        </p:txBody>
      </p:sp>
      <p:sp>
        <p:nvSpPr>
          <p:cNvPr id="10" name="Slide Number Placeholder 9">
            <a:extLst>
              <a:ext uri="{FF2B5EF4-FFF2-40B4-BE49-F238E27FC236}">
                <a16:creationId xmlns:a16="http://schemas.microsoft.com/office/drawing/2014/main" id="{C5018723-B968-74BE-D73F-4827367D7B1C}"/>
              </a:ext>
            </a:extLst>
          </p:cNvPr>
          <p:cNvSpPr>
            <a:spLocks noGrp="1"/>
          </p:cNvSpPr>
          <p:nvPr>
            <p:ph type="sldNum" sz="quarter" idx="4"/>
          </p:nvPr>
        </p:nvSpPr>
        <p:spPr/>
        <p:txBody>
          <a:bodyPr/>
          <a:lstStyle/>
          <a:p>
            <a:fld id="{86CB4B4D-7CA3-9044-876B-883B54F8677D}" type="slidenum">
              <a:rPr lang="en-US" smtClean="0"/>
              <a:pPr/>
              <a:t>94</a:t>
            </a:fld>
            <a:endParaRPr lang="en-US" dirty="0"/>
          </a:p>
        </p:txBody>
      </p:sp>
      <p:sp>
        <p:nvSpPr>
          <p:cNvPr id="4" name="Title 1">
            <a:extLst>
              <a:ext uri="{FF2B5EF4-FFF2-40B4-BE49-F238E27FC236}">
                <a16:creationId xmlns:a16="http://schemas.microsoft.com/office/drawing/2014/main" id="{0982D472-B7BD-961F-C3FA-98574BB72A76}"/>
              </a:ext>
            </a:extLst>
          </p:cNvPr>
          <p:cNvSpPr txBox="1">
            <a:spLocks/>
          </p:cNvSpPr>
          <p:nvPr/>
        </p:nvSpPr>
        <p:spPr>
          <a:xfrm>
            <a:off x="577850" y="3044825"/>
            <a:ext cx="4949825" cy="399592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lvl1pPr marL="0" marR="0" indent="0" algn="l" defTabSz="2438400" rtl="0" eaLnBrk="1" latinLnBrk="0" hangingPunct="1">
              <a:lnSpc>
                <a:spcPct val="110000"/>
              </a:lnSpc>
              <a:spcBef>
                <a:spcPts val="0"/>
              </a:spcBef>
              <a:spcAft>
                <a:spcPts val="0"/>
              </a:spcAft>
              <a:buClrTx/>
              <a:buSzTx/>
              <a:buFontTx/>
              <a:buNone/>
              <a:tabLst/>
              <a:defRPr sz="2800" b="0" i="0" u="none" strike="noStrike" cap="none" spc="0" baseline="0">
                <a:solidFill>
                  <a:schemeClr val="tx2"/>
                </a:solidFill>
                <a:uFillTx/>
                <a:latin typeface="+mj-lt"/>
                <a:ea typeface="+mj-ea"/>
                <a:cs typeface="+mj-cs"/>
                <a:sym typeface="IBM Plex Sans Light"/>
              </a:defRPr>
            </a:lvl1pPr>
            <a:lvl2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2pPr>
            <a:lvl3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3pPr>
            <a:lvl4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4pPr>
            <a:lvl5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5pPr>
            <a:lvl6pPr marL="0" marR="0" indent="362568"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6pPr>
            <a:lvl7pPr marL="0" marR="0" indent="725139"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7pPr>
            <a:lvl8pPr marL="0" marR="0" indent="1087706"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8pPr>
            <a:lvl9pPr marL="0" marR="0" indent="1450276"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9pPr>
          </a:lstStyle>
          <a:p>
            <a:r>
              <a:rPr lang="en-US" kern="0" dirty="0">
                <a:solidFill>
                  <a:srgbClr val="000000"/>
                </a:solidFill>
                <a:latin typeface="IBM Plex Sans Light" panose="020B0403050203000203" pitchFamily="34" charset="0"/>
              </a:rPr>
              <a:t>Sustainability ranks </a:t>
            </a:r>
            <a:r>
              <a:rPr lang="en-US" kern="0" dirty="0">
                <a:solidFill>
                  <a:schemeClr val="accent1"/>
                </a:solidFill>
                <a:latin typeface="IBM Plex Sans Light" panose="020B0403050203000203" pitchFamily="34" charset="0"/>
              </a:rPr>
              <a:t>fourth</a:t>
            </a:r>
            <a:r>
              <a:rPr lang="en-US" kern="0" dirty="0">
                <a:solidFill>
                  <a:srgbClr val="000000"/>
                </a:solidFill>
                <a:latin typeface="IBM Plex Sans Light" panose="020B0403050203000203" pitchFamily="34" charset="0"/>
              </a:rPr>
              <a:t> in </a:t>
            </a:r>
            <a:br>
              <a:rPr lang="en-US" kern="0" dirty="0">
                <a:solidFill>
                  <a:srgbClr val="000000"/>
                </a:solidFill>
                <a:latin typeface="IBM Plex Sans Light" panose="020B0403050203000203" pitchFamily="34" charset="0"/>
              </a:rPr>
            </a:br>
            <a:r>
              <a:rPr lang="en-US" kern="0" dirty="0">
                <a:solidFill>
                  <a:srgbClr val="000000"/>
                </a:solidFill>
                <a:latin typeface="IBM Plex Sans Light" panose="020B0403050203000203" pitchFamily="34" charset="0"/>
              </a:rPr>
              <a:t>the most important business objectives and grows to </a:t>
            </a:r>
            <a:r>
              <a:rPr lang="en-US" kern="0" dirty="0">
                <a:solidFill>
                  <a:schemeClr val="accent1"/>
                </a:solidFill>
                <a:latin typeface="IBM Plex Sans Light" panose="020B0403050203000203" pitchFamily="34" charset="0"/>
              </a:rPr>
              <a:t>second</a:t>
            </a:r>
            <a:r>
              <a:rPr lang="en-US" kern="0" dirty="0">
                <a:solidFill>
                  <a:srgbClr val="000000"/>
                </a:solidFill>
                <a:latin typeface="IBM Plex Sans Light" panose="020B0403050203000203" pitchFamily="34" charset="0"/>
              </a:rPr>
              <a:t> most important in three years</a:t>
            </a:r>
          </a:p>
        </p:txBody>
      </p:sp>
    </p:spTree>
    <p:extLst>
      <p:ext uri="{BB962C8B-B14F-4D97-AF65-F5344CB8AC3E}">
        <p14:creationId xmlns:p14="http://schemas.microsoft.com/office/powerpoint/2010/main" val="3557849070"/>
      </p:ext>
    </p:extLst>
  </p:cSld>
  <p:clrMapOvr>
    <a:masterClrMapping/>
  </p:clrMapOvr>
  <p:transition spd="med"/>
</p:sld>
</file>

<file path=ppt/theme/theme1.xml><?xml version="1.0" encoding="utf-8"?>
<a:theme xmlns:a="http://schemas.openxmlformats.org/drawingml/2006/main" name="IBM presentation template">
  <a:themeElements>
    <a:clrScheme name="Custom 1">
      <a:dk1>
        <a:srgbClr val="FFFFFF"/>
      </a:dk1>
      <a:lt1>
        <a:srgbClr val="000000"/>
      </a:lt1>
      <a:dk2>
        <a:srgbClr val="FFFFFF"/>
      </a:dk2>
      <a:lt2>
        <a:srgbClr val="000000"/>
      </a:lt2>
      <a:accent1>
        <a:srgbClr val="0F62FE"/>
      </a:accent1>
      <a:accent2>
        <a:srgbClr val="A56EFF"/>
      </a:accent2>
      <a:accent3>
        <a:srgbClr val="003A6D"/>
      </a:accent3>
      <a:accent4>
        <a:srgbClr val="009D9A"/>
      </a:accent4>
      <a:accent5>
        <a:srgbClr val="9F1853"/>
      </a:accent5>
      <a:accent6>
        <a:srgbClr val="FA4D56"/>
      </a:accent6>
      <a:hlink>
        <a:srgbClr val="0F62FE"/>
      </a:hlink>
      <a:folHlink>
        <a:srgbClr val="6F6F6F"/>
      </a:folHlink>
    </a:clrScheme>
    <a:fontScheme name="IBM Plex">
      <a:majorFont>
        <a:latin typeface="IBM Plex Sans Light"/>
        <a:ea typeface=""/>
        <a:cs typeface=""/>
      </a:majorFont>
      <a:minorFont>
        <a:latin typeface="IBM Plex Sans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rgbClr val="E5F6FF"/>
        </a:solidFill>
        <a:ln w="19050">
          <a:solidFill>
            <a:srgbClr val="E5F6FF"/>
          </a:solidFill>
          <a:headEnd type="none" w="med" len="med"/>
          <a:tailEnd type="none" w="med" len="med"/>
        </a:ln>
        <a:effectLst/>
      </a:spPr>
      <a:bodyPr vert="horz" wrap="square" lIns="91440" tIns="91440" rIns="91440" bIns="91440" numCol="1" rtlCol="0"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IBM Plex Sans Light"/>
          <a:buNone/>
          <a:tabLst/>
          <a:defRPr kumimoji="0" sz="1400" b="0" i="0" u="none" strike="noStrike" cap="none" normalizeH="0" baseline="0" dirty="0">
            <a:ln>
              <a:noFill/>
            </a:ln>
            <a:solidFill>
              <a:schemeClr val="bg1"/>
            </a:solidFill>
            <a:effectLst/>
            <a:latin typeface="+mn-lt"/>
          </a:defRPr>
        </a:defPPr>
      </a:lstStyle>
      <a:style>
        <a:lnRef idx="2">
          <a:schemeClr val="accent6"/>
        </a:lnRef>
        <a:fillRef idx="1">
          <a:schemeClr val="lt1"/>
        </a:fillRef>
        <a:effectRef idx="0">
          <a:schemeClr val="accent6"/>
        </a:effectRef>
        <a:fontRef idx="minor">
          <a:schemeClr val="dk1"/>
        </a:fontRef>
      </a:style>
    </a:spDef>
    <a:lnDef>
      <a:spPr bwMode="auto">
        <a:ln w="12700">
          <a:solidFill>
            <a:schemeClr val="tx1"/>
          </a:solidFill>
          <a:headEnd type="none" w="med" len="med"/>
          <a:tailEnd type="none" w="med" len="med"/>
        </a:ln>
        <a:effectLst/>
      </a:spPr>
      <a:bodyPr/>
      <a:lstStyle/>
      <a:style>
        <a:lnRef idx="1">
          <a:schemeClr val="dk1"/>
        </a:lnRef>
        <a:fillRef idx="0">
          <a:schemeClr val="dk1"/>
        </a:fillRef>
        <a:effectRef idx="0">
          <a:schemeClr val="dk1"/>
        </a:effectRef>
        <a:fontRef idx="minor">
          <a:schemeClr val="tx1"/>
        </a:fontRef>
      </a:style>
    </a:lnDef>
    <a:txDef>
      <a:spPr>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xmlns:p="http://schemas.openxmlformats.org/presentationml/2006/main" xmlns:r="http://schemas.openxmlformats.org/officeDocument/2006/relationships" val="1"/>
          </a:ext>
        </a:extLst>
      </a:spPr>
      <a:bodyPr wrap="square" lIns="0" tIns="0" rIns="0" bIns="0" rtlCol="0">
        <a:noAutofit/>
      </a:bodyPr>
      <a:lstStyle>
        <a:defPPr marL="444465" indent="-446749" algn="l" defTabSz="2438400">
          <a:spcBef>
            <a:spcPts val="2900"/>
          </a:spcBef>
          <a:buSzPct val="100000"/>
          <a:buFontTx/>
          <a:buChar char="–"/>
          <a:defRPr kern="0" dirty="0" smtClean="0">
            <a:solidFill>
              <a:srgbClr val="000000"/>
            </a:solidFill>
            <a:ea typeface="+mj-ea"/>
            <a:cs typeface="+mj-cs"/>
            <a:sym typeface="IBM Plex Sans Light"/>
          </a:defRPr>
        </a:defPPr>
      </a:lstStyle>
    </a:txDef>
  </a:objectDefaults>
  <a:extraClrSchemeLst/>
  <a:custClrLst>
    <a:custClr name="Gray 100">
      <a:srgbClr val="161616"/>
    </a:custClr>
    <a:custClr name="Gray 90">
      <a:srgbClr val="262626"/>
    </a:custClr>
    <a:custClr name="Gray 80">
      <a:srgbClr val="393939"/>
    </a:custClr>
    <a:custClr name="Gray 70">
      <a:srgbClr val="525252"/>
    </a:custClr>
    <a:custClr name="Gray 60">
      <a:srgbClr val="6F6F6F"/>
    </a:custClr>
    <a:custClr name="Gray 50">
      <a:srgbClr val="8D8D8D"/>
    </a:custClr>
    <a:custClr name="Gray 40">
      <a:srgbClr val="A8A8A8"/>
    </a:custClr>
    <a:custClr name="Gray 30">
      <a:srgbClr val="C6C6C6"/>
    </a:custClr>
    <a:custClr name="Gray 20">
      <a:srgbClr val="E0E0E0"/>
    </a:custClr>
    <a:custClr name="Gray 10">
      <a:srgbClr val="F4F4F4"/>
    </a:custClr>
    <a:custClr name="Blue 100">
      <a:srgbClr val="001141"/>
    </a:custClr>
    <a:custClr name="Blue 90">
      <a:srgbClr val="001D6C"/>
    </a:custClr>
    <a:custClr name="Blue 80">
      <a:srgbClr val="002D9C"/>
    </a:custClr>
    <a:custClr name="Blue 70">
      <a:srgbClr val="0043CE"/>
    </a:custClr>
    <a:custClr name="Blue 60">
      <a:srgbClr val="0F62FE"/>
    </a:custClr>
    <a:custClr name="Cyan 50">
      <a:srgbClr val="1192E8"/>
    </a:custClr>
    <a:custClr name="Cyan 40">
      <a:srgbClr val="33B1FF"/>
    </a:custClr>
    <a:custClr name="Cyan 30">
      <a:srgbClr val="82CFFF"/>
    </a:custClr>
    <a:custClr name="Cyan 20">
      <a:srgbClr val="BAE6FF"/>
    </a:custClr>
    <a:custClr name="Cyan 10">
      <a:srgbClr val="E5F6FF"/>
    </a:custClr>
    <a:custClr name="Red 60">
      <a:srgbClr val="DA1E28"/>
    </a:custClr>
    <a:custClr name="Red 50">
      <a:srgbClr val="FA4D56"/>
    </a:custClr>
    <a:custClr name="Red 30">
      <a:srgbClr val="FFB3B8"/>
    </a:custClr>
    <a:custClr name="Red 20">
      <a:srgbClr val="FFD7D9"/>
    </a:custClr>
    <a:custClr name="Red 10">
      <a:srgbClr val="FFF1F1"/>
    </a:custClr>
    <a:custClr name="Magenta 60">
      <a:srgbClr val="D02670"/>
    </a:custClr>
    <a:custClr name="Magenta 50">
      <a:srgbClr val="EE5396"/>
    </a:custClr>
    <a:custClr name="Magenta 30">
      <a:srgbClr val="FFAFD2"/>
    </a:custClr>
    <a:custClr name="Magenta 20">
      <a:srgbClr val="FFD6E8"/>
    </a:custClr>
    <a:custClr name="Magenta 10">
      <a:srgbClr val="FFF0F7"/>
    </a:custClr>
    <a:custClr name="Purple 60">
      <a:srgbClr val="8A3FFC"/>
    </a:custClr>
    <a:custClr name="Purple 50">
      <a:srgbClr val="A56EFF"/>
    </a:custClr>
    <a:custClr name="Purple 30">
      <a:srgbClr val="D4BBFF"/>
    </a:custClr>
    <a:custClr name="Purple 20">
      <a:srgbClr val="E8DAFF"/>
    </a:custClr>
    <a:custClr name="Purple 10">
      <a:srgbClr val="F6F2FF"/>
    </a:custClr>
    <a:custClr name="Teal 60">
      <a:srgbClr val="007D79"/>
    </a:custClr>
    <a:custClr name="Teal 50">
      <a:srgbClr val="009D9A"/>
    </a:custClr>
    <a:custClr name="Teal 30">
      <a:srgbClr val="3DDBD9"/>
    </a:custClr>
    <a:custClr name="Teal 20">
      <a:srgbClr val="9EF0F0"/>
    </a:custClr>
    <a:custClr name="Teal 10">
      <a:srgbClr val="D9FBFB"/>
    </a:custClr>
    <a:custClr name="Green 60">
      <a:srgbClr val="198038"/>
    </a:custClr>
    <a:custClr name="Green 50">
      <a:srgbClr val="24A148"/>
    </a:custClr>
    <a:custClr name="Green 30">
      <a:srgbClr val="6FDC8C"/>
    </a:custClr>
    <a:custClr name="Green 20">
      <a:srgbClr val="A7F0BA"/>
    </a:custClr>
    <a:custClr name="Green 10">
      <a:srgbClr val="DEFBE6"/>
    </a:custClr>
    <a:custClr name="Yellow 30">
      <a:srgbClr val="F1C21B"/>
    </a:custClr>
    <a:custClr name="Yellow 20">
      <a:srgbClr val="FDDC69"/>
    </a:custClr>
    <a:custClr name="Yellow 10">
      <a:srgbClr val="FCF4D6"/>
    </a:custClr>
    <a:custClr name="Blue 20">
      <a:srgbClr val="D0E2FF"/>
    </a:custClr>
    <a:custClr name="Blue 10">
      <a:srgbClr val="EDF5FF"/>
    </a:custClr>
  </a:custClrLst>
  <a:extLst>
    <a:ext uri="{05A4C25C-085E-4340-85A3-A5531E510DB2}">
      <thm15:themeFamily xmlns:thm15="http://schemas.microsoft.com/office/thememl/2012/main" name="1730368918050" id="{31DF0289-1028-6943-A020-36845773A867}" vid="{420903E5-FF27-9C4D-AB14-78ABBED49DF3}"/>
    </a:ext>
  </a:extLst>
</a:theme>
</file>

<file path=ppt/theme/theme2.xml><?xml version="1.0" encoding="utf-8"?>
<a:theme xmlns:a="http://schemas.openxmlformats.org/drawingml/2006/main" name="IBM Brand Template 2022">
  <a:themeElements>
    <a:clrScheme name="Custom 1">
      <a:dk1>
        <a:srgbClr val="FFFFFF"/>
      </a:dk1>
      <a:lt1>
        <a:srgbClr val="000000"/>
      </a:lt1>
      <a:dk2>
        <a:srgbClr val="FFFFFF"/>
      </a:dk2>
      <a:lt2>
        <a:srgbClr val="000000"/>
      </a:lt2>
      <a:accent1>
        <a:srgbClr val="0F62FE"/>
      </a:accent1>
      <a:accent2>
        <a:srgbClr val="A56EFF"/>
      </a:accent2>
      <a:accent3>
        <a:srgbClr val="003A6D"/>
      </a:accent3>
      <a:accent4>
        <a:srgbClr val="009D9A"/>
      </a:accent4>
      <a:accent5>
        <a:srgbClr val="9F1853"/>
      </a:accent5>
      <a:accent6>
        <a:srgbClr val="FA4D56"/>
      </a:accent6>
      <a:hlink>
        <a:srgbClr val="0F62FE"/>
      </a:hlink>
      <a:folHlink>
        <a:srgbClr val="6F6F6F"/>
      </a:folHlink>
    </a:clrScheme>
    <a:fontScheme name="IBM Plex">
      <a:majorFont>
        <a:latin typeface="IBM Plex Sans Light"/>
        <a:ea typeface=""/>
        <a:cs typeface=""/>
      </a:majorFont>
      <a:minorFont>
        <a:latin typeface="IBM Plex Sans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w="19050">
          <a:solidFill>
            <a:schemeClr val="accent1"/>
          </a:solidFill>
          <a:headEnd type="none" w="med" len="med"/>
          <a:tailEnd type="none" w="med" len="med"/>
        </a:ln>
        <a:effectLst/>
      </a:spPr>
      <a:bodyPr vert="horz" wrap="square" lIns="91440" tIns="91440" rIns="91440" bIns="91440" numCol="1" rtlCol="0"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IBM Plex Sans Light"/>
          <a:buNone/>
          <a:tabLst/>
          <a:defRPr kumimoji="0" sz="1400" b="0" i="0" u="none" strike="noStrike" cap="none" normalizeH="0" baseline="0" dirty="0" smtClean="0">
            <a:ln>
              <a:noFill/>
            </a:ln>
            <a:solidFill>
              <a:schemeClr val="bg1"/>
            </a:solidFill>
            <a:effectLst/>
            <a:latin typeface="+mn-lt"/>
          </a:defRPr>
        </a:defPPr>
      </a:lstStyle>
      <a:style>
        <a:lnRef idx="2">
          <a:schemeClr val="accent6"/>
        </a:lnRef>
        <a:fillRef idx="1">
          <a:schemeClr val="lt1"/>
        </a:fillRef>
        <a:effectRef idx="0">
          <a:schemeClr val="accent6"/>
        </a:effectRef>
        <a:fontRef idx="minor">
          <a:schemeClr val="dk1"/>
        </a:fontRef>
      </a:style>
    </a:spDef>
    <a:lnDef>
      <a:spPr bwMode="auto">
        <a:ln w="19050">
          <a:solidFill>
            <a:schemeClr val="tx1"/>
          </a:solidFill>
          <a:headEnd type="none" w="med" len="med"/>
          <a:tailEnd type="none" w="med" len="med"/>
        </a:ln>
        <a:effectLst/>
      </a:spPr>
      <a:bodyPr/>
      <a:lstStyle/>
      <a:style>
        <a:lnRef idx="1">
          <a:schemeClr val="dk1"/>
        </a:lnRef>
        <a:fillRef idx="0">
          <a:schemeClr val="dk1"/>
        </a:fillRef>
        <a:effectRef idx="0">
          <a:schemeClr val="dk1"/>
        </a:effectRef>
        <a:fontRef idx="minor">
          <a:schemeClr val="tx1"/>
        </a:fontRef>
      </a:style>
    </a:lnDef>
    <a:txDef>
      <a:spPr>
        <a:ln w="12700">
          <a:miter lim="400000"/>
        </a:ln>
        <a:extLst>
          <a:ext uri="{C572A759-6A51-4108-AA02-DFA0A04FC94B}">
            <ma14:wrappingTextBoxFlag xmlns:r="http://schemas.openxmlformats.org/officeDocument/2006/relationships" xmlns:p="http://schemas.openxmlformats.org/presentationml/2006/main" xmlns="" xmlns:m="http://schemas.openxmlformats.org/officeDocument/2006/math" xmlns:a14="http://schemas.microsoft.com/office/drawing/2010/main" xmlns:ma14="http://schemas.microsoft.com/office/mac/drawingml/2011/main" val="1"/>
          </a:ext>
        </a:extLst>
      </a:spPr>
      <a:bodyPr wrap="square" lIns="0" tIns="0" rIns="0" bIns="0" rtlCol="0">
        <a:noAutofit/>
      </a:bodyPr>
      <a:lstStyle>
        <a:defPPr marL="444465" indent="-446749" algn="l" defTabSz="2438400">
          <a:spcBef>
            <a:spcPts val="2900"/>
          </a:spcBef>
          <a:buSzPct val="100000"/>
          <a:buFontTx/>
          <a:buChar char="–"/>
          <a:defRPr kern="0" dirty="0" smtClean="0">
            <a:solidFill>
              <a:srgbClr val="000000"/>
            </a:solidFill>
            <a:ea typeface="+mj-ea"/>
            <a:cs typeface="+mj-cs"/>
            <a:sym typeface="IBM Plex Sans Light"/>
          </a:defRPr>
        </a:defPPr>
      </a:lstStyle>
    </a:txDef>
  </a:objectDefaults>
  <a:extraClrSchemeLst/>
  <a:custClrLst>
    <a:custClr name="Gray 100">
      <a:srgbClr val="161616"/>
    </a:custClr>
    <a:custClr name="Gray 90">
      <a:srgbClr val="262626"/>
    </a:custClr>
    <a:custClr name="Gray 80">
      <a:srgbClr val="393939"/>
    </a:custClr>
    <a:custClr name="Gray 70">
      <a:srgbClr val="525252"/>
    </a:custClr>
    <a:custClr name="Gray 60">
      <a:srgbClr val="6F6F6F"/>
    </a:custClr>
    <a:custClr name="Gray 50">
      <a:srgbClr val="8D8D8D"/>
    </a:custClr>
    <a:custClr name="Gray 40">
      <a:srgbClr val="A8A8A8"/>
    </a:custClr>
    <a:custClr name="Gray 30">
      <a:srgbClr val="C6C6C6"/>
    </a:custClr>
    <a:custClr name="Gray 20">
      <a:srgbClr val="E0E0E0"/>
    </a:custClr>
    <a:custClr name="Gray 10">
      <a:srgbClr val="F4F4F4"/>
    </a:custClr>
    <a:custClr name="Blue 100">
      <a:srgbClr val="001141"/>
    </a:custClr>
    <a:custClr name="Blue 90">
      <a:srgbClr val="001D6C"/>
    </a:custClr>
    <a:custClr name="Blue 80">
      <a:srgbClr val="002D9C"/>
    </a:custClr>
    <a:custClr name="Blue 70">
      <a:srgbClr val="0043CE"/>
    </a:custClr>
    <a:custClr name="Blue 60">
      <a:srgbClr val="0F62FE"/>
    </a:custClr>
    <a:custClr name="Cyan 50">
      <a:srgbClr val="1192E8"/>
    </a:custClr>
    <a:custClr name="Cyan 40">
      <a:srgbClr val="33B1FF"/>
    </a:custClr>
    <a:custClr name="Cyan 30">
      <a:srgbClr val="82CFFF"/>
    </a:custClr>
    <a:custClr name="Cyan 20">
      <a:srgbClr val="BAE6FF"/>
    </a:custClr>
    <a:custClr name="Cyan 10">
      <a:srgbClr val="E5F6FF"/>
    </a:custClr>
    <a:custClr name="Red 60">
      <a:srgbClr val="DA1E28"/>
    </a:custClr>
    <a:custClr name="Red 50">
      <a:srgbClr val="FA4D56"/>
    </a:custClr>
    <a:custClr name="Red 30">
      <a:srgbClr val="FFB3B8"/>
    </a:custClr>
    <a:custClr name="Red 20">
      <a:srgbClr val="FFD7D9"/>
    </a:custClr>
    <a:custClr name="Red 10">
      <a:srgbClr val="FFF1F1"/>
    </a:custClr>
    <a:custClr name="Magenta 60">
      <a:srgbClr val="D02670"/>
    </a:custClr>
    <a:custClr name="Magenta 50">
      <a:srgbClr val="EE5396"/>
    </a:custClr>
    <a:custClr name="Magenta 30">
      <a:srgbClr val="FFAFD2"/>
    </a:custClr>
    <a:custClr name="Magenta 20">
      <a:srgbClr val="FFD6E8"/>
    </a:custClr>
    <a:custClr name="Magenta 10">
      <a:srgbClr val="FFF0F7"/>
    </a:custClr>
    <a:custClr name="Purple 60">
      <a:srgbClr val="8A3FFC"/>
    </a:custClr>
    <a:custClr name="Purple 50">
      <a:srgbClr val="A56EFF"/>
    </a:custClr>
    <a:custClr name="Purple 30">
      <a:srgbClr val="D4BBFF"/>
    </a:custClr>
    <a:custClr name="Purple 20">
      <a:srgbClr val="E8DAFF"/>
    </a:custClr>
    <a:custClr name="Purple 10">
      <a:srgbClr val="F6F2FF"/>
    </a:custClr>
    <a:custClr name="Teal 60">
      <a:srgbClr val="007D79"/>
    </a:custClr>
    <a:custClr name="Teal 50">
      <a:srgbClr val="009D9A"/>
    </a:custClr>
    <a:custClr name="Teal 30">
      <a:srgbClr val="3DDBD9"/>
    </a:custClr>
    <a:custClr name="Teal 20">
      <a:srgbClr val="9EF0F0"/>
    </a:custClr>
    <a:custClr name="Teal 10">
      <a:srgbClr val="D9FBFB"/>
    </a:custClr>
    <a:custClr name="Green 60">
      <a:srgbClr val="198038"/>
    </a:custClr>
    <a:custClr name="Green 50">
      <a:srgbClr val="24A148"/>
    </a:custClr>
    <a:custClr name="Green 30">
      <a:srgbClr val="6FDC8C"/>
    </a:custClr>
    <a:custClr name="Green 20">
      <a:srgbClr val="A7F0BA"/>
    </a:custClr>
    <a:custClr name="Green 10">
      <a:srgbClr val="DEFBE6"/>
    </a:custClr>
    <a:custClr name="Yellow 30">
      <a:srgbClr val="F1C21B"/>
    </a:custClr>
    <a:custClr name="Yellow 20">
      <a:srgbClr val="FDDC69"/>
    </a:custClr>
    <a:custClr name="Yellow 10">
      <a:srgbClr val="FCF4D6"/>
    </a:custClr>
    <a:custClr name="Blue 20">
      <a:srgbClr val="D0E2FF"/>
    </a:custClr>
    <a:custClr name="Blue 10">
      <a:srgbClr val="EDF5FF"/>
    </a:custClr>
  </a:custClrLst>
  <a:extLst>
    <a:ext uri="{05A4C25C-085E-4340-85A3-A5531E510DB2}">
      <thm15:themeFamily xmlns:thm15="http://schemas.microsoft.com/office/thememl/2012/main" name="IBM_Master_Presentation_2021_V01_Plex" id="{BD398A2B-0B96-D843-9A4A-05239798B6A1}" vid="{46683C84-C800-D441-9101-471717108C97}"/>
    </a:ext>
  </a:extLst>
</a:theme>
</file>

<file path=ppt/theme/theme3.xml><?xml version="1.0" encoding="utf-8"?>
<a:theme xmlns:a="http://schemas.openxmlformats.org/drawingml/2006/main" name="IBM Brand Template 2022">
  <a:themeElements>
    <a:clrScheme name="Custom 1">
      <a:dk1>
        <a:srgbClr val="FFFFFF"/>
      </a:dk1>
      <a:lt1>
        <a:srgbClr val="000000"/>
      </a:lt1>
      <a:dk2>
        <a:srgbClr val="FFFFFF"/>
      </a:dk2>
      <a:lt2>
        <a:srgbClr val="000000"/>
      </a:lt2>
      <a:accent1>
        <a:srgbClr val="0F62FE"/>
      </a:accent1>
      <a:accent2>
        <a:srgbClr val="A56EFF"/>
      </a:accent2>
      <a:accent3>
        <a:srgbClr val="003A6D"/>
      </a:accent3>
      <a:accent4>
        <a:srgbClr val="009D9A"/>
      </a:accent4>
      <a:accent5>
        <a:srgbClr val="9F1853"/>
      </a:accent5>
      <a:accent6>
        <a:srgbClr val="FA4D56"/>
      </a:accent6>
      <a:hlink>
        <a:srgbClr val="0F62FE"/>
      </a:hlink>
      <a:folHlink>
        <a:srgbClr val="6F6F6F"/>
      </a:folHlink>
    </a:clrScheme>
    <a:fontScheme name="IBM Plex">
      <a:majorFont>
        <a:latin typeface="IBM Plex Sans Light"/>
        <a:ea typeface=""/>
        <a:cs typeface=""/>
      </a:majorFont>
      <a:minorFont>
        <a:latin typeface="IBM Plex Sans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w="19050">
          <a:solidFill>
            <a:schemeClr val="accent1"/>
          </a:solidFill>
          <a:headEnd type="none" w="med" len="med"/>
          <a:tailEnd type="none" w="med" len="med"/>
        </a:ln>
        <a:effectLst/>
      </a:spPr>
      <a:bodyPr vert="horz" wrap="square" lIns="91440" tIns="91440" rIns="91440" bIns="91440" numCol="1" rtlCol="0"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IBM Plex Sans Light"/>
          <a:buNone/>
          <a:tabLst/>
          <a:defRPr kumimoji="0" sz="1400" b="0" i="0" u="none" strike="noStrike" cap="none" normalizeH="0" baseline="0" dirty="0" smtClean="0">
            <a:ln>
              <a:noFill/>
            </a:ln>
            <a:solidFill>
              <a:schemeClr val="bg1"/>
            </a:solidFill>
            <a:effectLst/>
            <a:latin typeface="+mn-lt"/>
          </a:defRPr>
        </a:defPPr>
      </a:lstStyle>
      <a:style>
        <a:lnRef idx="2">
          <a:schemeClr val="accent6"/>
        </a:lnRef>
        <a:fillRef idx="1">
          <a:schemeClr val="lt1"/>
        </a:fillRef>
        <a:effectRef idx="0">
          <a:schemeClr val="accent6"/>
        </a:effectRef>
        <a:fontRef idx="minor">
          <a:schemeClr val="dk1"/>
        </a:fontRef>
      </a:style>
    </a:spDef>
    <a:lnDef>
      <a:spPr bwMode="auto">
        <a:ln w="19050">
          <a:solidFill>
            <a:schemeClr val="tx1"/>
          </a:solidFill>
          <a:headEnd type="none" w="med" len="med"/>
          <a:tailEnd type="none" w="med" len="med"/>
        </a:ln>
        <a:effectLst/>
      </a:spPr>
      <a:bodyPr/>
      <a:lstStyle/>
      <a:style>
        <a:lnRef idx="1">
          <a:schemeClr val="dk1"/>
        </a:lnRef>
        <a:fillRef idx="0">
          <a:schemeClr val="dk1"/>
        </a:fillRef>
        <a:effectRef idx="0">
          <a:schemeClr val="dk1"/>
        </a:effectRef>
        <a:fontRef idx="minor">
          <a:schemeClr val="tx1"/>
        </a:fontRef>
      </a:style>
    </a:lnDef>
    <a:txDef>
      <a:spPr>
        <a:ln w="12700">
          <a:miter lim="400000"/>
        </a:ln>
        <a:extLst>
          <a:ext uri="{C572A759-6A51-4108-AA02-DFA0A04FC94B}">
            <ma14:wrappingTextBoxFlag xmlns:r="http://schemas.openxmlformats.org/officeDocument/2006/relationships" xmlns:p="http://schemas.openxmlformats.org/presentationml/2006/main" xmlns="" xmlns:m="http://schemas.openxmlformats.org/officeDocument/2006/math" xmlns:a14="http://schemas.microsoft.com/office/drawing/2010/main" xmlns:ma14="http://schemas.microsoft.com/office/mac/drawingml/2011/main" val="1"/>
          </a:ext>
        </a:extLst>
      </a:spPr>
      <a:bodyPr wrap="square" lIns="0" tIns="0" rIns="0" bIns="0" rtlCol="0">
        <a:noAutofit/>
      </a:bodyPr>
      <a:lstStyle>
        <a:defPPr marL="444465" indent="-446749" algn="l" defTabSz="2438400">
          <a:spcBef>
            <a:spcPts val="2900"/>
          </a:spcBef>
          <a:buSzPct val="100000"/>
          <a:buFontTx/>
          <a:buChar char="–"/>
          <a:defRPr kern="0" dirty="0" smtClean="0">
            <a:solidFill>
              <a:srgbClr val="000000"/>
            </a:solidFill>
            <a:ea typeface="+mj-ea"/>
            <a:cs typeface="+mj-cs"/>
            <a:sym typeface="IBM Plex Sans Light"/>
          </a:defRPr>
        </a:defPPr>
      </a:lstStyle>
    </a:txDef>
  </a:objectDefaults>
  <a:extraClrSchemeLst/>
  <a:custClrLst>
    <a:custClr name="Gray 100">
      <a:srgbClr val="161616"/>
    </a:custClr>
    <a:custClr name="Gray 90">
      <a:srgbClr val="262626"/>
    </a:custClr>
    <a:custClr name="Gray 80">
      <a:srgbClr val="393939"/>
    </a:custClr>
    <a:custClr name="Gray 70">
      <a:srgbClr val="525252"/>
    </a:custClr>
    <a:custClr name="Gray 60">
      <a:srgbClr val="6F6F6F"/>
    </a:custClr>
    <a:custClr name="Gray 50">
      <a:srgbClr val="8D8D8D"/>
    </a:custClr>
    <a:custClr name="Gray 40">
      <a:srgbClr val="A8A8A8"/>
    </a:custClr>
    <a:custClr name="Gray 30">
      <a:srgbClr val="C6C6C6"/>
    </a:custClr>
    <a:custClr name="Gray 20">
      <a:srgbClr val="E0E0E0"/>
    </a:custClr>
    <a:custClr name="Gray 10">
      <a:srgbClr val="F4F4F4"/>
    </a:custClr>
    <a:custClr name="Blue 100">
      <a:srgbClr val="001141"/>
    </a:custClr>
    <a:custClr name="Blue 90">
      <a:srgbClr val="001D6C"/>
    </a:custClr>
    <a:custClr name="Blue 80">
      <a:srgbClr val="002D9C"/>
    </a:custClr>
    <a:custClr name="Blue 70">
      <a:srgbClr val="0043CE"/>
    </a:custClr>
    <a:custClr name="Blue 60">
      <a:srgbClr val="0F62FE"/>
    </a:custClr>
    <a:custClr name="Cyan 50">
      <a:srgbClr val="1192E8"/>
    </a:custClr>
    <a:custClr name="Cyan 40">
      <a:srgbClr val="33B1FF"/>
    </a:custClr>
    <a:custClr name="Cyan 30">
      <a:srgbClr val="82CFFF"/>
    </a:custClr>
    <a:custClr name="Cyan 20">
      <a:srgbClr val="BAE6FF"/>
    </a:custClr>
    <a:custClr name="Cyan 10">
      <a:srgbClr val="E5F6FF"/>
    </a:custClr>
    <a:custClr name="Red 60">
      <a:srgbClr val="DA1E28"/>
    </a:custClr>
    <a:custClr name="Red 50">
      <a:srgbClr val="FA4D56"/>
    </a:custClr>
    <a:custClr name="Red 30">
      <a:srgbClr val="FFB3B8"/>
    </a:custClr>
    <a:custClr name="Red 20">
      <a:srgbClr val="FFD7D9"/>
    </a:custClr>
    <a:custClr name="Red 10">
      <a:srgbClr val="FFF1F1"/>
    </a:custClr>
    <a:custClr name="Magenta 60">
      <a:srgbClr val="D02670"/>
    </a:custClr>
    <a:custClr name="Magenta 50">
      <a:srgbClr val="EE5396"/>
    </a:custClr>
    <a:custClr name="Magenta 30">
      <a:srgbClr val="FFAFD2"/>
    </a:custClr>
    <a:custClr name="Magenta 20">
      <a:srgbClr val="FFD6E8"/>
    </a:custClr>
    <a:custClr name="Magenta 10">
      <a:srgbClr val="FFF0F7"/>
    </a:custClr>
    <a:custClr name="Purple 60">
      <a:srgbClr val="8A3FFC"/>
    </a:custClr>
    <a:custClr name="Purple 50">
      <a:srgbClr val="A56EFF"/>
    </a:custClr>
    <a:custClr name="Purple 30">
      <a:srgbClr val="D4BBFF"/>
    </a:custClr>
    <a:custClr name="Purple 20">
      <a:srgbClr val="E8DAFF"/>
    </a:custClr>
    <a:custClr name="Purple 10">
      <a:srgbClr val="F6F2FF"/>
    </a:custClr>
    <a:custClr name="Teal 60">
      <a:srgbClr val="007D79"/>
    </a:custClr>
    <a:custClr name="Teal 50">
      <a:srgbClr val="009D9A"/>
    </a:custClr>
    <a:custClr name="Teal 30">
      <a:srgbClr val="3DDBD9"/>
    </a:custClr>
    <a:custClr name="Teal 20">
      <a:srgbClr val="9EF0F0"/>
    </a:custClr>
    <a:custClr name="Teal 10">
      <a:srgbClr val="D9FBFB"/>
    </a:custClr>
    <a:custClr name="Green 60">
      <a:srgbClr val="198038"/>
    </a:custClr>
    <a:custClr name="Green 50">
      <a:srgbClr val="24A148"/>
    </a:custClr>
    <a:custClr name="Green 30">
      <a:srgbClr val="6FDC8C"/>
    </a:custClr>
    <a:custClr name="Green 20">
      <a:srgbClr val="A7F0BA"/>
    </a:custClr>
    <a:custClr name="Green 10">
      <a:srgbClr val="DEFBE6"/>
    </a:custClr>
    <a:custClr name="Yellow 30">
      <a:srgbClr val="F1C21B"/>
    </a:custClr>
    <a:custClr name="Yellow 20">
      <a:srgbClr val="FDDC69"/>
    </a:custClr>
    <a:custClr name="Yellow 10">
      <a:srgbClr val="FCF4D6"/>
    </a:custClr>
    <a:custClr name="Blue 20">
      <a:srgbClr val="D0E2FF"/>
    </a:custClr>
    <a:custClr name="Blue 10">
      <a:srgbClr val="EDF5FF"/>
    </a:custClr>
  </a:custClrLst>
  <a:extLst>
    <a:ext uri="{05A4C25C-085E-4340-85A3-A5531E510DB2}">
      <thm15:themeFamily xmlns:thm15="http://schemas.microsoft.com/office/thememl/2012/main" name="IBM_Master_Presentation_2021_V01_Plex" id="{BD398A2B-0B96-D843-9A4A-05239798B6A1}" vid="{46683C84-C800-D441-9101-471717108C97}"/>
    </a:ext>
  </a:extLst>
</a:theme>
</file>

<file path=docProps/app.xml><?xml version="1.0" encoding="utf-8"?>
<Properties xmlns="http://schemas.openxmlformats.org/officeDocument/2006/extended-properties" xmlns:vt="http://schemas.openxmlformats.org/officeDocument/2006/docPropsVTypes">
  <Template>IBM presentation template</Template>
  <TotalTime>7</TotalTime>
  <Words>10814</Words>
  <Application>Microsoft Macintosh PowerPoint</Application>
  <PresentationFormat>Custom</PresentationFormat>
  <Paragraphs>1384</Paragraphs>
  <Slides>94</Slides>
  <Notes>12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94</vt:i4>
      </vt:variant>
    </vt:vector>
  </HeadingPairs>
  <TitlesOfParts>
    <vt:vector size="101" baseType="lpstr">
      <vt:lpstr>IBM Plex Sans SmBld</vt:lpstr>
      <vt:lpstr>IBM Plex Sans ExtLt</vt:lpstr>
      <vt:lpstr>IBMPlexSans-Light</vt:lpstr>
      <vt:lpstr>IBM Plex Sans Medm</vt:lpstr>
      <vt:lpstr>IBM Plex Sans</vt:lpstr>
      <vt:lpstr>IBM Plex Sans Light</vt:lpstr>
      <vt:lpstr>IBM presentation template</vt:lpstr>
      <vt:lpstr>Templates  Sample layouts</vt:lpstr>
      <vt:lpstr>Software  business controls 1Q27  IBM Confidential</vt:lpstr>
      <vt:lpstr>Software  business controls </vt:lpstr>
      <vt:lpstr>Build and  modernize  faster</vt:lpstr>
      <vt:lpstr>IBM Infrastructure for AI</vt:lpstr>
      <vt:lpstr>IBM Z</vt:lpstr>
      <vt:lpstr>Exceed customer expectations  through exceptional brand experiences</vt:lpstr>
      <vt:lpstr>Intelligent marketing Growth through orchestration</vt:lpstr>
      <vt:lpstr>Sustainability as  a transformation catalyst</vt:lpstr>
      <vt:lpstr>Sustainability as  a transformation catalyst</vt:lpstr>
      <vt:lpstr>Where innovation  and transformation come together</vt:lpstr>
      <vt:lpstr>Manufacturing excellence for edge</vt:lpstr>
      <vt:lpstr>Where innovation  and transformation come together</vt:lpstr>
      <vt:lpstr>Intelligence planning</vt:lpstr>
      <vt:lpstr>IBM client success stories</vt:lpstr>
      <vt:lpstr>Why do 70%  of digital transformation efforts fail?</vt:lpstr>
      <vt:lpstr>Sustainability  is the key to a better future</vt:lpstr>
      <vt:lpstr>Top 5 business risks ↓ are related to the environment</vt:lpstr>
      <vt:lpstr>PowerPoint Presentation</vt:lpstr>
      <vt:lpstr>Automation</vt:lpstr>
      <vt:lpstr>Here’s how IBM automation can improve sustainable enterprise delivery</vt:lpstr>
      <vt:lpstr>PowerPoint Presentation</vt:lpstr>
      <vt:lpstr>Here’s how IoT automation  delivered our sustainability goals</vt:lpstr>
      <vt:lpstr>Here’s how hybrid cloud solved the supply chain issue</vt:lpstr>
      <vt:lpstr>Data-driven  AI solutions </vt:lpstr>
      <vt:lpstr>How can a luxury car brand bring smarter experiences to its customers?</vt:lpstr>
      <vt:lpstr>How can a luxury car brand bring smarter experiences to its customers?</vt:lpstr>
      <vt:lpstr>Talent challenges</vt:lpstr>
      <vt:lpstr>Business outcomes</vt:lpstr>
      <vt:lpstr>Partners are  a company’s  growth engine</vt:lpstr>
      <vt:lpstr>IBM Expertise with  Cloud HCM and Taleo </vt:lpstr>
      <vt:lpstr>Next steps</vt:lpstr>
      <vt:lpstr>Client name or logo</vt:lpstr>
      <vt:lpstr>Client name or logo</vt:lpstr>
      <vt:lpstr>The IBM-Azure  Migration Factory</vt:lpstr>
      <vt:lpstr>Client highlights</vt:lpstr>
      <vt:lpstr>Next-gen sustainability performance management </vt:lpstr>
      <vt:lpstr>Evaluating the landscape</vt:lpstr>
      <vt:lpstr>Addressing the public cloud challenge for financial services</vt:lpstr>
      <vt:lpstr>Client outcomes improved through IBM Hybrid Cloud  and AI strategy</vt:lpstr>
      <vt:lpstr>Uniquely IBM Healthcare and  life sciences</vt:lpstr>
      <vt:lpstr>Case study Digital transformation</vt:lpstr>
      <vt:lpstr>C&amp;CS corporate  directive deviations</vt:lpstr>
      <vt:lpstr>28pt short headline no more than two or three lines max </vt:lpstr>
      <vt:lpstr>36pt short headline no more than two or three lines max</vt:lpstr>
      <vt:lpstr>PowerPoint Presentation</vt:lpstr>
      <vt:lpstr>PowerPoint Presentation</vt:lpstr>
      <vt:lpstr>Research objectives  and approach</vt:lpstr>
      <vt:lpstr>Client highlights</vt:lpstr>
      <vt:lpstr>Challenges</vt:lpstr>
      <vt:lpstr>Discussion guide</vt:lpstr>
      <vt:lpstr>Making cloud  work for regulated industry</vt:lpstr>
      <vt:lpstr>Organizations that invest in digital experience report three times higher revenue growth for the last two fiscal years (3.6%) compared to other organizations in our survey (1.2%).</vt:lpstr>
      <vt:lpstr>PowerPoint Presentation</vt:lpstr>
      <vt:lpstr>Leaders are digitally transforming business models to accelerate growth</vt:lpstr>
      <vt:lpstr>Team structure: Role definitions</vt:lpstr>
      <vt:lpstr>To establish market dominance in hybrid cloud consulting,  hybrid cloud solutions must address two challenges:</vt:lpstr>
      <vt:lpstr>IBM Expertise with  Oracle Cloud HCM and Taleo </vt:lpstr>
      <vt:lpstr>Understanding the disconnect between buyers and sellers</vt:lpstr>
      <vt:lpstr>Understanding the disconnect between buyers and sellers</vt:lpstr>
      <vt:lpstr>Talent challenges: Traditional RPO  has limitations  </vt:lpstr>
      <vt:lpstr>Understanding the disconnect between buyers and sellers</vt:lpstr>
      <vt:lpstr>PowerPoint Presentation</vt:lpstr>
      <vt:lpstr>IBM experts</vt:lpstr>
      <vt:lpstr>Creating beautiful  3D scenes</vt:lpstr>
      <vt:lpstr>Creating beautiful  3D scenes</vt:lpstr>
      <vt:lpstr>IT Automation</vt:lpstr>
      <vt:lpstr>03 Simplify, unify and connect all your data</vt:lpstr>
      <vt:lpstr>Innovate</vt:lpstr>
      <vt:lpstr>Digitization of sales is table stakes</vt:lpstr>
      <vt:lpstr>Focus on growth  presents complex  challenges for CMOs </vt:lpstr>
      <vt:lpstr>PowerPoint Presentation</vt:lpstr>
      <vt:lpstr>IBM</vt:lpstr>
      <vt:lpstr>PowerPoint Presentation</vt:lpstr>
      <vt:lpstr>No. 7 Security-hardened transfers</vt:lpstr>
      <vt:lpstr>The virtual enterprise:  The future of business  </vt:lpstr>
      <vt:lpstr>Salesforce powers the entire indirect sales channel </vt:lpstr>
      <vt:lpstr>Successful transformation requires a cultural shift for sustained change using shared purpose for flow  IBM provides a space and methodology to initiate, measure, iterate, and grow the sustainable enterprise.</vt:lpstr>
      <vt:lpstr>Maximize your intelligent sales strategy</vt:lpstr>
      <vt:lpstr>With you today</vt:lpstr>
      <vt:lpstr>Intelligent sales  is built with 3  levers of growth </vt:lpstr>
      <vt:lpstr>Next steps Our path to success</vt:lpstr>
      <vt:lpstr>Accelerating digital transformation:  a case study</vt:lpstr>
      <vt:lpstr>Collaborate with ecosystems and supply chains </vt:lpstr>
      <vt:lpstr>Collaborate with ecosystems and supply chains </vt:lpstr>
      <vt:lpstr>Collaborate with ecosystems and supply chains </vt:lpstr>
      <vt:lpstr>Acknowledgement of the need  for fundamental change to address sustainability has been less  than forthcoming</vt:lpstr>
      <vt:lpstr>PowerPoint Presentation</vt:lpstr>
      <vt:lpstr>Current state</vt:lpstr>
      <vt:lpstr>Client resource recommendations  for transition</vt:lpstr>
      <vt:lpstr>PowerPoint Presentation</vt:lpstr>
      <vt:lpstr>PowerPoint Presentation</vt:lpstr>
      <vt:lpstr>Hybrid Cloud Workbench: Released journeys</vt:lpstr>
      <vt:lpstr>Current state</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Diana Stanciulescu</dc:creator>
  <cp:keywords/>
  <dc:description/>
  <cp:lastModifiedBy>Steph Harrington</cp:lastModifiedBy>
  <cp:revision>3</cp:revision>
  <cp:lastPrinted>2019-04-25T15:14:05Z</cp:lastPrinted>
  <dcterms:created xsi:type="dcterms:W3CDTF">2024-10-31T11:02:10Z</dcterms:created>
  <dcterms:modified xsi:type="dcterms:W3CDTF">2026-01-21T15:50:18Z</dcterms:modified>
  <cp:category/>
</cp:coreProperties>
</file>