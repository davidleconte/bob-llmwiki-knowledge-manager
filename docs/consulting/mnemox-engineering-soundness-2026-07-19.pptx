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12</c:v>
                </c:pt>
                <c:pt idx="2">
                  <c:v>20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SCQA. Situation: honest, retraction-disciplined system. Complication: two independent audits find the A+ unearned. Question: is it engineering-sound? Answer: status honest, grade not yet — but the gap is wiring + proof, and the fixes already exist uncommitted.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Watsonx pitch: this is the Creativity/Innovation axis. The honesty brand is the moat; re-grading after the wiring lands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45720" cy="4572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4" name="Shape 2"/>
          <p:cNvSpPr/>
          <p:nvPr/>
        </p:nvSpPr>
        <p:spPr>
          <a:xfrm>
            <a:off x="2377440" y="2011680"/>
            <a:ext cx="64008" cy="640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731520"/>
            <a:ext cx="82296" cy="82296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1280160"/>
            <a:ext cx="45720" cy="457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2377440"/>
            <a:ext cx="64008" cy="64008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0" y="64008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5394960"/>
            <a:ext cx="45720" cy="4572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6035040"/>
            <a:ext cx="64008" cy="6400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0" y="4937760"/>
            <a:ext cx="82296" cy="82296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5669280"/>
            <a:ext cx="45720" cy="457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914400"/>
            <a:ext cx="64008" cy="64008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0" y="3931920"/>
            <a:ext cx="2377440" cy="2377440"/>
          </a:xfrm>
          <a:prstGeom prst="ellipse">
            <a:avLst/>
          </a:prstGeom>
          <a:solidFill>
            <a:srgbClr val="141A45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21240" y="4160520"/>
            <a:ext cx="411480" cy="411480"/>
          </a:xfrm>
          <a:prstGeom prst="ellipse">
            <a:avLst/>
          </a:prstGeom>
          <a:solidFill>
            <a:srgbClr val="2630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81360" y="4937760"/>
            <a:ext cx="320040" cy="320040"/>
          </a:xfrm>
          <a:prstGeom prst="ellipse">
            <a:avLst/>
          </a:prstGeom>
          <a:solidFill>
            <a:srgbClr val="2630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ENGINEERING-SOUNDNESS REVIEW  ·  MECE  ·  2026-07-19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73736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Mnemox's status is honest;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A+ grade isn't earned — yet.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wiring, integrity repair, and proof — not new invention.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fixes for all three headline problems already exist in the working tree, uncommitted. A three-horizon programme lifts a defensible engineering-soundness score from ~2.9/5 to ~4.2/5.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· Team BobjectifLune · for the maintainer &amp; any independent reviewer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governs this review.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Mnemox engineering-sound, and what will make it so?”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71016" y="2880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271016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· truncation · cache · pricing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98064" y="265176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2880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889504" y="36118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35224" y="443484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· read-path · ranking · lifecycle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47488" y="265176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9864" y="2880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769864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138928" y="36118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integrity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maintenance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84648" y="443484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· gate efficacy · write discipline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96912" y="265176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19288" y="2880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019288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88352" y="36118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34072" y="443484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integrity · grade · gate independence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46336" y="265176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268712" y="2880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10268712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637776" y="36118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83496" y="443484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CI · security · verifiability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rule: each defect is counted once, at its root cause. The five branches are mutually exclusive and collectively exhaustive.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 DISPUTE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A+ and the 2.9/5 are both right — they grade different things.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grades artifact completeness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(are the SLA, ADRs, threat model present? yes).  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2.9/5 grades functional integration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(does the shipped path do what the artifacts claim? often not yet).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680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(post H1+H2)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Product correctness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Memory &amp; retrieval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KB integrity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 Claims &amp; governance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 Platform (tests/CI/security)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overall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~2.9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~4.2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2514600"/>
            <a:ext cx="3063240" cy="320040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78240" y="315468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 the A+ to a dated, labelled self-assessment.
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“Beta — Not Production Ready” as the sole canonical maturity string </a:t>
            </a:r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(already pinned in config/gates/gate-config.yaml).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5943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engineering-soundness scores, distinct from the STATUS.md institutional grade.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DEFECT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flagship retrieval stack was built, validated — and never called.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live path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03120" y="22860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6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77440" y="22860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31920" y="22860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699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240" y="22860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BEA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22860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~0.64 p@3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index + graph existed but were never injected — greyed out, unreachable.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2331720"/>
            <a:ext cx="731520" cy="73152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41248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2331720"/>
            <a:ext cx="731520" cy="731520"/>
          </a:xfrm>
          <a:prstGeom prst="ellipse">
            <a:avLst/>
          </a:prstGeom>
          <a:solidFill>
            <a:srgbClr val="ECECEC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28116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fixed in-tree (uncommitted)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2519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425196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377440" y="42519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377440" y="42519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graph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(0.7 / 0.3)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425196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206240" y="42519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E7F4EC"/>
          </a:solidFill>
          <a:ln w="127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06240" y="42519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~0.88 p@3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src/cli.py:344-388  ·  test: tests/retrieval/test_wiring.py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kb-status no longer over-claims precision: it states p@3 only when the stack is confirmed active, and labels it “per ADR-017, lab-measured, not re-verified” (src/cli.py:512-527).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HIGHEST-ROI 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lines of wiring move retrieval precision from 0.64 to 0.88.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pPr indent="0" marL="0">
              <a:buNone/>
            </a:pPr>
            <a:r>
              <a:rPr lang="en-US" sz="5400" b="1" dirty="0">
                <a:solidFill>
                  <a:srgbClr val="7A86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 →  index + graph, A/B-validated weights (0.7 / 0.3)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Lab-measured per ADR-017; not yet manifest-backed (finding CLM-06).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441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2286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written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26060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wiring is in src/cli.py — index + graph constructed and injected.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55848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6484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4930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committed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38130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hardening layer is git-untracked; STATUS.md flags it “not yet counted.”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562856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855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47000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job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502005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prove red-on-unfixed / green-on-fixed + wire to CI — not authoring.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CORRECTNESS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optimiser could silently return nothing.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prompts over ~4096 tokens, redundancy removal collapsed lines and line-based truncation emptied the result — the caller received an empty string.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BEA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optimize(4000-token doc)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 ""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on that prompt = 0; content lost.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E7F4EC"/>
          </a:solidFill>
          <a:ln w="12700">
            <a:solidFill>
              <a:srgbClr val="2E9E5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fixed in-tree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2461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Never-empty post-condition: if the result is empty but the input was not, fall back to token-accurate truncation.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src/optimizer/prompt_optimizer.py:242-255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4572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removal now exempts YAML frontmatter and fenced code, so Markdown structure survives.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 tests/optimizer/test_optimizer_integrity.py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INTEGRITY &amp; GOVERNANCE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gates that should catch corruption couldn't fail.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109728" cy="120700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1226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validate-kb.sh false-green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53288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subshell dropped the broken-link counter, so the KB integrity gate always reported success.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0" y="233172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E7F4E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331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exits 1 on broken links (:162-164)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37560"/>
            <a:ext cx="109728" cy="120700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8386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“manifest” backed a claim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90448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“68.96% (see manifest)” passed the savings gate by matching the word alone.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370332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E7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7033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requires a real manifest path (:81-92)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709160"/>
            <a:ext cx="109728" cy="120700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5546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status unguarded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27608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failed open on a renamed live doc and never checked grade sanity.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6560" y="507492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E7F4E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50749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fails closed; rejects impossible grades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externalised to config/gates/gate-config.yaml and routed via CODEOWNERS — self-tests live in tests/gates/.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DRIVER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savings that survive audit are the ones we measured honestly.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compression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manifest-backed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quality ≈ 0.80 · reported separately from lossy truncation.
</a:t>
            </a:r>
            <a:pPr indent="0" marL="0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7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evaluation/results/validation-2026-07-14/manifest.json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2148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honesty dividend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0" y="2697480"/>
            <a:ext cx="502920" cy="50292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60720" y="26791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3008376"/>
            <a:ext cx="5806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headline figure (68.96%) — now retracted — was produced by a simulation that never invoked the optimiser.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3703320"/>
            <a:ext cx="502920" cy="50292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760720" y="36850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4014216"/>
            <a:ext cx="5806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 in evaluation/validation-disclaimer.md; the retraction is enforced by the savings gate.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4709160"/>
            <a:ext cx="502920" cy="50292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760720" y="46908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5020056"/>
            <a:ext cx="5806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Honestly, on N real in-repo docs, with a null test and bootstrap CIs — the manifest-backed ~20%.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DRIVER 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savings are real but unrealised — because retrieval was unwired.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branches on two token streams — blending them is exactly the error that produced the withdrawn figure.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— in-flight optimisation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today.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Manifest-backed compression, guard-railed at quality ≈ 0.80. Its leak — the empty-output bug — is now fixed in-tree.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within a session, on a different stream.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5146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— re-derivation avoidance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3154680"/>
            <a:ext cx="4983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realised today, high ceiling.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= eligibility ratio (share of retrievals that hit a compact summary). Leak: keyword-only retrieval fetched the wrong summary, so realised ≈ 0 until wiring lands and is proven.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across sessions as the corpus grows.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headline: “A now; B → up to (eligible-saving × eligibility) as wiring and corpus mature” — never one blended percentage.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Fifty-five findings; six that block.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01168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2011680"/>
            <a:ext cx="429768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4380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status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380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— uncommitted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43800" y="324612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Critical/High set: fix + regression test present, not committed.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open long tail: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index lifecycle, corpus-composition gating, graph provenance, tokenizer fidelity, gate-owner independence.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(ID · severity · status · root-cause file:line · test) is the frozen evidence snapshot.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what's certain and cheap first.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926080" y="2057400"/>
            <a:ext cx="7863840" cy="3794760"/>
          </a:xfrm>
          <a:prstGeom prst="rect">
            <a:avLst/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057400"/>
            <a:ext cx="0" cy="3794760"/>
          </a:xfrm>
          <a:prstGeom prst="line">
            <a:avLst/>
          </a:prstGeom>
          <a:noFill/>
          <a:ln w="12700">
            <a:solidFill>
              <a:srgbClr val="7A869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26080" y="3954780"/>
            <a:ext cx="7863840" cy="0"/>
          </a:xfrm>
          <a:prstGeom prst="line">
            <a:avLst/>
          </a:prstGeom>
          <a:noFill/>
          <a:ln w="12700">
            <a:solidFill>
              <a:srgbClr val="7A869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88036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 rot="16200000">
            <a:off x="1554480" y="37719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FIRST (H1)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67004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prove wiring, never-empty optimiser, #slug fix; green the gates.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(H2)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67004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lifecycle; ranking normalisation; corpus guard; p@3 golden set; re-grade.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41376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452170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Kebab-case ref sweep; cache match_type label; compact cold-start index.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41376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(H3)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452170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watsonx-correct tokenizer/pricing; multi-user conflict arbitration.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risks fire on every session.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926080" y="2057400"/>
            <a:ext cx="7863840" cy="3794760"/>
          </a:xfrm>
          <a:prstGeom prst="rect">
            <a:avLst/>
          </a:prstGeom>
          <a:solidFill>
            <a:srgbClr val="F4F7FC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057400"/>
            <a:ext cx="0" cy="3794760"/>
          </a:xfrm>
          <a:prstGeom prst="line">
            <a:avLst/>
          </a:prstGeom>
          <a:noFill/>
          <a:ln w="12700">
            <a:solidFill>
              <a:srgbClr val="7A869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26080" y="3954780"/>
            <a:ext cx="7863840" cy="0"/>
          </a:xfrm>
          <a:prstGeom prst="line">
            <a:avLst/>
          </a:prstGeom>
          <a:noFill/>
          <a:ln w="12700">
            <a:solidFill>
              <a:srgbClr val="7A869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88036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 rot="16200000">
            <a:off x="1463040" y="37719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67004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Symlink/path escape (mitigated by resolve_within); frontmatter corruption on large writes.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67004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Unwired retrieval + empty-optimise (both fixed-uncommitted — must prove); grade credibility risk.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41376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452170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 cold-start (low on macOS dev, higher on Linux CI/prod).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41376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HIGH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452170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~35–40 broken refs; ranking inertness; coverage headline drift.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Days, then weeks, then months.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&amp; Repair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" y="2999232"/>
            <a:ext cx="109728" cy="10972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26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Gate-green the tree (Wave 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" y="3566160"/>
            <a:ext cx="109728" cy="10972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9300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integrity &amp; casing (Wave 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4133088"/>
            <a:ext cx="109728" cy="10972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5993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prove hardening + CI (Wave 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074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every fix red-on-unfixed / green-on-fixed; kb-status claim becomes true.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5968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15968" y="196596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367528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&amp; Prove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29992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926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lifecycle + dim enforcement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5661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349300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Corpus-composition guard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413308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405993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golden set; commission re-grade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44568" y="5074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precision manifest-backed; independent re-grade in hand.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83296" y="19659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83296" y="196596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E08A1E"/>
          </a:solidFill>
          <a:ln/>
        </p:spPr>
      </p:sp>
      <p:sp>
        <p:nvSpPr>
          <p:cNvPr id="30" name="Text 28"/>
          <p:cNvSpPr/>
          <p:nvPr/>
        </p:nvSpPr>
        <p:spPr>
          <a:xfrm>
            <a:off x="8311896" y="2084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134856" y="21214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Differentiate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339328" y="2999232"/>
            <a:ext cx="109728" cy="10972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3" name="Text 31"/>
          <p:cNvSpPr/>
          <p:nvPr/>
        </p:nvSpPr>
        <p:spPr>
          <a:xfrm>
            <a:off x="8540496" y="2926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Foreign-repo compound-loop demo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39328" y="3566160"/>
            <a:ext cx="109728" cy="10972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5" name="Text 33"/>
          <p:cNvSpPr/>
          <p:nvPr/>
        </p:nvSpPr>
        <p:spPr>
          <a:xfrm>
            <a:off x="8540496" y="349300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tokenizer/pricing; perf-at-scale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39328" y="4133088"/>
            <a:ext cx="109728" cy="109728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7" name="Text 35"/>
          <p:cNvSpPr/>
          <p:nvPr/>
        </p:nvSpPr>
        <p:spPr>
          <a:xfrm>
            <a:off x="8540496" y="405993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Gate-owner independence; curation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11896" y="5074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every Critical/High closed or accepted with rationale.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 isn't done until a test proves it was broken.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BEA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on the unfixed tree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the single fix hunk — the regression test must fail. This proves the test actually guards the defect.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3108960"/>
            <a:ext cx="1188720" cy="5486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24688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E7F4EC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on the fixed tree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32004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fix — the test passes. Only now is the finding closed. Commit fix + test together.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gates on the committed tree: pytest (3.11 + 3.12) · coverage ≥ 80% + per-package floors · ruff / mypy / bandit · validate-kb on ubuntu · null test + manifest + tiktoken · pip-audit --strict · the honesty gates + their self-tests.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320040"/>
            <a:ext cx="502920" cy="50292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3" name="Shape 1"/>
          <p:cNvSpPr/>
          <p:nvPr/>
        </p:nvSpPr>
        <p:spPr>
          <a:xfrm>
            <a:off x="11448288" y="274320"/>
            <a:ext cx="457200" cy="457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Re-grading in public is the brand, not a retreat.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822960" cy="82296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94560" y="2697480"/>
            <a:ext cx="1143000" cy="0"/>
          </a:xfrm>
          <a:prstGeom prst="line">
            <a:avLst/>
          </a:prstGeom>
          <a:noFill/>
          <a:ln w="25400">
            <a:solidFill>
              <a:srgbClr val="3A46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fabricated figure was caught and withdrawn — on the record.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60520" y="2286000"/>
            <a:ext cx="822960" cy="82296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983480" y="2697480"/>
            <a:ext cx="1143000" cy="0"/>
          </a:xfrm>
          <a:prstGeom prst="line">
            <a:avLst/>
          </a:prstGeom>
          <a:noFill/>
          <a:ln w="25400">
            <a:solidFill>
              <a:srgbClr val="3A46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3703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Honestly, manifest-backed, with a null test and CIs.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2286000"/>
            <a:ext cx="822960" cy="82296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7772400" y="2697480"/>
            <a:ext cx="1143000" cy="0"/>
          </a:xfrm>
          <a:prstGeom prst="line">
            <a:avLst/>
          </a:prstGeom>
          <a:noFill/>
          <a:ln w="25400">
            <a:solidFill>
              <a:srgbClr val="3A46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3703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retraction is enforced by CI; fabrications don't reappear un-bannered.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738360" y="2286000"/>
            <a:ext cx="822960" cy="822960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22" name="Text 20"/>
          <p:cNvSpPr/>
          <p:nvPr/>
        </p:nvSpPr>
        <p:spPr>
          <a:xfrm>
            <a:off x="973836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1540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Re-grade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15400" y="3703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genuinely independent verdict; retire the self-A+.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was true; we are making the grade true too.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54864" cy="54864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1005840"/>
            <a:ext cx="54864" cy="54864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2194560"/>
            <a:ext cx="54864" cy="5486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120640"/>
            <a:ext cx="54864" cy="54864"/>
          </a:xfrm>
          <a:prstGeom prst="ellipse">
            <a:avLst/>
          </a:prstGeom>
          <a:solidFill>
            <a:srgbClr val="E8C86A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5303520"/>
            <a:ext cx="54864" cy="5486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Reconnect, prove, differentiate — 2.9 → 4.2.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E8C86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514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prove the retrieval wiring (highest ROI).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227832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E8C8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2783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2278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never-empty optimiser with its regression test.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941064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E8C86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41064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39410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#slug read-path fix.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654296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E8C86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54296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8760" y="465429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the tree against its own gates: savings surfaces, validate-kb, casing, two failing tests.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367528"/>
            <a:ext cx="685800" cy="548640"/>
          </a:xfrm>
          <a:prstGeom prst="roundRect">
            <a:avLst>
              <a:gd name="adj" fmla="val 10000"/>
            </a:avLst>
          </a:prstGeom>
          <a:solidFill>
            <a:srgbClr val="E8C86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67528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3675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precision provable (p@3 golden set) and commission an independent re-grade.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got us to the moon; the knowledge base gets us back — from accumulated altitude, not the ground.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2026-07-19T13:08:15Z</dcterms:created>
  <dcterms:modified xsi:type="dcterms:W3CDTF">2026-07-19T13:08:15Z</dcterms:modified>
</cp:coreProperties>
</file>